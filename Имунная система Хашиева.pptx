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1" r:id="rId1"/>
    <p:sldMasterId id="2147483656" r:id="rId2"/>
    <p:sldMasterId id="2147483654" r:id="rId3"/>
  </p:sldMasterIdLst>
  <p:notesMasterIdLst>
    <p:notesMasterId r:id="rId18"/>
  </p:notesMasterIdLst>
  <p:handoutMasterIdLst>
    <p:handoutMasterId r:id="rId19"/>
  </p:handoutMasterIdLst>
  <p:sldIdLst>
    <p:sldId id="283" r:id="rId4"/>
    <p:sldId id="338" r:id="rId5"/>
    <p:sldId id="272" r:id="rId6"/>
    <p:sldId id="296" r:id="rId7"/>
    <p:sldId id="278" r:id="rId8"/>
    <p:sldId id="339" r:id="rId9"/>
    <p:sldId id="285" r:id="rId10"/>
    <p:sldId id="277" r:id="rId11"/>
    <p:sldId id="273" r:id="rId12"/>
    <p:sldId id="340" r:id="rId13"/>
    <p:sldId id="288" r:id="rId14"/>
    <p:sldId id="293" r:id="rId15"/>
    <p:sldId id="337" r:id="rId16"/>
    <p:sldId id="30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92" autoAdjust="0"/>
    <p:restoredTop sz="96196" autoAdjust="0"/>
  </p:normalViewPr>
  <p:slideViewPr>
    <p:cSldViewPr snapToGrid="0" showGuides="1">
      <p:cViewPr varScale="1">
        <p:scale>
          <a:sx n="105" d="100"/>
          <a:sy n="105" d="100"/>
        </p:scale>
        <p:origin x="864" y="108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CF5C2C-04CF-4049-9CAB-24DF01FF70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E153A-E233-4E98-A643-6CC8F8977D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05374-AB5E-4E21-8A4B-CE55966C7BB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D8DB4-BD42-458A-A29D-FBA986753D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71118-AEA9-462D-A93F-C6120FABF5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B57ED-7740-4ABC-B4ED-3BE39287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212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ED2C6-10E0-4A7C-AB22-C231623A6E8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6BA002-EE9D-4AAD-95D8-611292D92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67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D608FE-96D5-4444-B454-783068FA643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792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B32FE9E-0110-435E-BEDF-9C8B53840C20}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custGeom>
            <a:avLst/>
            <a:gdLst>
              <a:gd name="connsiteX0" fmla="*/ 12192001 w 12192001"/>
              <a:gd name="connsiteY0" fmla="*/ 0 h 6858000"/>
              <a:gd name="connsiteX1" fmla="*/ 3518686 w 12192001"/>
              <a:gd name="connsiteY1" fmla="*/ 0 h 6858000"/>
              <a:gd name="connsiteX2" fmla="*/ 0 w 12192001"/>
              <a:gd name="connsiteY2" fmla="*/ 3092154 h 6858000"/>
              <a:gd name="connsiteX3" fmla="*/ 0 w 12192001"/>
              <a:gd name="connsiteY3" fmla="*/ 6858000 h 6858000"/>
              <a:gd name="connsiteX4" fmla="*/ 5603032 w 12192001"/>
              <a:gd name="connsiteY4" fmla="*/ 6858000 h 6858000"/>
              <a:gd name="connsiteX5" fmla="*/ 12192001 w 12192001"/>
              <a:gd name="connsiteY5" fmla="*/ 106774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1" h="6858000">
                <a:moveTo>
                  <a:pt x="12192001" y="0"/>
                </a:moveTo>
                <a:lnTo>
                  <a:pt x="3518686" y="0"/>
                </a:lnTo>
                <a:lnTo>
                  <a:pt x="0" y="3092154"/>
                </a:lnTo>
                <a:lnTo>
                  <a:pt x="0" y="6858000"/>
                </a:lnTo>
                <a:lnTo>
                  <a:pt x="5603032" y="6858000"/>
                </a:lnTo>
                <a:lnTo>
                  <a:pt x="12192001" y="106774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6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2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06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31350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905623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282361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593992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8970731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04FEC5A-FE9A-463C-92F8-C2BB350D4D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5352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9139162" y="1"/>
            <a:ext cx="2863562" cy="399932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122128" y="2870061"/>
            <a:ext cx="2863562" cy="398793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9139162" y="4114800"/>
            <a:ext cx="2863562" cy="274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6122128" y="1"/>
            <a:ext cx="2863562" cy="27545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200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4">
            <a:extLst>
              <a:ext uri="{FF2B5EF4-FFF2-40B4-BE49-F238E27FC236}">
                <a16:creationId xmlns:a16="http://schemas.microsoft.com/office/drawing/2014/main" id="{BDD51FB4-1B36-409D-899E-5B0AB0DF70DE}"/>
              </a:ext>
            </a:extLst>
          </p:cNvPr>
          <p:cNvSpPr/>
          <p:nvPr userDrawn="1"/>
        </p:nvSpPr>
        <p:spPr>
          <a:xfrm>
            <a:off x="0" y="4702631"/>
            <a:ext cx="12192000" cy="21553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E463CCC2-FD29-4FEC-BBBB-C122D82F3C18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1393369"/>
            <a:ext cx="4060800" cy="33092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strike="noStrike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4622F30-85C3-4FF9-A148-AF5042CF3F87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060800" y="1393369"/>
            <a:ext cx="4074310" cy="33092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strike="noStrike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487AD8E-D8EF-4D5C-A0EA-47B7190BA0A7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8131200" y="1393369"/>
            <a:ext cx="4060800" cy="33092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strike="noStrike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A5FCF1D-44E7-4881-AEE6-C04E806B8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449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A8672015-9EB8-4432-88B6-7F04596A16A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0338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908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00C50F2-81AD-4E1A-A9B1-7A68EB7994C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81869" y="1459515"/>
            <a:ext cx="2571107" cy="22953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36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23B902C7-8AEF-4A99-A35E-C4E754D4ECD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50307" y="1459515"/>
            <a:ext cx="2571107" cy="22953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36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916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F3E96B-F41C-466A-9F7A-C597C8A73509}"/>
              </a:ext>
            </a:extLst>
          </p:cNvPr>
          <p:cNvSpPr/>
          <p:nvPr userDrawn="1"/>
        </p:nvSpPr>
        <p:spPr>
          <a:xfrm>
            <a:off x="0" y="0"/>
            <a:ext cx="12192000" cy="17036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A09BFC-FB6E-4A07-AC20-5CA1F5A01095}"/>
              </a:ext>
            </a:extLst>
          </p:cNvPr>
          <p:cNvSpPr/>
          <p:nvPr userDrawn="1"/>
        </p:nvSpPr>
        <p:spPr>
          <a:xfrm>
            <a:off x="0" y="5170396"/>
            <a:ext cx="12192000" cy="17036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3" r:id="rId3"/>
    <p:sldLayoutId id="2147483662" r:id="rId4"/>
    <p:sldLayoutId id="2147483667" r:id="rId5"/>
    <p:sldLayoutId id="2147483669" r:id="rId6"/>
    <p:sldLayoutId id="2147483670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0B11D52-2D2A-47E9-8A08-27A67ED5F477}"/>
              </a:ext>
            </a:extLst>
          </p:cNvPr>
          <p:cNvGrpSpPr/>
          <p:nvPr/>
        </p:nvGrpSpPr>
        <p:grpSpPr>
          <a:xfrm>
            <a:off x="3087158" y="284905"/>
            <a:ext cx="6067597" cy="3998426"/>
            <a:chOff x="2010490" y="69385"/>
            <a:chExt cx="6067597" cy="3998426"/>
          </a:xfrm>
        </p:grpSpPr>
        <p:sp>
          <p:nvSpPr>
            <p:cNvPr id="9" name="Oval 50">
              <a:extLst>
                <a:ext uri="{FF2B5EF4-FFF2-40B4-BE49-F238E27FC236}">
                  <a16:creationId xmlns:a16="http://schemas.microsoft.com/office/drawing/2014/main" id="{51110724-A962-449F-B99C-7670091443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00227" y="1782227"/>
              <a:ext cx="590289" cy="666693"/>
            </a:xfrm>
            <a:custGeom>
              <a:avLst/>
              <a:gdLst/>
              <a:ahLst/>
              <a:cxnLst/>
              <a:rect l="l" t="t" r="r" b="b"/>
              <a:pathLst>
                <a:path w="2868687" h="3240000">
                  <a:moveTo>
                    <a:pt x="1433799" y="2290728"/>
                  </a:moveTo>
                  <a:cubicBezTo>
                    <a:pt x="1317650" y="2346839"/>
                    <a:pt x="1203301" y="2394700"/>
                    <a:pt x="1093028" y="2434329"/>
                  </a:cubicBezTo>
                  <a:cubicBezTo>
                    <a:pt x="1167481" y="2812207"/>
                    <a:pt x="1292592" y="3060000"/>
                    <a:pt x="1434343" y="3060000"/>
                  </a:cubicBezTo>
                  <a:cubicBezTo>
                    <a:pt x="1576138" y="3060000"/>
                    <a:pt x="1701284" y="2812053"/>
                    <a:pt x="1774025" y="2433735"/>
                  </a:cubicBezTo>
                  <a:cubicBezTo>
                    <a:pt x="1663854" y="2394452"/>
                    <a:pt x="1549823" y="2346469"/>
                    <a:pt x="1433799" y="2290728"/>
                  </a:cubicBezTo>
                  <a:close/>
                  <a:moveTo>
                    <a:pt x="1824954" y="2078037"/>
                  </a:moveTo>
                  <a:cubicBezTo>
                    <a:pt x="1794480" y="2097450"/>
                    <a:pt x="1763147" y="2116057"/>
                    <a:pt x="1731343" y="2134419"/>
                  </a:cubicBezTo>
                  <a:lnTo>
                    <a:pt x="1635415" y="2187161"/>
                  </a:lnTo>
                  <a:cubicBezTo>
                    <a:pt x="1691788" y="2215044"/>
                    <a:pt x="1747931" y="2239109"/>
                    <a:pt x="1803378" y="2259350"/>
                  </a:cubicBezTo>
                  <a:cubicBezTo>
                    <a:pt x="1812120" y="2201101"/>
                    <a:pt x="1819148" y="2140526"/>
                    <a:pt x="1824954" y="2078037"/>
                  </a:cubicBezTo>
                  <a:close/>
                  <a:moveTo>
                    <a:pt x="1042306" y="2077178"/>
                  </a:moveTo>
                  <a:cubicBezTo>
                    <a:pt x="1047949" y="2140175"/>
                    <a:pt x="1055328" y="2201182"/>
                    <a:pt x="1063873" y="2259905"/>
                  </a:cubicBezTo>
                  <a:cubicBezTo>
                    <a:pt x="1119365" y="2238275"/>
                    <a:pt x="1176217" y="2214355"/>
                    <a:pt x="1233887" y="2187801"/>
                  </a:cubicBezTo>
                  <a:cubicBezTo>
                    <a:pt x="1201538" y="2170955"/>
                    <a:pt x="1169452" y="2152957"/>
                    <a:pt x="1137343" y="2134419"/>
                  </a:cubicBezTo>
                  <a:close/>
                  <a:moveTo>
                    <a:pt x="559768" y="1732679"/>
                  </a:moveTo>
                  <a:cubicBezTo>
                    <a:pt x="268524" y="1984850"/>
                    <a:pt x="116369" y="2217202"/>
                    <a:pt x="187266" y="2340000"/>
                  </a:cubicBezTo>
                  <a:cubicBezTo>
                    <a:pt x="258144" y="2462764"/>
                    <a:pt x="535307" y="2447213"/>
                    <a:pt x="899736" y="2322555"/>
                  </a:cubicBezTo>
                  <a:cubicBezTo>
                    <a:pt x="878937" y="2207297"/>
                    <a:pt x="863223" y="2084405"/>
                    <a:pt x="853746" y="1955834"/>
                  </a:cubicBezTo>
                  <a:cubicBezTo>
                    <a:pt x="747454" y="1883220"/>
                    <a:pt x="648878" y="1808453"/>
                    <a:pt x="559768" y="1732679"/>
                  </a:cubicBezTo>
                  <a:close/>
                  <a:moveTo>
                    <a:pt x="2309048" y="1730507"/>
                  </a:moveTo>
                  <a:cubicBezTo>
                    <a:pt x="2220666" y="1807660"/>
                    <a:pt x="2121792" y="1882664"/>
                    <a:pt x="2015235" y="1955625"/>
                  </a:cubicBezTo>
                  <a:cubicBezTo>
                    <a:pt x="2005364" y="2084180"/>
                    <a:pt x="1989894" y="2207119"/>
                    <a:pt x="1967330" y="2322070"/>
                  </a:cubicBezTo>
                  <a:lnTo>
                    <a:pt x="2081685" y="2358048"/>
                  </a:lnTo>
                  <a:cubicBezTo>
                    <a:pt x="2116015" y="2320492"/>
                    <a:pt x="2165526" y="2297468"/>
                    <a:pt x="2220415" y="2297468"/>
                  </a:cubicBezTo>
                  <a:cubicBezTo>
                    <a:pt x="2302230" y="2297468"/>
                    <a:pt x="2372097" y="2348622"/>
                    <a:pt x="2399287" y="2420880"/>
                  </a:cubicBezTo>
                  <a:cubicBezTo>
                    <a:pt x="2542053" y="2432945"/>
                    <a:pt x="2642630" y="2407186"/>
                    <a:pt x="2681420" y="2340000"/>
                  </a:cubicBezTo>
                  <a:cubicBezTo>
                    <a:pt x="2752393" y="2217071"/>
                    <a:pt x="2599836" y="1984353"/>
                    <a:pt x="2309048" y="1730507"/>
                  </a:cubicBezTo>
                  <a:close/>
                  <a:moveTo>
                    <a:pt x="2026056" y="1510554"/>
                  </a:moveTo>
                  <a:cubicBezTo>
                    <a:pt x="2027893" y="1546708"/>
                    <a:pt x="2028343" y="1583211"/>
                    <a:pt x="2028343" y="1620000"/>
                  </a:cubicBezTo>
                  <a:lnTo>
                    <a:pt x="2024251" y="1730716"/>
                  </a:lnTo>
                  <a:lnTo>
                    <a:pt x="2173722" y="1619092"/>
                  </a:lnTo>
                  <a:cubicBezTo>
                    <a:pt x="2127526" y="1582190"/>
                    <a:pt x="2078507" y="1545517"/>
                    <a:pt x="2026056" y="1510554"/>
                  </a:cubicBezTo>
                  <a:close/>
                  <a:moveTo>
                    <a:pt x="844436" y="1509285"/>
                  </a:moveTo>
                  <a:lnTo>
                    <a:pt x="694964" y="1620908"/>
                  </a:lnTo>
                  <a:cubicBezTo>
                    <a:pt x="741160" y="1657811"/>
                    <a:pt x="790179" y="1694484"/>
                    <a:pt x="842630" y="1729447"/>
                  </a:cubicBezTo>
                  <a:cubicBezTo>
                    <a:pt x="840793" y="1693293"/>
                    <a:pt x="840343" y="1656790"/>
                    <a:pt x="840343" y="1620000"/>
                  </a:cubicBezTo>
                  <a:close/>
                  <a:moveTo>
                    <a:pt x="1434343" y="1361184"/>
                  </a:moveTo>
                  <a:cubicBezTo>
                    <a:pt x="1573534" y="1361184"/>
                    <a:pt x="1686371" y="1474021"/>
                    <a:pt x="1686371" y="1613212"/>
                  </a:cubicBezTo>
                  <a:cubicBezTo>
                    <a:pt x="1686371" y="1752403"/>
                    <a:pt x="1573534" y="1865240"/>
                    <a:pt x="1434343" y="1865240"/>
                  </a:cubicBezTo>
                  <a:cubicBezTo>
                    <a:pt x="1295152" y="1865240"/>
                    <a:pt x="1182315" y="1752403"/>
                    <a:pt x="1182315" y="1613212"/>
                  </a:cubicBezTo>
                  <a:cubicBezTo>
                    <a:pt x="1182315" y="1474021"/>
                    <a:pt x="1295152" y="1361184"/>
                    <a:pt x="1434343" y="1361184"/>
                  </a:cubicBezTo>
                  <a:close/>
                  <a:moveTo>
                    <a:pt x="1433770" y="1149513"/>
                  </a:moveTo>
                  <a:cubicBezTo>
                    <a:pt x="1365445" y="1183896"/>
                    <a:pt x="1296585" y="1221489"/>
                    <a:pt x="1227343" y="1261466"/>
                  </a:cubicBezTo>
                  <a:lnTo>
                    <a:pt x="1027157" y="1384911"/>
                  </a:lnTo>
                  <a:cubicBezTo>
                    <a:pt x="1022222" y="1461370"/>
                    <a:pt x="1020343" y="1539922"/>
                    <a:pt x="1020343" y="1620000"/>
                  </a:cubicBezTo>
                  <a:lnTo>
                    <a:pt x="1028287" y="1855786"/>
                  </a:lnTo>
                  <a:cubicBezTo>
                    <a:pt x="1091680" y="1898065"/>
                    <a:pt x="1158394" y="1938727"/>
                    <a:pt x="1227343" y="1978535"/>
                  </a:cubicBezTo>
                  <a:lnTo>
                    <a:pt x="1434916" y="2090488"/>
                  </a:lnTo>
                  <a:cubicBezTo>
                    <a:pt x="1503241" y="2056105"/>
                    <a:pt x="1572101" y="2018511"/>
                    <a:pt x="1641343" y="1978535"/>
                  </a:cubicBezTo>
                  <a:lnTo>
                    <a:pt x="1841530" y="1855090"/>
                  </a:lnTo>
                  <a:cubicBezTo>
                    <a:pt x="1846464" y="1778631"/>
                    <a:pt x="1848343" y="1700079"/>
                    <a:pt x="1848343" y="1620000"/>
                  </a:cubicBezTo>
                  <a:lnTo>
                    <a:pt x="1840399" y="1384214"/>
                  </a:lnTo>
                  <a:cubicBezTo>
                    <a:pt x="1777006" y="1341936"/>
                    <a:pt x="1710293" y="1301274"/>
                    <a:pt x="1641343" y="1261466"/>
                  </a:cubicBezTo>
                  <a:close/>
                  <a:moveTo>
                    <a:pt x="1065308" y="980650"/>
                  </a:moveTo>
                  <a:cubicBezTo>
                    <a:pt x="1056566" y="1038899"/>
                    <a:pt x="1049538" y="1099475"/>
                    <a:pt x="1043732" y="1161964"/>
                  </a:cubicBezTo>
                  <a:cubicBezTo>
                    <a:pt x="1074206" y="1142551"/>
                    <a:pt x="1105539" y="1123943"/>
                    <a:pt x="1137343" y="1105581"/>
                  </a:cubicBezTo>
                  <a:lnTo>
                    <a:pt x="1233271" y="1052839"/>
                  </a:lnTo>
                  <a:cubicBezTo>
                    <a:pt x="1176898" y="1024957"/>
                    <a:pt x="1120756" y="1000892"/>
                    <a:pt x="1065308" y="980650"/>
                  </a:cubicBezTo>
                  <a:close/>
                  <a:moveTo>
                    <a:pt x="1804814" y="980095"/>
                  </a:moveTo>
                  <a:cubicBezTo>
                    <a:pt x="1749321" y="1001726"/>
                    <a:pt x="1692469" y="1025646"/>
                    <a:pt x="1634800" y="1052200"/>
                  </a:cubicBezTo>
                  <a:cubicBezTo>
                    <a:pt x="1667149" y="1069046"/>
                    <a:pt x="1699234" y="1087043"/>
                    <a:pt x="1731343" y="1105581"/>
                  </a:cubicBezTo>
                  <a:lnTo>
                    <a:pt x="1826380" y="1162822"/>
                  </a:lnTo>
                  <a:cubicBezTo>
                    <a:pt x="1820738" y="1099825"/>
                    <a:pt x="1813359" y="1038819"/>
                    <a:pt x="1804814" y="980095"/>
                  </a:cubicBezTo>
                  <a:close/>
                  <a:moveTo>
                    <a:pt x="2432236" y="816002"/>
                  </a:moveTo>
                  <a:cubicBezTo>
                    <a:pt x="2308930" y="820546"/>
                    <a:pt x="2149627" y="855445"/>
                    <a:pt x="1968950" y="917446"/>
                  </a:cubicBezTo>
                  <a:cubicBezTo>
                    <a:pt x="1989749" y="1032703"/>
                    <a:pt x="2005463" y="1155596"/>
                    <a:pt x="2014941" y="1284167"/>
                  </a:cubicBezTo>
                  <a:cubicBezTo>
                    <a:pt x="2121232" y="1356780"/>
                    <a:pt x="2219808" y="1431548"/>
                    <a:pt x="2308918" y="1507322"/>
                  </a:cubicBezTo>
                  <a:cubicBezTo>
                    <a:pt x="2600162" y="1255150"/>
                    <a:pt x="2752317" y="1022798"/>
                    <a:pt x="2681420" y="900000"/>
                  </a:cubicBezTo>
                  <a:cubicBezTo>
                    <a:pt x="2645694" y="838121"/>
                    <a:pt x="2557557" y="811383"/>
                    <a:pt x="2432236" y="816002"/>
                  </a:cubicBezTo>
                  <a:close/>
                  <a:moveTo>
                    <a:pt x="436450" y="816001"/>
                  </a:moveTo>
                  <a:cubicBezTo>
                    <a:pt x="311129" y="811383"/>
                    <a:pt x="222992" y="838121"/>
                    <a:pt x="187266" y="900000"/>
                  </a:cubicBezTo>
                  <a:cubicBezTo>
                    <a:pt x="158404" y="949991"/>
                    <a:pt x="166508" y="1018139"/>
                    <a:pt x="206887" y="1097970"/>
                  </a:cubicBezTo>
                  <a:cubicBezTo>
                    <a:pt x="213842" y="1096217"/>
                    <a:pt x="221021" y="1095812"/>
                    <a:pt x="228294" y="1095812"/>
                  </a:cubicBezTo>
                  <a:cubicBezTo>
                    <a:pt x="334372" y="1095812"/>
                    <a:pt x="420366" y="1181806"/>
                    <a:pt x="420366" y="1287884"/>
                  </a:cubicBezTo>
                  <a:cubicBezTo>
                    <a:pt x="420366" y="1314219"/>
                    <a:pt x="415066" y="1339317"/>
                    <a:pt x="405427" y="1362148"/>
                  </a:cubicBezTo>
                  <a:cubicBezTo>
                    <a:pt x="450585" y="1410442"/>
                    <a:pt x="502437" y="1459559"/>
                    <a:pt x="559639" y="1509493"/>
                  </a:cubicBezTo>
                  <a:cubicBezTo>
                    <a:pt x="648020" y="1432341"/>
                    <a:pt x="746894" y="1357336"/>
                    <a:pt x="853451" y="1284376"/>
                  </a:cubicBezTo>
                  <a:cubicBezTo>
                    <a:pt x="863322" y="1155820"/>
                    <a:pt x="878792" y="1032881"/>
                    <a:pt x="901357" y="917930"/>
                  </a:cubicBezTo>
                  <a:cubicBezTo>
                    <a:pt x="719999" y="855651"/>
                    <a:pt x="560119" y="820559"/>
                    <a:pt x="436450" y="816001"/>
                  </a:cubicBezTo>
                  <a:close/>
                  <a:moveTo>
                    <a:pt x="1434343" y="180000"/>
                  </a:moveTo>
                  <a:cubicBezTo>
                    <a:pt x="1292548" y="180000"/>
                    <a:pt x="1167402" y="427948"/>
                    <a:pt x="1094661" y="806265"/>
                  </a:cubicBezTo>
                  <a:cubicBezTo>
                    <a:pt x="1204832" y="845548"/>
                    <a:pt x="1318864" y="893532"/>
                    <a:pt x="1434887" y="949272"/>
                  </a:cubicBezTo>
                  <a:cubicBezTo>
                    <a:pt x="1551037" y="893162"/>
                    <a:pt x="1665385" y="845301"/>
                    <a:pt x="1775658" y="805671"/>
                  </a:cubicBezTo>
                  <a:cubicBezTo>
                    <a:pt x="1751860" y="684885"/>
                    <a:pt x="1722886" y="577390"/>
                    <a:pt x="1688823" y="487405"/>
                  </a:cubicBezTo>
                  <a:cubicBezTo>
                    <a:pt x="1688009" y="487647"/>
                    <a:pt x="1687191" y="487652"/>
                    <a:pt x="1686371" y="487652"/>
                  </a:cubicBezTo>
                  <a:cubicBezTo>
                    <a:pt x="1580293" y="487652"/>
                    <a:pt x="1494299" y="401658"/>
                    <a:pt x="1494299" y="295580"/>
                  </a:cubicBezTo>
                  <a:cubicBezTo>
                    <a:pt x="1494299" y="264819"/>
                    <a:pt x="1501530" y="235747"/>
                    <a:pt x="1516122" y="210837"/>
                  </a:cubicBezTo>
                  <a:cubicBezTo>
                    <a:pt x="1490583" y="189985"/>
                    <a:pt x="1462798" y="180000"/>
                    <a:pt x="1434343" y="180000"/>
                  </a:cubicBezTo>
                  <a:close/>
                  <a:moveTo>
                    <a:pt x="1434343" y="0"/>
                  </a:moveTo>
                  <a:cubicBezTo>
                    <a:pt x="1509303" y="0"/>
                    <a:pt x="1581019" y="37868"/>
                    <a:pt x="1646062" y="107907"/>
                  </a:cubicBezTo>
                  <a:cubicBezTo>
                    <a:pt x="1659037" y="104972"/>
                    <a:pt x="1672533" y="103508"/>
                    <a:pt x="1686371" y="103508"/>
                  </a:cubicBezTo>
                  <a:cubicBezTo>
                    <a:pt x="1792449" y="103508"/>
                    <a:pt x="1878443" y="189502"/>
                    <a:pt x="1878443" y="295580"/>
                  </a:cubicBezTo>
                  <a:cubicBezTo>
                    <a:pt x="1878443" y="342831"/>
                    <a:pt x="1861381" y="386097"/>
                    <a:pt x="1831228" y="417985"/>
                  </a:cubicBezTo>
                  <a:cubicBezTo>
                    <a:pt x="1871860" y="515668"/>
                    <a:pt x="1906636" y="628220"/>
                    <a:pt x="1935357" y="752219"/>
                  </a:cubicBezTo>
                  <a:cubicBezTo>
                    <a:pt x="2379384" y="616814"/>
                    <a:pt x="2731816" y="627289"/>
                    <a:pt x="2837304" y="810000"/>
                  </a:cubicBezTo>
                  <a:cubicBezTo>
                    <a:pt x="2942793" y="992711"/>
                    <a:pt x="2775650" y="1303161"/>
                    <a:pt x="2436521" y="1620139"/>
                  </a:cubicBezTo>
                  <a:cubicBezTo>
                    <a:pt x="2775698" y="1936928"/>
                    <a:pt x="2942777" y="2247316"/>
                    <a:pt x="2837304" y="2430000"/>
                  </a:cubicBezTo>
                  <a:cubicBezTo>
                    <a:pt x="2771439" y="2544083"/>
                    <a:pt x="2609300" y="2591017"/>
                    <a:pt x="2388706" y="2577188"/>
                  </a:cubicBezTo>
                  <a:cubicBezTo>
                    <a:pt x="2358753" y="2639691"/>
                    <a:pt x="2294480" y="2681612"/>
                    <a:pt x="2220415" y="2681612"/>
                  </a:cubicBezTo>
                  <a:cubicBezTo>
                    <a:pt x="2122541" y="2681612"/>
                    <a:pt x="2041764" y="2608405"/>
                    <a:pt x="2030773" y="2513644"/>
                  </a:cubicBezTo>
                  <a:cubicBezTo>
                    <a:pt x="1999304" y="2506661"/>
                    <a:pt x="1967635" y="2497623"/>
                    <a:pt x="1935485" y="2487821"/>
                  </a:cubicBezTo>
                  <a:cubicBezTo>
                    <a:pt x="1830610" y="2940018"/>
                    <a:pt x="1645322" y="3240000"/>
                    <a:pt x="1434343" y="3240000"/>
                  </a:cubicBezTo>
                  <a:cubicBezTo>
                    <a:pt x="1223366" y="3240000"/>
                    <a:pt x="1038079" y="2940023"/>
                    <a:pt x="933330" y="2487781"/>
                  </a:cubicBezTo>
                  <a:cubicBezTo>
                    <a:pt x="489302" y="2623186"/>
                    <a:pt x="136870" y="2612712"/>
                    <a:pt x="31382" y="2430000"/>
                  </a:cubicBezTo>
                  <a:cubicBezTo>
                    <a:pt x="-74106" y="2247290"/>
                    <a:pt x="93037" y="1936840"/>
                    <a:pt x="432165" y="1619862"/>
                  </a:cubicBezTo>
                  <a:cubicBezTo>
                    <a:pt x="378689" y="1569916"/>
                    <a:pt x="329491" y="1520128"/>
                    <a:pt x="285801" y="1470219"/>
                  </a:cubicBezTo>
                  <a:cubicBezTo>
                    <a:pt x="267844" y="1476857"/>
                    <a:pt x="248431" y="1479956"/>
                    <a:pt x="228294" y="1479956"/>
                  </a:cubicBezTo>
                  <a:cubicBezTo>
                    <a:pt x="122216" y="1479956"/>
                    <a:pt x="36222" y="1393962"/>
                    <a:pt x="36222" y="1287884"/>
                  </a:cubicBezTo>
                  <a:cubicBezTo>
                    <a:pt x="36222" y="1246866"/>
                    <a:pt x="49080" y="1208850"/>
                    <a:pt x="73868" y="1179672"/>
                  </a:cubicBezTo>
                  <a:cubicBezTo>
                    <a:pt x="-4733" y="1033688"/>
                    <a:pt x="-23287" y="904690"/>
                    <a:pt x="31382" y="810000"/>
                  </a:cubicBezTo>
                  <a:cubicBezTo>
                    <a:pt x="136860" y="627306"/>
                    <a:pt x="489234" y="616816"/>
                    <a:pt x="933201" y="752179"/>
                  </a:cubicBezTo>
                  <a:cubicBezTo>
                    <a:pt x="1038076" y="299982"/>
                    <a:pt x="1223365" y="0"/>
                    <a:pt x="1434343" y="0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Heart 17">
              <a:extLst>
                <a:ext uri="{FF2B5EF4-FFF2-40B4-BE49-F238E27FC236}">
                  <a16:creationId xmlns:a16="http://schemas.microsoft.com/office/drawing/2014/main" id="{DF9D1AFD-FED6-4037-84B1-E5BB31FB3022}"/>
                </a:ext>
              </a:extLst>
            </p:cNvPr>
            <p:cNvSpPr/>
            <p:nvPr/>
          </p:nvSpPr>
          <p:spPr>
            <a:xfrm>
              <a:off x="5877356" y="1187920"/>
              <a:ext cx="630815" cy="618490"/>
            </a:xfrm>
            <a:custGeom>
              <a:avLst/>
              <a:gdLst/>
              <a:ahLst/>
              <a:cxnLst/>
              <a:rect l="l" t="t" r="r" b="b"/>
              <a:pathLst>
                <a:path w="3263621" h="3199863">
                  <a:moveTo>
                    <a:pt x="1896188" y="786599"/>
                  </a:moveTo>
                  <a:cubicBezTo>
                    <a:pt x="1878938" y="786251"/>
                    <a:pt x="1861335" y="789280"/>
                    <a:pt x="1844305" y="796082"/>
                  </a:cubicBezTo>
                  <a:cubicBezTo>
                    <a:pt x="1792333" y="816839"/>
                    <a:pt x="1760707" y="866742"/>
                    <a:pt x="1761231" y="919486"/>
                  </a:cubicBezTo>
                  <a:lnTo>
                    <a:pt x="1573886" y="1618665"/>
                  </a:lnTo>
                  <a:lnTo>
                    <a:pt x="1438574" y="1113672"/>
                  </a:lnTo>
                  <a:cubicBezTo>
                    <a:pt x="1424335" y="1060531"/>
                    <a:pt x="1379808" y="1023594"/>
                    <a:pt x="1328543" y="1016456"/>
                  </a:cubicBezTo>
                  <a:cubicBezTo>
                    <a:pt x="1320071" y="1015276"/>
                    <a:pt x="1311415" y="1014911"/>
                    <a:pt x="1302836" y="1018067"/>
                  </a:cubicBezTo>
                  <a:lnTo>
                    <a:pt x="1300556" y="1017667"/>
                  </a:lnTo>
                  <a:cubicBezTo>
                    <a:pt x="1298914" y="1017711"/>
                    <a:pt x="1297275" y="1017786"/>
                    <a:pt x="1295680" y="1018515"/>
                  </a:cubicBezTo>
                  <a:lnTo>
                    <a:pt x="1275904" y="1019755"/>
                  </a:lnTo>
                  <a:cubicBezTo>
                    <a:pt x="1273459" y="1020410"/>
                    <a:pt x="1271049" y="1021129"/>
                    <a:pt x="1269080" y="1023145"/>
                  </a:cubicBezTo>
                  <a:cubicBezTo>
                    <a:pt x="1229892" y="1033156"/>
                    <a:pt x="1196286" y="1061513"/>
                    <a:pt x="1180414" y="1102068"/>
                  </a:cubicBezTo>
                  <a:lnTo>
                    <a:pt x="902406" y="1812437"/>
                  </a:lnTo>
                  <a:lnTo>
                    <a:pt x="612897" y="1812437"/>
                  </a:lnTo>
                  <a:cubicBezTo>
                    <a:pt x="539543" y="1812437"/>
                    <a:pt x="480078" y="1871902"/>
                    <a:pt x="480078" y="1945256"/>
                  </a:cubicBezTo>
                  <a:cubicBezTo>
                    <a:pt x="480078" y="2018610"/>
                    <a:pt x="539543" y="2078075"/>
                    <a:pt x="612897" y="2078075"/>
                  </a:cubicBezTo>
                  <a:lnTo>
                    <a:pt x="966673" y="2078075"/>
                  </a:lnTo>
                  <a:cubicBezTo>
                    <a:pt x="1008666" y="2088839"/>
                    <a:pt x="1051924" y="2075535"/>
                    <a:pt x="1081835" y="2045978"/>
                  </a:cubicBezTo>
                  <a:cubicBezTo>
                    <a:pt x="1105846" y="2028294"/>
                    <a:pt x="1122213" y="2001701"/>
                    <a:pt x="1125659" y="1970866"/>
                  </a:cubicBezTo>
                  <a:lnTo>
                    <a:pt x="1284498" y="1565001"/>
                  </a:lnTo>
                  <a:lnTo>
                    <a:pt x="1443089" y="2156868"/>
                  </a:lnTo>
                  <a:cubicBezTo>
                    <a:pt x="1455914" y="2204733"/>
                    <a:pt x="1493311" y="2239452"/>
                    <a:pt x="1538593" y="2249086"/>
                  </a:cubicBezTo>
                  <a:lnTo>
                    <a:pt x="1542015" y="2250785"/>
                  </a:lnTo>
                  <a:cubicBezTo>
                    <a:pt x="1542604" y="2250943"/>
                    <a:pt x="1543193" y="2251097"/>
                    <a:pt x="1543870" y="2250902"/>
                  </a:cubicBezTo>
                  <a:cubicBezTo>
                    <a:pt x="1553422" y="2254514"/>
                    <a:pt x="1563610" y="2255524"/>
                    <a:pt x="1573886" y="2252783"/>
                  </a:cubicBezTo>
                  <a:cubicBezTo>
                    <a:pt x="1584162" y="2255524"/>
                    <a:pt x="1594351" y="2254515"/>
                    <a:pt x="1603903" y="2250901"/>
                  </a:cubicBezTo>
                  <a:lnTo>
                    <a:pt x="1605758" y="2250785"/>
                  </a:lnTo>
                  <a:cubicBezTo>
                    <a:pt x="1606974" y="2250459"/>
                    <a:pt x="1608181" y="2250118"/>
                    <a:pt x="1609178" y="2249086"/>
                  </a:cubicBezTo>
                  <a:cubicBezTo>
                    <a:pt x="1654461" y="2239453"/>
                    <a:pt x="1691859" y="2204734"/>
                    <a:pt x="1704684" y="2156868"/>
                  </a:cubicBezTo>
                  <a:lnTo>
                    <a:pt x="1921541" y="1347547"/>
                  </a:lnTo>
                  <a:lnTo>
                    <a:pt x="2181705" y="1998928"/>
                  </a:lnTo>
                  <a:cubicBezTo>
                    <a:pt x="2205326" y="2058070"/>
                    <a:pt x="2266689" y="2090865"/>
                    <a:pt x="2326593" y="2078075"/>
                  </a:cubicBezTo>
                  <a:lnTo>
                    <a:pt x="2671200" y="2078075"/>
                  </a:lnTo>
                  <a:cubicBezTo>
                    <a:pt x="2744554" y="2078075"/>
                    <a:pt x="2804019" y="2018610"/>
                    <a:pt x="2804019" y="1945256"/>
                  </a:cubicBezTo>
                  <a:cubicBezTo>
                    <a:pt x="2804019" y="1871902"/>
                    <a:pt x="2744554" y="1812437"/>
                    <a:pt x="2671200" y="1812437"/>
                  </a:cubicBezTo>
                  <a:lnTo>
                    <a:pt x="2393261" y="1812437"/>
                  </a:lnTo>
                  <a:lnTo>
                    <a:pt x="2016914" y="870162"/>
                  </a:lnTo>
                  <a:cubicBezTo>
                    <a:pt x="1996508" y="819071"/>
                    <a:pt x="1947937" y="787642"/>
                    <a:pt x="1896188" y="786599"/>
                  </a:cubicBezTo>
                  <a:close/>
                  <a:moveTo>
                    <a:pt x="773454" y="106"/>
                  </a:moveTo>
                  <a:cubicBezTo>
                    <a:pt x="1097282" y="5742"/>
                    <a:pt x="1441967" y="238301"/>
                    <a:pt x="1631811" y="769863"/>
                  </a:cubicBezTo>
                  <a:cubicBezTo>
                    <a:pt x="2306811" y="-1120137"/>
                    <a:pt x="4939311" y="769863"/>
                    <a:pt x="1631811" y="3199863"/>
                  </a:cubicBezTo>
                  <a:cubicBezTo>
                    <a:pt x="-745455" y="1453301"/>
                    <a:pt x="-54107" y="-14297"/>
                    <a:pt x="773454" y="106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Rounded Rectangle 25">
              <a:extLst>
                <a:ext uri="{FF2B5EF4-FFF2-40B4-BE49-F238E27FC236}">
                  <a16:creationId xmlns:a16="http://schemas.microsoft.com/office/drawing/2014/main" id="{FE9ADF17-55F7-4487-BB69-F3E550716E67}"/>
                </a:ext>
              </a:extLst>
            </p:cNvPr>
            <p:cNvSpPr/>
            <p:nvPr/>
          </p:nvSpPr>
          <p:spPr>
            <a:xfrm>
              <a:off x="3663862" y="1179969"/>
              <a:ext cx="626244" cy="527796"/>
            </a:xfrm>
            <a:custGeom>
              <a:avLst/>
              <a:gdLst/>
              <a:ahLst/>
              <a:cxnLst/>
              <a:rect l="l" t="t" r="r" b="b"/>
              <a:pathLst>
                <a:path w="3240000" h="2730652">
                  <a:moveTo>
                    <a:pt x="1452811" y="1541940"/>
                  </a:moveTo>
                  <a:lnTo>
                    <a:pt x="1452811" y="1831951"/>
                  </a:lnTo>
                  <a:lnTo>
                    <a:pt x="1162800" y="1831951"/>
                  </a:lnTo>
                  <a:lnTo>
                    <a:pt x="1162800" y="2166329"/>
                  </a:lnTo>
                  <a:lnTo>
                    <a:pt x="1452811" y="2166329"/>
                  </a:lnTo>
                  <a:lnTo>
                    <a:pt x="1452811" y="2456340"/>
                  </a:lnTo>
                  <a:lnTo>
                    <a:pt x="1787189" y="2456340"/>
                  </a:lnTo>
                  <a:lnTo>
                    <a:pt x="1787189" y="2166329"/>
                  </a:lnTo>
                  <a:lnTo>
                    <a:pt x="2077200" y="2166329"/>
                  </a:lnTo>
                  <a:lnTo>
                    <a:pt x="2077200" y="1831951"/>
                  </a:lnTo>
                  <a:lnTo>
                    <a:pt x="1787189" y="1831951"/>
                  </a:lnTo>
                  <a:lnTo>
                    <a:pt x="1787189" y="1541940"/>
                  </a:lnTo>
                  <a:close/>
                  <a:moveTo>
                    <a:pt x="0" y="1278453"/>
                  </a:moveTo>
                  <a:lnTo>
                    <a:pt x="3240000" y="1278453"/>
                  </a:lnTo>
                  <a:lnTo>
                    <a:pt x="3240000" y="2376509"/>
                  </a:lnTo>
                  <a:cubicBezTo>
                    <a:pt x="3240000" y="2572097"/>
                    <a:pt x="3081445" y="2730652"/>
                    <a:pt x="2885857" y="2730652"/>
                  </a:cubicBezTo>
                  <a:lnTo>
                    <a:pt x="354143" y="2730652"/>
                  </a:lnTo>
                  <a:cubicBezTo>
                    <a:pt x="158555" y="2730652"/>
                    <a:pt x="0" y="2572097"/>
                    <a:pt x="0" y="2376509"/>
                  </a:cubicBezTo>
                  <a:close/>
                  <a:moveTo>
                    <a:pt x="1001150" y="200505"/>
                  </a:moveTo>
                  <a:cubicBezTo>
                    <a:pt x="933045" y="200505"/>
                    <a:pt x="877834" y="255715"/>
                    <a:pt x="877834" y="323821"/>
                  </a:cubicBezTo>
                  <a:lnTo>
                    <a:pt x="877834" y="605836"/>
                  </a:lnTo>
                  <a:lnTo>
                    <a:pt x="2362163" y="605836"/>
                  </a:lnTo>
                  <a:lnTo>
                    <a:pt x="2362163" y="323821"/>
                  </a:lnTo>
                  <a:cubicBezTo>
                    <a:pt x="2362163" y="255715"/>
                    <a:pt x="2306952" y="200505"/>
                    <a:pt x="2238846" y="200505"/>
                  </a:cubicBezTo>
                  <a:close/>
                  <a:moveTo>
                    <a:pt x="843301" y="0"/>
                  </a:moveTo>
                  <a:lnTo>
                    <a:pt x="2396696" y="0"/>
                  </a:lnTo>
                  <a:cubicBezTo>
                    <a:pt x="2488075" y="0"/>
                    <a:pt x="2562152" y="74077"/>
                    <a:pt x="2562152" y="165456"/>
                  </a:cubicBezTo>
                  <a:lnTo>
                    <a:pt x="2562152" y="605836"/>
                  </a:lnTo>
                  <a:lnTo>
                    <a:pt x="2885857" y="605836"/>
                  </a:lnTo>
                  <a:cubicBezTo>
                    <a:pt x="3081445" y="605836"/>
                    <a:pt x="3240000" y="764391"/>
                    <a:pt x="3240000" y="959979"/>
                  </a:cubicBezTo>
                  <a:lnTo>
                    <a:pt x="3240000" y="1134437"/>
                  </a:lnTo>
                  <a:lnTo>
                    <a:pt x="0" y="1134437"/>
                  </a:lnTo>
                  <a:lnTo>
                    <a:pt x="0" y="959979"/>
                  </a:lnTo>
                  <a:cubicBezTo>
                    <a:pt x="0" y="764391"/>
                    <a:pt x="158555" y="605836"/>
                    <a:pt x="354143" y="605836"/>
                  </a:cubicBezTo>
                  <a:lnTo>
                    <a:pt x="677845" y="605836"/>
                  </a:lnTo>
                  <a:lnTo>
                    <a:pt x="677845" y="165456"/>
                  </a:lnTo>
                  <a:cubicBezTo>
                    <a:pt x="677845" y="74077"/>
                    <a:pt x="751923" y="0"/>
                    <a:pt x="843301" y="0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" name="Chord 32">
              <a:extLst>
                <a:ext uri="{FF2B5EF4-FFF2-40B4-BE49-F238E27FC236}">
                  <a16:creationId xmlns:a16="http://schemas.microsoft.com/office/drawing/2014/main" id="{AE04F637-FE9F-4F26-8171-ABB5AD542A1C}"/>
                </a:ext>
              </a:extLst>
            </p:cNvPr>
            <p:cNvSpPr/>
            <p:nvPr/>
          </p:nvSpPr>
          <p:spPr>
            <a:xfrm>
              <a:off x="4769069" y="3060549"/>
              <a:ext cx="626244" cy="620754"/>
            </a:xfrm>
            <a:custGeom>
              <a:avLst/>
              <a:gdLst/>
              <a:ahLst/>
              <a:cxnLst/>
              <a:rect l="l" t="t" r="r" b="b"/>
              <a:pathLst>
                <a:path w="3240000" h="3211580">
                  <a:moveTo>
                    <a:pt x="991906" y="2959580"/>
                  </a:moveTo>
                  <a:lnTo>
                    <a:pt x="2193254" y="2959580"/>
                  </a:lnTo>
                  <a:cubicBezTo>
                    <a:pt x="2215674" y="2959580"/>
                    <a:pt x="2233849" y="2977755"/>
                    <a:pt x="2233849" y="3000175"/>
                  </a:cubicBezTo>
                  <a:lnTo>
                    <a:pt x="2233849" y="3170985"/>
                  </a:lnTo>
                  <a:cubicBezTo>
                    <a:pt x="2233849" y="3193405"/>
                    <a:pt x="2215674" y="3211580"/>
                    <a:pt x="2193254" y="3211580"/>
                  </a:cubicBezTo>
                  <a:lnTo>
                    <a:pt x="991906" y="3211580"/>
                  </a:lnTo>
                  <a:cubicBezTo>
                    <a:pt x="969486" y="3211580"/>
                    <a:pt x="951311" y="3193405"/>
                    <a:pt x="951311" y="3170985"/>
                  </a:cubicBezTo>
                  <a:lnTo>
                    <a:pt x="951311" y="3000175"/>
                  </a:lnTo>
                  <a:cubicBezTo>
                    <a:pt x="951311" y="2977755"/>
                    <a:pt x="969486" y="2959580"/>
                    <a:pt x="991906" y="2959580"/>
                  </a:cubicBezTo>
                  <a:close/>
                  <a:moveTo>
                    <a:pt x="1439043" y="1763796"/>
                  </a:moveTo>
                  <a:lnTo>
                    <a:pt x="1439043" y="2067459"/>
                  </a:lnTo>
                  <a:lnTo>
                    <a:pt x="1135380" y="2067459"/>
                  </a:lnTo>
                  <a:lnTo>
                    <a:pt x="1135380" y="2374533"/>
                  </a:lnTo>
                  <a:lnTo>
                    <a:pt x="1439043" y="2374533"/>
                  </a:lnTo>
                  <a:lnTo>
                    <a:pt x="1439043" y="2678196"/>
                  </a:lnTo>
                  <a:lnTo>
                    <a:pt x="1746117" y="2678196"/>
                  </a:lnTo>
                  <a:lnTo>
                    <a:pt x="1746117" y="2374533"/>
                  </a:lnTo>
                  <a:lnTo>
                    <a:pt x="2049780" y="2374533"/>
                  </a:lnTo>
                  <a:lnTo>
                    <a:pt x="2049780" y="2067459"/>
                  </a:lnTo>
                  <a:lnTo>
                    <a:pt x="1746117" y="2067459"/>
                  </a:lnTo>
                  <a:lnTo>
                    <a:pt x="1746117" y="1763796"/>
                  </a:lnTo>
                  <a:close/>
                  <a:moveTo>
                    <a:pt x="128358" y="1541040"/>
                  </a:moveTo>
                  <a:lnTo>
                    <a:pt x="3056915" y="1550917"/>
                  </a:lnTo>
                  <a:cubicBezTo>
                    <a:pt x="3061111" y="2078028"/>
                    <a:pt x="2781683" y="2566719"/>
                    <a:pt x="2325284" y="2830467"/>
                  </a:cubicBezTo>
                  <a:lnTo>
                    <a:pt x="2182018" y="2900953"/>
                  </a:lnTo>
                  <a:lnTo>
                    <a:pt x="1002135" y="2900953"/>
                  </a:lnTo>
                  <a:cubicBezTo>
                    <a:pt x="950374" y="2879821"/>
                    <a:pt x="900231" y="2854191"/>
                    <a:pt x="851341" y="2825496"/>
                  </a:cubicBezTo>
                  <a:cubicBezTo>
                    <a:pt x="396732" y="2558675"/>
                    <a:pt x="120607" y="2068110"/>
                    <a:pt x="128358" y="1541040"/>
                  </a:cubicBezTo>
                  <a:close/>
                  <a:moveTo>
                    <a:pt x="61067" y="1230414"/>
                  </a:moveTo>
                  <a:lnTo>
                    <a:pt x="3178933" y="1230414"/>
                  </a:lnTo>
                  <a:cubicBezTo>
                    <a:pt x="3212659" y="1230414"/>
                    <a:pt x="3240000" y="1257755"/>
                    <a:pt x="3240000" y="1291481"/>
                  </a:cubicBezTo>
                  <a:lnTo>
                    <a:pt x="3240000" y="1421347"/>
                  </a:lnTo>
                  <a:cubicBezTo>
                    <a:pt x="3240000" y="1455073"/>
                    <a:pt x="3212659" y="1482414"/>
                    <a:pt x="3178933" y="1482414"/>
                  </a:cubicBezTo>
                  <a:lnTo>
                    <a:pt x="61067" y="1482414"/>
                  </a:lnTo>
                  <a:cubicBezTo>
                    <a:pt x="27341" y="1482414"/>
                    <a:pt x="0" y="1455073"/>
                    <a:pt x="0" y="1421347"/>
                  </a:cubicBezTo>
                  <a:lnTo>
                    <a:pt x="0" y="1291481"/>
                  </a:lnTo>
                  <a:cubicBezTo>
                    <a:pt x="0" y="1257755"/>
                    <a:pt x="27341" y="1230414"/>
                    <a:pt x="61067" y="1230414"/>
                  </a:cubicBezTo>
                  <a:close/>
                  <a:moveTo>
                    <a:pt x="2481726" y="315922"/>
                  </a:moveTo>
                  <a:lnTo>
                    <a:pt x="2862412" y="696608"/>
                  </a:lnTo>
                  <a:lnTo>
                    <a:pt x="2420437" y="1138584"/>
                  </a:lnTo>
                  <a:lnTo>
                    <a:pt x="1659064" y="1138584"/>
                  </a:lnTo>
                  <a:close/>
                  <a:moveTo>
                    <a:pt x="2730827" y="0"/>
                  </a:moveTo>
                  <a:cubicBezTo>
                    <a:pt x="2765703" y="0"/>
                    <a:pt x="2800581" y="13305"/>
                    <a:pt x="2827191" y="39915"/>
                  </a:cubicBezTo>
                  <a:lnTo>
                    <a:pt x="3143636" y="356360"/>
                  </a:lnTo>
                  <a:cubicBezTo>
                    <a:pt x="3196857" y="409581"/>
                    <a:pt x="3196857" y="495868"/>
                    <a:pt x="3143636" y="549088"/>
                  </a:cubicBezTo>
                  <a:lnTo>
                    <a:pt x="3082882" y="609843"/>
                  </a:lnTo>
                  <a:cubicBezTo>
                    <a:pt x="3029661" y="663063"/>
                    <a:pt x="2943375" y="663064"/>
                    <a:pt x="2890155" y="609843"/>
                  </a:cubicBezTo>
                  <a:lnTo>
                    <a:pt x="2573708" y="293397"/>
                  </a:lnTo>
                  <a:cubicBezTo>
                    <a:pt x="2520488" y="240176"/>
                    <a:pt x="2520488" y="153889"/>
                    <a:pt x="2573708" y="100669"/>
                  </a:cubicBezTo>
                  <a:lnTo>
                    <a:pt x="2634463" y="39914"/>
                  </a:lnTo>
                  <a:cubicBezTo>
                    <a:pt x="2661073" y="13305"/>
                    <a:pt x="2695950" y="0"/>
                    <a:pt x="2730827" y="0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" name="Rounded Rectangle 40">
              <a:extLst>
                <a:ext uri="{FF2B5EF4-FFF2-40B4-BE49-F238E27FC236}">
                  <a16:creationId xmlns:a16="http://schemas.microsoft.com/office/drawing/2014/main" id="{E265DB81-A870-416F-BBA8-9C4DA5494FCD}"/>
                </a:ext>
              </a:extLst>
            </p:cNvPr>
            <p:cNvSpPr/>
            <p:nvPr/>
          </p:nvSpPr>
          <p:spPr>
            <a:xfrm rot="2942052">
              <a:off x="4794935" y="521557"/>
              <a:ext cx="582119" cy="619285"/>
            </a:xfrm>
            <a:custGeom>
              <a:avLst/>
              <a:gdLst/>
              <a:ahLst/>
              <a:cxnLst/>
              <a:rect l="l" t="t" r="r" b="b"/>
              <a:pathLst>
                <a:path w="3011706" h="3204001">
                  <a:moveTo>
                    <a:pt x="2432249" y="1011942"/>
                  </a:moveTo>
                  <a:cubicBezTo>
                    <a:pt x="2423608" y="1019482"/>
                    <a:pt x="2416303" y="1028841"/>
                    <a:pt x="2410966" y="1039800"/>
                  </a:cubicBezTo>
                  <a:lnTo>
                    <a:pt x="1969837" y="1945620"/>
                  </a:lnTo>
                  <a:cubicBezTo>
                    <a:pt x="1948488" y="1989457"/>
                    <a:pt x="1966719" y="2042300"/>
                    <a:pt x="2010556" y="2063648"/>
                  </a:cubicBezTo>
                  <a:cubicBezTo>
                    <a:pt x="2054392" y="2084996"/>
                    <a:pt x="2107235" y="2066766"/>
                    <a:pt x="2128583" y="2022929"/>
                  </a:cubicBezTo>
                  <a:lnTo>
                    <a:pt x="2569712" y="1117109"/>
                  </a:lnTo>
                  <a:cubicBezTo>
                    <a:pt x="2591061" y="1073271"/>
                    <a:pt x="2572830" y="1020430"/>
                    <a:pt x="2528993" y="999081"/>
                  </a:cubicBezTo>
                  <a:cubicBezTo>
                    <a:pt x="2496115" y="983070"/>
                    <a:pt x="2458172" y="989322"/>
                    <a:pt x="2432249" y="1011942"/>
                  </a:cubicBezTo>
                  <a:close/>
                  <a:moveTo>
                    <a:pt x="1709549" y="1044955"/>
                  </a:moveTo>
                  <a:cubicBezTo>
                    <a:pt x="1978186" y="735551"/>
                    <a:pt x="2446780" y="702502"/>
                    <a:pt x="2756184" y="971139"/>
                  </a:cubicBezTo>
                  <a:cubicBezTo>
                    <a:pt x="3065588" y="1239776"/>
                    <a:pt x="3098636" y="1708370"/>
                    <a:pt x="2830000" y="2017774"/>
                  </a:cubicBezTo>
                  <a:cubicBezTo>
                    <a:pt x="2561363" y="2327178"/>
                    <a:pt x="2092769" y="2360227"/>
                    <a:pt x="1783365" y="2091590"/>
                  </a:cubicBezTo>
                  <a:cubicBezTo>
                    <a:pt x="1473960" y="1822953"/>
                    <a:pt x="1440912" y="1354359"/>
                    <a:pt x="1709549" y="1044955"/>
                  </a:cubicBezTo>
                  <a:close/>
                  <a:moveTo>
                    <a:pt x="208197" y="1872243"/>
                  </a:moveTo>
                  <a:cubicBezTo>
                    <a:pt x="195168" y="1885273"/>
                    <a:pt x="187109" y="1903273"/>
                    <a:pt x="187109" y="1923155"/>
                  </a:cubicBezTo>
                  <a:lnTo>
                    <a:pt x="187109" y="2715155"/>
                  </a:lnTo>
                  <a:cubicBezTo>
                    <a:pt x="187109" y="2754920"/>
                    <a:pt x="219344" y="2787155"/>
                    <a:pt x="259109" y="2787155"/>
                  </a:cubicBezTo>
                  <a:cubicBezTo>
                    <a:pt x="298874" y="2787155"/>
                    <a:pt x="331109" y="2754920"/>
                    <a:pt x="331109" y="2715155"/>
                  </a:cubicBezTo>
                  <a:lnTo>
                    <a:pt x="331109" y="1923155"/>
                  </a:lnTo>
                  <a:cubicBezTo>
                    <a:pt x="331109" y="1883390"/>
                    <a:pt x="298874" y="1851155"/>
                    <a:pt x="259109" y="1851155"/>
                  </a:cubicBezTo>
                  <a:cubicBezTo>
                    <a:pt x="239226" y="1851156"/>
                    <a:pt x="221226" y="1859214"/>
                    <a:pt x="208197" y="1872243"/>
                  </a:cubicBezTo>
                  <a:close/>
                  <a:moveTo>
                    <a:pt x="0" y="1625202"/>
                  </a:moveTo>
                  <a:cubicBezTo>
                    <a:pt x="418057" y="1737228"/>
                    <a:pt x="858998" y="1737384"/>
                    <a:pt x="1277606" y="1625336"/>
                  </a:cubicBezTo>
                  <a:cubicBezTo>
                    <a:pt x="1277605" y="1938624"/>
                    <a:pt x="1277605" y="2251911"/>
                    <a:pt x="1277605" y="2565198"/>
                  </a:cubicBezTo>
                  <a:cubicBezTo>
                    <a:pt x="1277605" y="2917999"/>
                    <a:pt x="991603" y="3204001"/>
                    <a:pt x="638802" y="3204001"/>
                  </a:cubicBezTo>
                  <a:lnTo>
                    <a:pt x="638803" y="3204000"/>
                  </a:lnTo>
                  <a:cubicBezTo>
                    <a:pt x="286002" y="3204000"/>
                    <a:pt x="0" y="2917999"/>
                    <a:pt x="0" y="2565197"/>
                  </a:cubicBezTo>
                  <a:close/>
                  <a:moveTo>
                    <a:pt x="208197" y="459897"/>
                  </a:moveTo>
                  <a:cubicBezTo>
                    <a:pt x="195167" y="472926"/>
                    <a:pt x="187109" y="490926"/>
                    <a:pt x="187109" y="510808"/>
                  </a:cubicBezTo>
                  <a:lnTo>
                    <a:pt x="187109" y="1302808"/>
                  </a:lnTo>
                  <a:cubicBezTo>
                    <a:pt x="187109" y="1342573"/>
                    <a:pt x="219344" y="1374808"/>
                    <a:pt x="259109" y="1374808"/>
                  </a:cubicBezTo>
                  <a:cubicBezTo>
                    <a:pt x="298874" y="1374808"/>
                    <a:pt x="331109" y="1342573"/>
                    <a:pt x="331109" y="1302808"/>
                  </a:cubicBezTo>
                  <a:lnTo>
                    <a:pt x="331109" y="510808"/>
                  </a:lnTo>
                  <a:cubicBezTo>
                    <a:pt x="331109" y="471043"/>
                    <a:pt x="298874" y="438808"/>
                    <a:pt x="259109" y="438808"/>
                  </a:cubicBezTo>
                  <a:cubicBezTo>
                    <a:pt x="239226" y="438808"/>
                    <a:pt x="221226" y="446867"/>
                    <a:pt x="208197" y="459897"/>
                  </a:cubicBezTo>
                  <a:close/>
                  <a:moveTo>
                    <a:pt x="187101" y="187101"/>
                  </a:moveTo>
                  <a:cubicBezTo>
                    <a:pt x="302701" y="71501"/>
                    <a:pt x="462402" y="0"/>
                    <a:pt x="638803" y="0"/>
                  </a:cubicBezTo>
                  <a:cubicBezTo>
                    <a:pt x="991604" y="0"/>
                    <a:pt x="1277606" y="286002"/>
                    <a:pt x="1277606" y="638803"/>
                  </a:cubicBezTo>
                  <a:lnTo>
                    <a:pt x="1277606" y="1497764"/>
                  </a:lnTo>
                  <a:cubicBezTo>
                    <a:pt x="859958" y="1616355"/>
                    <a:pt x="417375" y="1616210"/>
                    <a:pt x="0" y="1498771"/>
                  </a:cubicBezTo>
                  <a:lnTo>
                    <a:pt x="0" y="638803"/>
                  </a:lnTo>
                  <a:cubicBezTo>
                    <a:pt x="0" y="462403"/>
                    <a:pt x="71500" y="302702"/>
                    <a:pt x="187101" y="18710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" name="Rounded Rectangle 17">
              <a:extLst>
                <a:ext uri="{FF2B5EF4-FFF2-40B4-BE49-F238E27FC236}">
                  <a16:creationId xmlns:a16="http://schemas.microsoft.com/office/drawing/2014/main" id="{8CB9F5E6-2F81-4998-927D-9CD3E6DBA3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49946" y="2388764"/>
              <a:ext cx="419021" cy="666693"/>
            </a:xfrm>
            <a:custGeom>
              <a:avLst/>
              <a:gdLst/>
              <a:ahLst/>
              <a:cxnLst/>
              <a:rect l="l" t="t" r="r" b="b"/>
              <a:pathLst>
                <a:path w="2016224" h="3207971">
                  <a:moveTo>
                    <a:pt x="854575" y="1382799"/>
                  </a:moveTo>
                  <a:lnTo>
                    <a:pt x="854575" y="1686462"/>
                  </a:lnTo>
                  <a:lnTo>
                    <a:pt x="550912" y="1686462"/>
                  </a:lnTo>
                  <a:lnTo>
                    <a:pt x="550912" y="1993536"/>
                  </a:lnTo>
                  <a:lnTo>
                    <a:pt x="854575" y="1993536"/>
                  </a:lnTo>
                  <a:lnTo>
                    <a:pt x="854575" y="2297199"/>
                  </a:lnTo>
                  <a:lnTo>
                    <a:pt x="1161649" y="2297199"/>
                  </a:lnTo>
                  <a:lnTo>
                    <a:pt x="1161649" y="1993536"/>
                  </a:lnTo>
                  <a:lnTo>
                    <a:pt x="1465312" y="1993536"/>
                  </a:lnTo>
                  <a:lnTo>
                    <a:pt x="1465312" y="1686462"/>
                  </a:lnTo>
                  <a:lnTo>
                    <a:pt x="1161649" y="1686462"/>
                  </a:lnTo>
                  <a:lnTo>
                    <a:pt x="1161649" y="1382799"/>
                  </a:lnTo>
                  <a:close/>
                  <a:moveTo>
                    <a:pt x="397285" y="941591"/>
                  </a:moveTo>
                  <a:lnTo>
                    <a:pt x="1618940" y="941591"/>
                  </a:lnTo>
                  <a:lnTo>
                    <a:pt x="1618940" y="2738407"/>
                  </a:lnTo>
                  <a:lnTo>
                    <a:pt x="397285" y="2738407"/>
                  </a:lnTo>
                  <a:close/>
                  <a:moveTo>
                    <a:pt x="305673" y="849979"/>
                  </a:moveTo>
                  <a:lnTo>
                    <a:pt x="305673" y="2830019"/>
                  </a:lnTo>
                  <a:lnTo>
                    <a:pt x="1710552" y="2830019"/>
                  </a:lnTo>
                  <a:lnTo>
                    <a:pt x="1710552" y="849979"/>
                  </a:lnTo>
                  <a:close/>
                  <a:moveTo>
                    <a:pt x="240515" y="472027"/>
                  </a:moveTo>
                  <a:lnTo>
                    <a:pt x="1775709" y="472027"/>
                  </a:lnTo>
                  <a:cubicBezTo>
                    <a:pt x="1908542" y="472027"/>
                    <a:pt x="2016224" y="579709"/>
                    <a:pt x="2016224" y="712542"/>
                  </a:cubicBezTo>
                  <a:lnTo>
                    <a:pt x="2016224" y="2967456"/>
                  </a:lnTo>
                  <a:cubicBezTo>
                    <a:pt x="2016224" y="3100289"/>
                    <a:pt x="1908542" y="3207971"/>
                    <a:pt x="1775709" y="3207971"/>
                  </a:cubicBezTo>
                  <a:lnTo>
                    <a:pt x="240515" y="3207971"/>
                  </a:lnTo>
                  <a:cubicBezTo>
                    <a:pt x="107682" y="3207971"/>
                    <a:pt x="0" y="3100289"/>
                    <a:pt x="0" y="2967456"/>
                  </a:cubicBezTo>
                  <a:lnTo>
                    <a:pt x="0" y="712542"/>
                  </a:lnTo>
                  <a:cubicBezTo>
                    <a:pt x="0" y="579709"/>
                    <a:pt x="107682" y="472027"/>
                    <a:pt x="240515" y="472027"/>
                  </a:cubicBezTo>
                  <a:close/>
                  <a:moveTo>
                    <a:pt x="515787" y="0"/>
                  </a:moveTo>
                  <a:lnTo>
                    <a:pt x="1500437" y="0"/>
                  </a:lnTo>
                  <a:cubicBezTo>
                    <a:pt x="1541893" y="0"/>
                    <a:pt x="1575500" y="33607"/>
                    <a:pt x="1575500" y="75063"/>
                  </a:cubicBezTo>
                  <a:lnTo>
                    <a:pt x="1575500" y="367990"/>
                  </a:lnTo>
                  <a:lnTo>
                    <a:pt x="440724" y="367990"/>
                  </a:lnTo>
                  <a:lnTo>
                    <a:pt x="440724" y="75063"/>
                  </a:lnTo>
                  <a:cubicBezTo>
                    <a:pt x="440724" y="33607"/>
                    <a:pt x="474331" y="0"/>
                    <a:pt x="515787" y="0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" name="Oval 25">
              <a:extLst>
                <a:ext uri="{FF2B5EF4-FFF2-40B4-BE49-F238E27FC236}">
                  <a16:creationId xmlns:a16="http://schemas.microsoft.com/office/drawing/2014/main" id="{DE59C326-BB9E-4F3F-A091-9EB785FE69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5679" y="1760667"/>
              <a:ext cx="665788" cy="666693"/>
            </a:xfrm>
            <a:custGeom>
              <a:avLst/>
              <a:gdLst/>
              <a:ahLst/>
              <a:cxnLst/>
              <a:rect l="l" t="t" r="r" b="b"/>
              <a:pathLst>
                <a:path w="3225370" h="3229762">
                  <a:moveTo>
                    <a:pt x="1355872" y="0"/>
                  </a:moveTo>
                  <a:cubicBezTo>
                    <a:pt x="1564636" y="0"/>
                    <a:pt x="1733872" y="169236"/>
                    <a:pt x="1733872" y="378000"/>
                  </a:cubicBezTo>
                  <a:cubicBezTo>
                    <a:pt x="1733872" y="530834"/>
                    <a:pt x="1643169" y="662483"/>
                    <a:pt x="1512292" y="721255"/>
                  </a:cubicBezTo>
                  <a:lnTo>
                    <a:pt x="1607042" y="1169019"/>
                  </a:lnTo>
                  <a:cubicBezTo>
                    <a:pt x="1611319" y="1167786"/>
                    <a:pt x="1615651" y="1167712"/>
                    <a:pt x="1620000" y="1167712"/>
                  </a:cubicBezTo>
                  <a:cubicBezTo>
                    <a:pt x="1828764" y="1167712"/>
                    <a:pt x="1998000" y="1336948"/>
                    <a:pt x="1998000" y="1545712"/>
                  </a:cubicBezTo>
                  <a:lnTo>
                    <a:pt x="1996362" y="1567711"/>
                  </a:lnTo>
                  <a:lnTo>
                    <a:pt x="2525816" y="1711728"/>
                  </a:lnTo>
                  <a:cubicBezTo>
                    <a:pt x="2591164" y="1602543"/>
                    <a:pt x="2710810" y="1530128"/>
                    <a:pt x="2847370" y="1530128"/>
                  </a:cubicBezTo>
                  <a:cubicBezTo>
                    <a:pt x="3056134" y="1530128"/>
                    <a:pt x="3225370" y="1699364"/>
                    <a:pt x="3225370" y="1908128"/>
                  </a:cubicBezTo>
                  <a:cubicBezTo>
                    <a:pt x="3225370" y="2116892"/>
                    <a:pt x="3056134" y="2286128"/>
                    <a:pt x="2847370" y="2286128"/>
                  </a:cubicBezTo>
                  <a:cubicBezTo>
                    <a:pt x="2638606" y="2286128"/>
                    <a:pt x="2469370" y="2116892"/>
                    <a:pt x="2469370" y="1908128"/>
                  </a:cubicBezTo>
                  <a:lnTo>
                    <a:pt x="2475505" y="1847275"/>
                  </a:lnTo>
                  <a:lnTo>
                    <a:pt x="1957861" y="1706471"/>
                  </a:lnTo>
                  <a:cubicBezTo>
                    <a:pt x="1922674" y="1789256"/>
                    <a:pt x="1855841" y="1854310"/>
                    <a:pt x="1773397" y="1890608"/>
                  </a:cubicBezTo>
                  <a:lnTo>
                    <a:pt x="1908290" y="2478637"/>
                  </a:lnTo>
                  <a:cubicBezTo>
                    <a:pt x="2094333" y="2500701"/>
                    <a:pt x="2237929" y="2659462"/>
                    <a:pt x="2237929" y="2851762"/>
                  </a:cubicBezTo>
                  <a:cubicBezTo>
                    <a:pt x="2237929" y="3060526"/>
                    <a:pt x="2068693" y="3229762"/>
                    <a:pt x="1859929" y="3229762"/>
                  </a:cubicBezTo>
                  <a:cubicBezTo>
                    <a:pt x="1651165" y="3229762"/>
                    <a:pt x="1481929" y="3060526"/>
                    <a:pt x="1481929" y="2851762"/>
                  </a:cubicBezTo>
                  <a:cubicBezTo>
                    <a:pt x="1481929" y="2676759"/>
                    <a:pt x="1600854" y="2529533"/>
                    <a:pt x="1762693" y="2487978"/>
                  </a:cubicBezTo>
                  <a:lnTo>
                    <a:pt x="1632951" y="1922407"/>
                  </a:lnTo>
                  <a:cubicBezTo>
                    <a:pt x="1628677" y="1923639"/>
                    <a:pt x="1624347" y="1923712"/>
                    <a:pt x="1620000" y="1923712"/>
                  </a:cubicBezTo>
                  <a:cubicBezTo>
                    <a:pt x="1474614" y="1923712"/>
                    <a:pt x="1348399" y="1841634"/>
                    <a:pt x="1286703" y="1720478"/>
                  </a:cubicBezTo>
                  <a:lnTo>
                    <a:pt x="726463" y="1950491"/>
                  </a:lnTo>
                  <a:cubicBezTo>
                    <a:pt x="745503" y="1995553"/>
                    <a:pt x="756000" y="2045092"/>
                    <a:pt x="756000" y="2097083"/>
                  </a:cubicBezTo>
                  <a:cubicBezTo>
                    <a:pt x="756000" y="2305847"/>
                    <a:pt x="586764" y="2475083"/>
                    <a:pt x="378000" y="2475083"/>
                  </a:cubicBezTo>
                  <a:cubicBezTo>
                    <a:pt x="169236" y="2475083"/>
                    <a:pt x="0" y="2305847"/>
                    <a:pt x="0" y="2097083"/>
                  </a:cubicBezTo>
                  <a:cubicBezTo>
                    <a:pt x="0" y="1888319"/>
                    <a:pt x="169236" y="1719083"/>
                    <a:pt x="378000" y="1719083"/>
                  </a:cubicBezTo>
                  <a:cubicBezTo>
                    <a:pt x="481765" y="1719083"/>
                    <a:pt x="575764" y="1760894"/>
                    <a:pt x="643957" y="1828700"/>
                  </a:cubicBezTo>
                  <a:lnTo>
                    <a:pt x="1245626" y="1581679"/>
                  </a:lnTo>
                  <a:cubicBezTo>
                    <a:pt x="1242578" y="1569964"/>
                    <a:pt x="1242000" y="1557905"/>
                    <a:pt x="1242000" y="1545712"/>
                  </a:cubicBezTo>
                  <a:cubicBezTo>
                    <a:pt x="1242000" y="1391666"/>
                    <a:pt x="1334148" y="1259142"/>
                    <a:pt x="1466584" y="1200827"/>
                  </a:cubicBezTo>
                  <a:lnTo>
                    <a:pt x="1372109" y="754363"/>
                  </a:lnTo>
                  <a:cubicBezTo>
                    <a:pt x="1366762" y="755885"/>
                    <a:pt x="1361331" y="756000"/>
                    <a:pt x="1355872" y="756000"/>
                  </a:cubicBezTo>
                  <a:cubicBezTo>
                    <a:pt x="1147108" y="756000"/>
                    <a:pt x="977872" y="586764"/>
                    <a:pt x="977872" y="378000"/>
                  </a:cubicBezTo>
                  <a:cubicBezTo>
                    <a:pt x="977872" y="169236"/>
                    <a:pt x="1147108" y="0"/>
                    <a:pt x="1355872" y="0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6" name="Block Arc 20">
              <a:extLst>
                <a:ext uri="{FF2B5EF4-FFF2-40B4-BE49-F238E27FC236}">
                  <a16:creationId xmlns:a16="http://schemas.microsoft.com/office/drawing/2014/main" id="{25F860C6-D857-4DAE-98BB-48F618B36A6F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611777" y="2385438"/>
              <a:ext cx="690373" cy="748576"/>
            </a:xfrm>
            <a:custGeom>
              <a:avLst/>
              <a:gdLst/>
              <a:ahLst/>
              <a:cxnLst/>
              <a:rect l="l" t="t" r="r" b="b"/>
              <a:pathLst>
                <a:path w="2958558" h="3207983">
                  <a:moveTo>
                    <a:pt x="376920" y="2960896"/>
                  </a:moveTo>
                  <a:cubicBezTo>
                    <a:pt x="266613" y="2960896"/>
                    <a:pt x="177192" y="2871475"/>
                    <a:pt x="177192" y="2761168"/>
                  </a:cubicBezTo>
                  <a:cubicBezTo>
                    <a:pt x="177192" y="2650861"/>
                    <a:pt x="266613" y="2561440"/>
                    <a:pt x="376920" y="2561440"/>
                  </a:cubicBezTo>
                  <a:cubicBezTo>
                    <a:pt x="487227" y="2561440"/>
                    <a:pt x="576648" y="2650861"/>
                    <a:pt x="576648" y="2761168"/>
                  </a:cubicBezTo>
                  <a:cubicBezTo>
                    <a:pt x="576648" y="2871475"/>
                    <a:pt x="487227" y="2960896"/>
                    <a:pt x="376920" y="2960896"/>
                  </a:cubicBezTo>
                  <a:close/>
                  <a:moveTo>
                    <a:pt x="376921" y="3072323"/>
                  </a:moveTo>
                  <a:cubicBezTo>
                    <a:pt x="539434" y="3072323"/>
                    <a:pt x="671176" y="2940581"/>
                    <a:pt x="671176" y="2778068"/>
                  </a:cubicBezTo>
                  <a:cubicBezTo>
                    <a:pt x="671176" y="2615555"/>
                    <a:pt x="539434" y="2483813"/>
                    <a:pt x="376921" y="2483813"/>
                  </a:cubicBezTo>
                  <a:cubicBezTo>
                    <a:pt x="214408" y="2483813"/>
                    <a:pt x="82666" y="2615555"/>
                    <a:pt x="82666" y="2778068"/>
                  </a:cubicBezTo>
                  <a:cubicBezTo>
                    <a:pt x="82666" y="2940581"/>
                    <a:pt x="214408" y="3072323"/>
                    <a:pt x="376921" y="3072323"/>
                  </a:cubicBezTo>
                  <a:close/>
                  <a:moveTo>
                    <a:pt x="2379939" y="3207575"/>
                  </a:moveTo>
                  <a:cubicBezTo>
                    <a:pt x="2342159" y="3210380"/>
                    <a:pt x="2303308" y="3198772"/>
                    <a:pt x="2272342" y="3172087"/>
                  </a:cubicBezTo>
                  <a:cubicBezTo>
                    <a:pt x="2210411" y="3118717"/>
                    <a:pt x="2203469" y="3025247"/>
                    <a:pt x="2256839" y="2963315"/>
                  </a:cubicBezTo>
                  <a:cubicBezTo>
                    <a:pt x="2292137" y="2922355"/>
                    <a:pt x="2344975" y="2905450"/>
                    <a:pt x="2394194" y="2916618"/>
                  </a:cubicBezTo>
                  <a:lnTo>
                    <a:pt x="2482323" y="2842744"/>
                  </a:lnTo>
                  <a:lnTo>
                    <a:pt x="2486558" y="2847797"/>
                  </a:lnTo>
                  <a:cubicBezTo>
                    <a:pt x="2638916" y="2767056"/>
                    <a:pt x="2628462" y="2744879"/>
                    <a:pt x="2689889" y="2690172"/>
                  </a:cubicBezTo>
                  <a:cubicBezTo>
                    <a:pt x="2722819" y="2655246"/>
                    <a:pt x="2732363" y="2657367"/>
                    <a:pt x="2726376" y="2568558"/>
                  </a:cubicBezTo>
                  <a:lnTo>
                    <a:pt x="2730335" y="2568172"/>
                  </a:lnTo>
                  <a:lnTo>
                    <a:pt x="2726098" y="2568172"/>
                  </a:lnTo>
                  <a:lnTo>
                    <a:pt x="2726098" y="2140027"/>
                  </a:lnTo>
                  <a:lnTo>
                    <a:pt x="2686068" y="2140105"/>
                  </a:lnTo>
                  <a:cubicBezTo>
                    <a:pt x="2685662" y="1932305"/>
                    <a:pt x="2574529" y="1740506"/>
                    <a:pt x="2394530" y="1636956"/>
                  </a:cubicBezTo>
                  <a:cubicBezTo>
                    <a:pt x="2214320" y="1533284"/>
                    <a:pt x="1992511" y="1533845"/>
                    <a:pt x="1812826" y="1638426"/>
                  </a:cubicBezTo>
                  <a:cubicBezTo>
                    <a:pt x="1633353" y="1742884"/>
                    <a:pt x="1523189" y="1935240"/>
                    <a:pt x="1523830" y="2143038"/>
                  </a:cubicBezTo>
                  <a:lnTo>
                    <a:pt x="1483625" y="2143162"/>
                  </a:lnTo>
                  <a:lnTo>
                    <a:pt x="1483625" y="2568172"/>
                  </a:lnTo>
                  <a:lnTo>
                    <a:pt x="1479388" y="2568172"/>
                  </a:lnTo>
                  <a:lnTo>
                    <a:pt x="1483347" y="2568558"/>
                  </a:lnTo>
                  <a:cubicBezTo>
                    <a:pt x="1477359" y="2657367"/>
                    <a:pt x="1486903" y="2655246"/>
                    <a:pt x="1519833" y="2690172"/>
                  </a:cubicBezTo>
                  <a:cubicBezTo>
                    <a:pt x="1581261" y="2744879"/>
                    <a:pt x="1570806" y="2767057"/>
                    <a:pt x="1723166" y="2847797"/>
                  </a:cubicBezTo>
                  <a:lnTo>
                    <a:pt x="1727402" y="2842744"/>
                  </a:lnTo>
                  <a:lnTo>
                    <a:pt x="1815530" y="2916618"/>
                  </a:lnTo>
                  <a:cubicBezTo>
                    <a:pt x="1864749" y="2905450"/>
                    <a:pt x="1917587" y="2922356"/>
                    <a:pt x="1952884" y="2963315"/>
                  </a:cubicBezTo>
                  <a:cubicBezTo>
                    <a:pt x="2006254" y="3025247"/>
                    <a:pt x="1999313" y="3118717"/>
                    <a:pt x="1937381" y="3172087"/>
                  </a:cubicBezTo>
                  <a:cubicBezTo>
                    <a:pt x="1906416" y="3198772"/>
                    <a:pt x="1867565" y="3210380"/>
                    <a:pt x="1829785" y="3207575"/>
                  </a:cubicBezTo>
                  <a:cubicBezTo>
                    <a:pt x="1792004" y="3204769"/>
                    <a:pt x="1755294" y="3187551"/>
                    <a:pt x="1728609" y="3156586"/>
                  </a:cubicBezTo>
                  <a:cubicBezTo>
                    <a:pt x="1704170" y="3128225"/>
                    <a:pt x="1692377" y="3093251"/>
                    <a:pt x="1694258" y="3058558"/>
                  </a:cubicBezTo>
                  <a:lnTo>
                    <a:pt x="1607474" y="2985811"/>
                  </a:lnTo>
                  <a:lnTo>
                    <a:pt x="1609754" y="2983092"/>
                  </a:lnTo>
                  <a:cubicBezTo>
                    <a:pt x="1505378" y="2914609"/>
                    <a:pt x="1454899" y="2874388"/>
                    <a:pt x="1372959" y="2808609"/>
                  </a:cubicBezTo>
                  <a:cubicBezTo>
                    <a:pt x="1301402" y="2768123"/>
                    <a:pt x="1295976" y="2652344"/>
                    <a:pt x="1300245" y="2568172"/>
                  </a:cubicBezTo>
                  <a:lnTo>
                    <a:pt x="1296941" y="2568172"/>
                  </a:lnTo>
                  <a:lnTo>
                    <a:pt x="1296941" y="2143739"/>
                  </a:lnTo>
                  <a:lnTo>
                    <a:pt x="1251342" y="2143880"/>
                  </a:lnTo>
                  <a:cubicBezTo>
                    <a:pt x="1250400" y="1838694"/>
                    <a:pt x="1412261" y="1556194"/>
                    <a:pt x="1675942" y="1402813"/>
                  </a:cubicBezTo>
                  <a:cubicBezTo>
                    <a:pt x="1778114" y="1343381"/>
                    <a:pt x="1889554" y="1306836"/>
                    <a:pt x="2003205" y="1293823"/>
                  </a:cubicBezTo>
                  <a:lnTo>
                    <a:pt x="2003205" y="878785"/>
                  </a:lnTo>
                  <a:lnTo>
                    <a:pt x="1998176" y="878621"/>
                  </a:lnTo>
                  <a:cubicBezTo>
                    <a:pt x="2009560" y="630102"/>
                    <a:pt x="1847671" y="398939"/>
                    <a:pt x="1584243" y="287563"/>
                  </a:cubicBezTo>
                  <a:cubicBezTo>
                    <a:pt x="1373323" y="198386"/>
                    <a:pt x="1125012" y="198092"/>
                    <a:pt x="913796" y="286769"/>
                  </a:cubicBezTo>
                  <a:cubicBezTo>
                    <a:pt x="650203" y="397436"/>
                    <a:pt x="487575" y="627955"/>
                    <a:pt x="497878" y="876315"/>
                  </a:cubicBezTo>
                  <a:lnTo>
                    <a:pt x="492947" y="876461"/>
                  </a:lnTo>
                  <a:lnTo>
                    <a:pt x="492947" y="2424958"/>
                  </a:lnTo>
                  <a:cubicBezTo>
                    <a:pt x="646520" y="2471832"/>
                    <a:pt x="757382" y="2615059"/>
                    <a:pt x="757382" y="2784179"/>
                  </a:cubicBezTo>
                  <a:cubicBezTo>
                    <a:pt x="757382" y="2993324"/>
                    <a:pt x="587836" y="3162870"/>
                    <a:pt x="378691" y="3162870"/>
                  </a:cubicBezTo>
                  <a:cubicBezTo>
                    <a:pt x="169546" y="3162870"/>
                    <a:pt x="0" y="2993324"/>
                    <a:pt x="0" y="2784179"/>
                  </a:cubicBezTo>
                  <a:cubicBezTo>
                    <a:pt x="0" y="2610447"/>
                    <a:pt x="116991" y="2464039"/>
                    <a:pt x="276947" y="2421074"/>
                  </a:cubicBezTo>
                  <a:lnTo>
                    <a:pt x="276947" y="783746"/>
                  </a:lnTo>
                  <a:lnTo>
                    <a:pt x="281758" y="783746"/>
                  </a:lnTo>
                  <a:cubicBezTo>
                    <a:pt x="307533" y="493124"/>
                    <a:pt x="502412" y="231983"/>
                    <a:pt x="801266" y="95774"/>
                  </a:cubicBezTo>
                  <a:cubicBezTo>
                    <a:pt x="1082323" y="-32324"/>
                    <a:pt x="1416727" y="-31901"/>
                    <a:pt x="1697364" y="96907"/>
                  </a:cubicBezTo>
                  <a:cubicBezTo>
                    <a:pt x="1994951" y="233494"/>
                    <a:pt x="2188714" y="494056"/>
                    <a:pt x="2214549" y="783746"/>
                  </a:cubicBezTo>
                  <a:lnTo>
                    <a:pt x="2219205" y="783746"/>
                  </a:lnTo>
                  <a:lnTo>
                    <a:pt x="2219205" y="1295162"/>
                  </a:lnTo>
                  <a:cubicBezTo>
                    <a:pt x="2327099" y="1309357"/>
                    <a:pt x="2432799" y="1344641"/>
                    <a:pt x="2530224" y="1400656"/>
                  </a:cubicBezTo>
                  <a:cubicBezTo>
                    <a:pt x="2794677" y="1552703"/>
                    <a:pt x="2957961" y="1834385"/>
                    <a:pt x="2958558" y="2139573"/>
                  </a:cubicBezTo>
                  <a:lnTo>
                    <a:pt x="2912782" y="2139663"/>
                  </a:lnTo>
                  <a:lnTo>
                    <a:pt x="2912782" y="2568172"/>
                  </a:lnTo>
                  <a:lnTo>
                    <a:pt x="2909478" y="2568172"/>
                  </a:lnTo>
                  <a:cubicBezTo>
                    <a:pt x="2913747" y="2652344"/>
                    <a:pt x="2908320" y="2768123"/>
                    <a:pt x="2836763" y="2808609"/>
                  </a:cubicBezTo>
                  <a:cubicBezTo>
                    <a:pt x="2754824" y="2874388"/>
                    <a:pt x="2704345" y="2914609"/>
                    <a:pt x="2599970" y="2983091"/>
                  </a:cubicBezTo>
                  <a:lnTo>
                    <a:pt x="2602250" y="2985811"/>
                  </a:lnTo>
                  <a:lnTo>
                    <a:pt x="2515466" y="3058559"/>
                  </a:lnTo>
                  <a:cubicBezTo>
                    <a:pt x="2517346" y="3093252"/>
                    <a:pt x="2505554" y="3128225"/>
                    <a:pt x="2481114" y="3156586"/>
                  </a:cubicBezTo>
                  <a:cubicBezTo>
                    <a:pt x="2454429" y="3187551"/>
                    <a:pt x="2417719" y="3204769"/>
                    <a:pt x="2379939" y="320757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7" name="Trapezoid 28">
              <a:extLst>
                <a:ext uri="{FF2B5EF4-FFF2-40B4-BE49-F238E27FC236}">
                  <a16:creationId xmlns:a16="http://schemas.microsoft.com/office/drawing/2014/main" id="{B608ACD4-AF3D-4EB2-8BD0-604B865AEF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98936" y="1729045"/>
              <a:ext cx="550124" cy="666693"/>
            </a:xfrm>
            <a:custGeom>
              <a:avLst/>
              <a:gdLst/>
              <a:ahLst/>
              <a:cxnLst/>
              <a:rect l="l" t="t" r="r" b="b"/>
              <a:pathLst>
                <a:path w="2664297" h="3228846">
                  <a:moveTo>
                    <a:pt x="2006233" y="1910002"/>
                  </a:moveTo>
                  <a:cubicBezTo>
                    <a:pt x="2195393" y="2270441"/>
                    <a:pt x="2396463" y="2592453"/>
                    <a:pt x="2218318" y="2693318"/>
                  </a:cubicBezTo>
                  <a:cubicBezTo>
                    <a:pt x="1760490" y="2959655"/>
                    <a:pt x="875097" y="3011972"/>
                    <a:pt x="413381" y="2693318"/>
                  </a:cubicBezTo>
                  <a:cubicBezTo>
                    <a:pt x="278026" y="2578660"/>
                    <a:pt x="448417" y="2270210"/>
                    <a:pt x="622358" y="1918652"/>
                  </a:cubicBezTo>
                  <a:close/>
                  <a:moveTo>
                    <a:pt x="998355" y="318176"/>
                  </a:moveTo>
                  <a:lnTo>
                    <a:pt x="1054483" y="938365"/>
                  </a:lnTo>
                  <a:cubicBezTo>
                    <a:pt x="1073419" y="1202005"/>
                    <a:pt x="-94533" y="2544942"/>
                    <a:pt x="263185" y="2803859"/>
                  </a:cubicBezTo>
                  <a:cubicBezTo>
                    <a:pt x="799752" y="3120272"/>
                    <a:pt x="1828684" y="3068324"/>
                    <a:pt x="2360732" y="2803859"/>
                  </a:cubicBezTo>
                  <a:cubicBezTo>
                    <a:pt x="2817826" y="2582721"/>
                    <a:pt x="1567592" y="1249230"/>
                    <a:pt x="1559424" y="938364"/>
                  </a:cubicBezTo>
                  <a:lnTo>
                    <a:pt x="1635785" y="320808"/>
                  </a:lnTo>
                  <a:lnTo>
                    <a:pt x="1616510" y="323841"/>
                  </a:lnTo>
                  <a:cubicBezTo>
                    <a:pt x="1541035" y="362546"/>
                    <a:pt x="1432716" y="386340"/>
                    <a:pt x="1312455" y="386340"/>
                  </a:cubicBezTo>
                  <a:cubicBezTo>
                    <a:pt x="1186664" y="386340"/>
                    <a:pt x="1073940" y="360308"/>
                    <a:pt x="998355" y="318176"/>
                  </a:cubicBezTo>
                  <a:close/>
                  <a:moveTo>
                    <a:pt x="1312455" y="60748"/>
                  </a:moveTo>
                  <a:cubicBezTo>
                    <a:pt x="1155275" y="60748"/>
                    <a:pt x="1027857" y="120035"/>
                    <a:pt x="1027857" y="193171"/>
                  </a:cubicBezTo>
                  <a:cubicBezTo>
                    <a:pt x="1027857" y="266307"/>
                    <a:pt x="1155275" y="325594"/>
                    <a:pt x="1312455" y="325594"/>
                  </a:cubicBezTo>
                  <a:cubicBezTo>
                    <a:pt x="1469634" y="325594"/>
                    <a:pt x="1597052" y="266307"/>
                    <a:pt x="1597052" y="193171"/>
                  </a:cubicBezTo>
                  <a:cubicBezTo>
                    <a:pt x="1597052" y="120035"/>
                    <a:pt x="1469634" y="60748"/>
                    <a:pt x="1312455" y="60748"/>
                  </a:cubicBezTo>
                  <a:close/>
                  <a:moveTo>
                    <a:pt x="1312455" y="0"/>
                  </a:moveTo>
                  <a:cubicBezTo>
                    <a:pt x="1537130" y="0"/>
                    <a:pt x="1720121" y="83046"/>
                    <a:pt x="1726235" y="186847"/>
                  </a:cubicBezTo>
                  <a:cubicBezTo>
                    <a:pt x="1726742" y="186524"/>
                    <a:pt x="1727174" y="186120"/>
                    <a:pt x="1727606" y="185717"/>
                  </a:cubicBezTo>
                  <a:lnTo>
                    <a:pt x="1727102" y="190850"/>
                  </a:lnTo>
                  <a:cubicBezTo>
                    <a:pt x="1727595" y="191614"/>
                    <a:pt x="1727605" y="192391"/>
                    <a:pt x="1727605" y="193170"/>
                  </a:cubicBezTo>
                  <a:lnTo>
                    <a:pt x="1726271" y="199326"/>
                  </a:lnTo>
                  <a:lnTo>
                    <a:pt x="1655630" y="919826"/>
                  </a:lnTo>
                  <a:cubicBezTo>
                    <a:pt x="1665213" y="1268678"/>
                    <a:pt x="3079202" y="2735754"/>
                    <a:pt x="2542920" y="2983914"/>
                  </a:cubicBezTo>
                  <a:cubicBezTo>
                    <a:pt x="1918698" y="3280693"/>
                    <a:pt x="711513" y="3338989"/>
                    <a:pt x="81991" y="2983914"/>
                  </a:cubicBezTo>
                  <a:cubicBezTo>
                    <a:pt x="-337699" y="2693358"/>
                    <a:pt x="991496" y="1215684"/>
                    <a:pt x="969280" y="919828"/>
                  </a:cubicBezTo>
                  <a:lnTo>
                    <a:pt x="898640" y="199335"/>
                  </a:lnTo>
                  <a:cubicBezTo>
                    <a:pt x="897375" y="197339"/>
                    <a:pt x="897304" y="195258"/>
                    <a:pt x="897304" y="193170"/>
                  </a:cubicBezTo>
                  <a:lnTo>
                    <a:pt x="897808" y="190847"/>
                  </a:lnTo>
                  <a:lnTo>
                    <a:pt x="897305" y="185717"/>
                  </a:lnTo>
                  <a:lnTo>
                    <a:pt x="898687" y="186789"/>
                  </a:lnTo>
                  <a:cubicBezTo>
                    <a:pt x="904857" y="83015"/>
                    <a:pt x="1087821" y="0"/>
                    <a:pt x="1312455" y="0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427E8AB-D05D-4436-B0C1-33034CD3DCE0}"/>
                </a:ext>
              </a:extLst>
            </p:cNvPr>
            <p:cNvSpPr/>
            <p:nvPr/>
          </p:nvSpPr>
          <p:spPr>
            <a:xfrm>
              <a:off x="2010490" y="69385"/>
              <a:ext cx="6067597" cy="3998426"/>
            </a:xfrm>
            <a:custGeom>
              <a:avLst/>
              <a:gdLst>
                <a:gd name="connsiteX0" fmla="*/ 2751292 w 6067597"/>
                <a:gd name="connsiteY0" fmla="*/ 2648105 h 3998426"/>
                <a:gd name="connsiteX1" fmla="*/ 2745981 w 6067597"/>
                <a:gd name="connsiteY1" fmla="*/ 2673756 h 3998426"/>
                <a:gd name="connsiteX2" fmla="*/ 2667699 w 6067597"/>
                <a:gd name="connsiteY2" fmla="*/ 2726031 h 3998426"/>
                <a:gd name="connsiteX3" fmla="*/ 2648849 w 6067597"/>
                <a:gd name="connsiteY3" fmla="*/ 2722128 h 3998426"/>
                <a:gd name="connsiteX4" fmla="*/ 2365394 w 6067597"/>
                <a:gd name="connsiteY4" fmla="*/ 3213923 h 3998426"/>
                <a:gd name="connsiteX5" fmla="*/ 2379798 w 6067597"/>
                <a:gd name="connsiteY5" fmla="*/ 3235111 h 3998426"/>
                <a:gd name="connsiteX6" fmla="*/ 2386589 w 6067597"/>
                <a:gd name="connsiteY6" fmla="*/ 3267909 h 3998426"/>
                <a:gd name="connsiteX7" fmla="*/ 2379798 w 6067597"/>
                <a:gd name="connsiteY7" fmla="*/ 3300707 h 3998426"/>
                <a:gd name="connsiteX8" fmla="*/ 2363037 w 6067597"/>
                <a:gd name="connsiteY8" fmla="*/ 3325361 h 3998426"/>
                <a:gd name="connsiteX9" fmla="*/ 2654946 w 6067597"/>
                <a:gd name="connsiteY9" fmla="*/ 3832069 h 3998426"/>
                <a:gd name="connsiteX10" fmla="*/ 2673246 w 6067597"/>
                <a:gd name="connsiteY10" fmla="*/ 3828280 h 3998426"/>
                <a:gd name="connsiteX11" fmla="*/ 2733121 w 6067597"/>
                <a:gd name="connsiteY11" fmla="*/ 3853478 h 3998426"/>
                <a:gd name="connsiteX12" fmla="*/ 2748996 w 6067597"/>
                <a:gd name="connsiteY12" fmla="*/ 3876830 h 3998426"/>
                <a:gd name="connsiteX13" fmla="*/ 3362832 w 6067597"/>
                <a:gd name="connsiteY13" fmla="*/ 3876830 h 3998426"/>
                <a:gd name="connsiteX14" fmla="*/ 3378334 w 6067597"/>
                <a:gd name="connsiteY14" fmla="*/ 3853478 h 3998426"/>
                <a:gd name="connsiteX15" fmla="*/ 3405323 w 6067597"/>
                <a:gd name="connsiteY15" fmla="*/ 3835071 h 3998426"/>
                <a:gd name="connsiteX16" fmla="*/ 3411361 w 6067597"/>
                <a:gd name="connsiteY16" fmla="*/ 3833850 h 3998426"/>
                <a:gd name="connsiteX17" fmla="*/ 3701314 w 6067597"/>
                <a:gd name="connsiteY17" fmla="*/ 3331887 h 3998426"/>
                <a:gd name="connsiteX18" fmla="*/ 3695277 w 6067597"/>
                <a:gd name="connsiteY18" fmla="*/ 3327783 h 3998426"/>
                <a:gd name="connsiteX19" fmla="*/ 3670079 w 6067597"/>
                <a:gd name="connsiteY19" fmla="*/ 3267909 h 3998426"/>
                <a:gd name="connsiteX20" fmla="*/ 3695971 w 6067597"/>
                <a:gd name="connsiteY20" fmla="*/ 3208034 h 3998426"/>
                <a:gd name="connsiteX21" fmla="*/ 3699014 w 6067597"/>
                <a:gd name="connsiteY21" fmla="*/ 3205932 h 3998426"/>
                <a:gd name="connsiteX22" fmla="*/ 3421549 w 6067597"/>
                <a:gd name="connsiteY22" fmla="*/ 2725730 h 3998426"/>
                <a:gd name="connsiteX23" fmla="*/ 3411162 w 6067597"/>
                <a:gd name="connsiteY23" fmla="*/ 2727881 h 3998426"/>
                <a:gd name="connsiteX24" fmla="*/ 3332879 w 6067597"/>
                <a:gd name="connsiteY24" fmla="*/ 2675606 h 3998426"/>
                <a:gd name="connsiteX25" fmla="*/ 3327185 w 6067597"/>
                <a:gd name="connsiteY25" fmla="*/ 2648105 h 3998426"/>
                <a:gd name="connsiteX26" fmla="*/ 3861774 w 6067597"/>
                <a:gd name="connsiteY26" fmla="*/ 2038357 h 3998426"/>
                <a:gd name="connsiteX27" fmla="*/ 3861174 w 6067597"/>
                <a:gd name="connsiteY27" fmla="*/ 2041257 h 3998426"/>
                <a:gd name="connsiteX28" fmla="*/ 3782892 w 6067597"/>
                <a:gd name="connsiteY28" fmla="*/ 2093532 h 3998426"/>
                <a:gd name="connsiteX29" fmla="*/ 3759616 w 6067597"/>
                <a:gd name="connsiteY29" fmla="*/ 2088713 h 3998426"/>
                <a:gd name="connsiteX30" fmla="*/ 3473610 w 6067597"/>
                <a:gd name="connsiteY30" fmla="*/ 2586718 h 3998426"/>
                <a:gd name="connsiteX31" fmla="*/ 3489444 w 6067597"/>
                <a:gd name="connsiteY31" fmla="*/ 2610010 h 3998426"/>
                <a:gd name="connsiteX32" fmla="*/ 3496235 w 6067597"/>
                <a:gd name="connsiteY32" fmla="*/ 2642808 h 3998426"/>
                <a:gd name="connsiteX33" fmla="*/ 3489444 w 6067597"/>
                <a:gd name="connsiteY33" fmla="*/ 2675606 h 3998426"/>
                <a:gd name="connsiteX34" fmla="*/ 3472559 w 6067597"/>
                <a:gd name="connsiteY34" fmla="*/ 2700443 h 3998426"/>
                <a:gd name="connsiteX35" fmla="*/ 3750370 w 6067597"/>
                <a:gd name="connsiteY35" fmla="*/ 3183834 h 3998426"/>
                <a:gd name="connsiteX36" fmla="*/ 3755152 w 6067597"/>
                <a:gd name="connsiteY36" fmla="*/ 3182836 h 3998426"/>
                <a:gd name="connsiteX37" fmla="*/ 3833434 w 6067597"/>
                <a:gd name="connsiteY37" fmla="*/ 3235111 h 3998426"/>
                <a:gd name="connsiteX38" fmla="*/ 3840054 w 6067597"/>
                <a:gd name="connsiteY38" fmla="*/ 3267082 h 3998426"/>
                <a:gd name="connsiteX39" fmla="*/ 4494338 w 6067597"/>
                <a:gd name="connsiteY39" fmla="*/ 3267082 h 3998426"/>
                <a:gd name="connsiteX40" fmla="*/ 4816006 w 6067597"/>
                <a:gd name="connsiteY40" fmla="*/ 2710216 h 3998426"/>
                <a:gd name="connsiteX41" fmla="*/ 4804923 w 6067597"/>
                <a:gd name="connsiteY41" fmla="*/ 2702682 h 3998426"/>
                <a:gd name="connsiteX42" fmla="*/ 4779725 w 6067597"/>
                <a:gd name="connsiteY42" fmla="*/ 2642808 h 3998426"/>
                <a:gd name="connsiteX43" fmla="*/ 4804923 w 6067597"/>
                <a:gd name="connsiteY43" fmla="*/ 2582933 h 3998426"/>
                <a:gd name="connsiteX44" fmla="*/ 4807166 w 6067597"/>
                <a:gd name="connsiteY44" fmla="*/ 2581408 h 3998426"/>
                <a:gd name="connsiteX45" fmla="*/ 4520363 w 6067597"/>
                <a:gd name="connsiteY45" fmla="*/ 2082014 h 3998426"/>
                <a:gd name="connsiteX46" fmla="*/ 4500463 w 6067597"/>
                <a:gd name="connsiteY46" fmla="*/ 2086134 h 3998426"/>
                <a:gd name="connsiteX47" fmla="*/ 4453227 w 6067597"/>
                <a:gd name="connsiteY47" fmla="*/ 2071407 h 3998426"/>
                <a:gd name="connsiteX48" fmla="*/ 4425900 w 6067597"/>
                <a:gd name="connsiteY48" fmla="*/ 2038357 h 3998426"/>
                <a:gd name="connsiteX49" fmla="*/ 1622108 w 6067597"/>
                <a:gd name="connsiteY49" fmla="*/ 2038357 h 3998426"/>
                <a:gd name="connsiteX50" fmla="*/ 1610530 w 6067597"/>
                <a:gd name="connsiteY50" fmla="*/ 2055388 h 3998426"/>
                <a:gd name="connsiteX51" fmla="*/ 1550655 w 6067597"/>
                <a:gd name="connsiteY51" fmla="*/ 2080587 h 3998426"/>
                <a:gd name="connsiteX52" fmla="*/ 1548886 w 6067597"/>
                <a:gd name="connsiteY52" fmla="*/ 2080220 h 3998426"/>
                <a:gd name="connsiteX53" fmla="*/ 1264284 w 6067597"/>
                <a:gd name="connsiteY53" fmla="*/ 2575779 h 3998426"/>
                <a:gd name="connsiteX54" fmla="*/ 1272087 w 6067597"/>
                <a:gd name="connsiteY54" fmla="*/ 2581083 h 3998426"/>
                <a:gd name="connsiteX55" fmla="*/ 1297285 w 6067597"/>
                <a:gd name="connsiteY55" fmla="*/ 2640958 h 3998426"/>
                <a:gd name="connsiteX56" fmla="*/ 1272087 w 6067597"/>
                <a:gd name="connsiteY56" fmla="*/ 2700832 h 3998426"/>
                <a:gd name="connsiteX57" fmla="*/ 1253858 w 6067597"/>
                <a:gd name="connsiteY57" fmla="*/ 2713225 h 3998426"/>
                <a:gd name="connsiteX58" fmla="*/ 1537858 w 6067597"/>
                <a:gd name="connsiteY58" fmla="*/ 3206206 h 3998426"/>
                <a:gd name="connsiteX59" fmla="*/ 1549297 w 6067597"/>
                <a:gd name="connsiteY59" fmla="*/ 3198613 h 3998426"/>
                <a:gd name="connsiteX60" fmla="*/ 1582094 w 6067597"/>
                <a:gd name="connsiteY60" fmla="*/ 3192082 h 3998426"/>
                <a:gd name="connsiteX61" fmla="*/ 1660376 w 6067597"/>
                <a:gd name="connsiteY61" fmla="*/ 3244357 h 3998426"/>
                <a:gd name="connsiteX62" fmla="*/ 1665081 w 6067597"/>
                <a:gd name="connsiteY62" fmla="*/ 3267082 h 3998426"/>
                <a:gd name="connsiteX63" fmla="*/ 2216614 w 6067597"/>
                <a:gd name="connsiteY63" fmla="*/ 3267082 h 3998426"/>
                <a:gd name="connsiteX64" fmla="*/ 2223233 w 6067597"/>
                <a:gd name="connsiteY64" fmla="*/ 3235111 h 3998426"/>
                <a:gd name="connsiteX65" fmla="*/ 2301516 w 6067597"/>
                <a:gd name="connsiteY65" fmla="*/ 3182836 h 3998426"/>
                <a:gd name="connsiteX66" fmla="*/ 2316723 w 6067597"/>
                <a:gd name="connsiteY66" fmla="*/ 3185985 h 3998426"/>
                <a:gd name="connsiteX67" fmla="*/ 2601556 w 6067597"/>
                <a:gd name="connsiteY67" fmla="*/ 2691613 h 3998426"/>
                <a:gd name="connsiteX68" fmla="*/ 2589416 w 6067597"/>
                <a:gd name="connsiteY68" fmla="*/ 2673756 h 3998426"/>
                <a:gd name="connsiteX69" fmla="*/ 2582626 w 6067597"/>
                <a:gd name="connsiteY69" fmla="*/ 2640958 h 3998426"/>
                <a:gd name="connsiteX70" fmla="*/ 2589157 w 6067597"/>
                <a:gd name="connsiteY70" fmla="*/ 2608160 h 3998426"/>
                <a:gd name="connsiteX71" fmla="*/ 2598681 w 6067597"/>
                <a:gd name="connsiteY71" fmla="*/ 2593811 h 3998426"/>
                <a:gd name="connsiteX72" fmla="*/ 2309617 w 6067597"/>
                <a:gd name="connsiteY72" fmla="*/ 2090479 h 3998426"/>
                <a:gd name="connsiteX73" fmla="*/ 2304235 w 6067597"/>
                <a:gd name="connsiteY73" fmla="*/ 2089643 h 3998426"/>
                <a:gd name="connsiteX74" fmla="*/ 2250973 w 6067597"/>
                <a:gd name="connsiteY74" fmla="*/ 2041257 h 3998426"/>
                <a:gd name="connsiteX75" fmla="*/ 2250373 w 6067597"/>
                <a:gd name="connsiteY75" fmla="*/ 2038357 h 3998426"/>
                <a:gd name="connsiteX76" fmla="*/ 2713096 w 6067597"/>
                <a:gd name="connsiteY76" fmla="*/ 1403586 h 3998426"/>
                <a:gd name="connsiteX77" fmla="*/ 2687550 w 6067597"/>
                <a:gd name="connsiteY77" fmla="*/ 1420953 h 3998426"/>
                <a:gd name="connsiteX78" fmla="*/ 2654752 w 6067597"/>
                <a:gd name="connsiteY78" fmla="*/ 1427744 h 3998426"/>
                <a:gd name="connsiteX79" fmla="*/ 2654437 w 6067597"/>
                <a:gd name="connsiteY79" fmla="*/ 1427679 h 3998426"/>
                <a:gd name="connsiteX80" fmla="*/ 2364036 w 6067597"/>
                <a:gd name="connsiteY80" fmla="*/ 1931525 h 3998426"/>
                <a:gd name="connsiteX81" fmla="*/ 2389130 w 6067597"/>
                <a:gd name="connsiteY81" fmla="*/ 1948584 h 3998426"/>
                <a:gd name="connsiteX82" fmla="*/ 2414329 w 6067597"/>
                <a:gd name="connsiteY82" fmla="*/ 2008459 h 3998426"/>
                <a:gd name="connsiteX83" fmla="*/ 2389130 w 6067597"/>
                <a:gd name="connsiteY83" fmla="*/ 2068333 h 3998426"/>
                <a:gd name="connsiteX84" fmla="*/ 2362362 w 6067597"/>
                <a:gd name="connsiteY84" fmla="*/ 2086531 h 3998426"/>
                <a:gd name="connsiteX85" fmla="*/ 2635812 w 6067597"/>
                <a:gd name="connsiteY85" fmla="*/ 2562334 h 3998426"/>
                <a:gd name="connsiteX86" fmla="*/ 2667699 w 6067597"/>
                <a:gd name="connsiteY86" fmla="*/ 2555885 h 3998426"/>
                <a:gd name="connsiteX87" fmla="*/ 2727573 w 6067597"/>
                <a:gd name="connsiteY87" fmla="*/ 2581083 h 3998426"/>
                <a:gd name="connsiteX88" fmla="*/ 2740760 w 6067597"/>
                <a:gd name="connsiteY88" fmla="*/ 2600480 h 3998426"/>
                <a:gd name="connsiteX89" fmla="*/ 3338945 w 6067597"/>
                <a:gd name="connsiteY89" fmla="*/ 2600480 h 3998426"/>
                <a:gd name="connsiteX90" fmla="*/ 3350594 w 6067597"/>
                <a:gd name="connsiteY90" fmla="*/ 2582933 h 3998426"/>
                <a:gd name="connsiteX91" fmla="*/ 3411162 w 6067597"/>
                <a:gd name="connsiteY91" fmla="*/ 2557735 h 3998426"/>
                <a:gd name="connsiteX92" fmla="*/ 3432626 w 6067597"/>
                <a:gd name="connsiteY92" fmla="*/ 2562179 h 3998426"/>
                <a:gd name="connsiteX93" fmla="*/ 3719845 w 6067597"/>
                <a:gd name="connsiteY93" fmla="*/ 2063667 h 3998426"/>
                <a:gd name="connsiteX94" fmla="*/ 3704610 w 6067597"/>
                <a:gd name="connsiteY94" fmla="*/ 2041257 h 3998426"/>
                <a:gd name="connsiteX95" fmla="*/ 3697819 w 6067597"/>
                <a:gd name="connsiteY95" fmla="*/ 2008459 h 3998426"/>
                <a:gd name="connsiteX96" fmla="*/ 3704610 w 6067597"/>
                <a:gd name="connsiteY96" fmla="*/ 1975661 h 3998426"/>
                <a:gd name="connsiteX97" fmla="*/ 3718602 w 6067597"/>
                <a:gd name="connsiteY97" fmla="*/ 1955078 h 3998426"/>
                <a:gd name="connsiteX98" fmla="*/ 3428683 w 6067597"/>
                <a:gd name="connsiteY98" fmla="*/ 1453324 h 3998426"/>
                <a:gd name="connsiteX99" fmla="*/ 3409311 w 6067597"/>
                <a:gd name="connsiteY99" fmla="*/ 1457335 h 3998426"/>
                <a:gd name="connsiteX100" fmla="*/ 3331029 w 6067597"/>
                <a:gd name="connsiteY100" fmla="*/ 1405060 h 3998426"/>
                <a:gd name="connsiteX101" fmla="*/ 3330724 w 6067597"/>
                <a:gd name="connsiteY101" fmla="*/ 1403586 h 3998426"/>
                <a:gd name="connsiteX102" fmla="*/ 4945558 w 6067597"/>
                <a:gd name="connsiteY102" fmla="*/ 1393089 h 3998426"/>
                <a:gd name="connsiteX103" fmla="*/ 4943080 w 6067597"/>
                <a:gd name="connsiteY103" fmla="*/ 1405060 h 3998426"/>
                <a:gd name="connsiteX104" fmla="*/ 4864798 w 6067597"/>
                <a:gd name="connsiteY104" fmla="*/ 1457335 h 3998426"/>
                <a:gd name="connsiteX105" fmla="*/ 4854215 w 6067597"/>
                <a:gd name="connsiteY105" fmla="*/ 1455144 h 3998426"/>
                <a:gd name="connsiteX106" fmla="*/ 4567772 w 6067597"/>
                <a:gd name="connsiteY106" fmla="*/ 1952122 h 3998426"/>
                <a:gd name="connsiteX107" fmla="*/ 4578745 w 6067597"/>
                <a:gd name="connsiteY107" fmla="*/ 1968263 h 3998426"/>
                <a:gd name="connsiteX108" fmla="*/ 4585536 w 6067597"/>
                <a:gd name="connsiteY108" fmla="*/ 2001061 h 3998426"/>
                <a:gd name="connsiteX109" fmla="*/ 4578745 w 6067597"/>
                <a:gd name="connsiteY109" fmla="*/ 2033859 h 3998426"/>
                <a:gd name="connsiteX110" fmla="*/ 4562461 w 6067597"/>
                <a:gd name="connsiteY110" fmla="*/ 2057813 h 3998426"/>
                <a:gd name="connsiteX111" fmla="*/ 4851988 w 6067597"/>
                <a:gd name="connsiteY111" fmla="*/ 2560387 h 3998426"/>
                <a:gd name="connsiteX112" fmla="*/ 4864798 w 6067597"/>
                <a:gd name="connsiteY112" fmla="*/ 2557735 h 3998426"/>
                <a:gd name="connsiteX113" fmla="*/ 4943080 w 6067597"/>
                <a:gd name="connsiteY113" fmla="*/ 2610010 h 3998426"/>
                <a:gd name="connsiteX114" fmla="*/ 4945524 w 6067597"/>
                <a:gd name="connsiteY114" fmla="*/ 2621814 h 3998426"/>
                <a:gd name="connsiteX115" fmla="*/ 5510489 w 6067597"/>
                <a:gd name="connsiteY115" fmla="*/ 2621814 h 3998426"/>
                <a:gd name="connsiteX116" fmla="*/ 5510241 w 6067597"/>
                <a:gd name="connsiteY116" fmla="*/ 2620615 h 3998426"/>
                <a:gd name="connsiteX117" fmla="*/ 5595314 w 6067597"/>
                <a:gd name="connsiteY117" fmla="*/ 2535542 h 3998426"/>
                <a:gd name="connsiteX118" fmla="*/ 5628112 w 6067597"/>
                <a:gd name="connsiteY118" fmla="*/ 2542333 h 3998426"/>
                <a:gd name="connsiteX119" fmla="*/ 5635993 w 6067597"/>
                <a:gd name="connsiteY119" fmla="*/ 2547691 h 3998426"/>
                <a:gd name="connsiteX120" fmla="*/ 5922730 w 6067597"/>
                <a:gd name="connsiteY120" fmla="*/ 2051297 h 3998426"/>
                <a:gd name="connsiteX121" fmla="*/ 5922650 w 6067597"/>
                <a:gd name="connsiteY121" fmla="*/ 2051242 h 3998426"/>
                <a:gd name="connsiteX122" fmla="*/ 5897451 w 6067597"/>
                <a:gd name="connsiteY122" fmla="*/ 1991369 h 3998426"/>
                <a:gd name="connsiteX123" fmla="*/ 5904242 w 6067597"/>
                <a:gd name="connsiteY123" fmla="*/ 1957790 h 3998426"/>
                <a:gd name="connsiteX124" fmla="*/ 5911949 w 6067597"/>
                <a:gd name="connsiteY124" fmla="*/ 1946490 h 3998426"/>
                <a:gd name="connsiteX125" fmla="*/ 5618559 w 6067597"/>
                <a:gd name="connsiteY125" fmla="*/ 1435627 h 3998426"/>
                <a:gd name="connsiteX126" fmla="*/ 5611959 w 6067597"/>
                <a:gd name="connsiteY126" fmla="*/ 1436993 h 3998426"/>
                <a:gd name="connsiteX127" fmla="*/ 5552084 w 6067597"/>
                <a:gd name="connsiteY127" fmla="*/ 1411794 h 3998426"/>
                <a:gd name="connsiteX128" fmla="*/ 5539368 w 6067597"/>
                <a:gd name="connsiteY128" fmla="*/ 1393089 h 3998426"/>
                <a:gd name="connsiteX129" fmla="*/ 553209 w 6067597"/>
                <a:gd name="connsiteY129" fmla="*/ 1393089 h 3998426"/>
                <a:gd name="connsiteX130" fmla="*/ 550730 w 6067597"/>
                <a:gd name="connsiteY130" fmla="*/ 1405060 h 3998426"/>
                <a:gd name="connsiteX131" fmla="*/ 472448 w 6067597"/>
                <a:gd name="connsiteY131" fmla="*/ 1457335 h 3998426"/>
                <a:gd name="connsiteX132" fmla="*/ 440939 w 6067597"/>
                <a:gd name="connsiteY132" fmla="*/ 1450811 h 3998426"/>
                <a:gd name="connsiteX133" fmla="*/ 145534 w 6067597"/>
                <a:gd name="connsiteY133" fmla="*/ 1965181 h 3998426"/>
                <a:gd name="connsiteX134" fmla="*/ 163355 w 6067597"/>
                <a:gd name="connsiteY134" fmla="*/ 1991395 h 3998426"/>
                <a:gd name="connsiteX135" fmla="*/ 170146 w 6067597"/>
                <a:gd name="connsiteY135" fmla="*/ 2024194 h 3998426"/>
                <a:gd name="connsiteX136" fmla="*/ 163355 w 6067597"/>
                <a:gd name="connsiteY136" fmla="*/ 2056992 h 3998426"/>
                <a:gd name="connsiteX137" fmla="*/ 155423 w 6067597"/>
                <a:gd name="connsiteY137" fmla="*/ 2068659 h 3998426"/>
                <a:gd name="connsiteX138" fmla="*/ 435185 w 6067597"/>
                <a:gd name="connsiteY138" fmla="*/ 2554283 h 3998426"/>
                <a:gd name="connsiteX139" fmla="*/ 439651 w 6067597"/>
                <a:gd name="connsiteY139" fmla="*/ 2551319 h 3998426"/>
                <a:gd name="connsiteX140" fmla="*/ 472448 w 6067597"/>
                <a:gd name="connsiteY140" fmla="*/ 2544788 h 3998426"/>
                <a:gd name="connsiteX141" fmla="*/ 550730 w 6067597"/>
                <a:gd name="connsiteY141" fmla="*/ 2597063 h 3998426"/>
                <a:gd name="connsiteX142" fmla="*/ 555855 w 6067597"/>
                <a:gd name="connsiteY142" fmla="*/ 2621814 h 3998426"/>
                <a:gd name="connsiteX143" fmla="*/ 1131103 w 6067597"/>
                <a:gd name="connsiteY143" fmla="*/ 2621814 h 3998426"/>
                <a:gd name="connsiteX144" fmla="*/ 1133930 w 6067597"/>
                <a:gd name="connsiteY144" fmla="*/ 2608160 h 3998426"/>
                <a:gd name="connsiteX145" fmla="*/ 1212212 w 6067597"/>
                <a:gd name="connsiteY145" fmla="*/ 2555885 h 3998426"/>
                <a:gd name="connsiteX146" fmla="*/ 1217359 w 6067597"/>
                <a:gd name="connsiteY146" fmla="*/ 2556951 h 3998426"/>
                <a:gd name="connsiteX147" fmla="*/ 1502485 w 6067597"/>
                <a:gd name="connsiteY147" fmla="*/ 2063345 h 3998426"/>
                <a:gd name="connsiteX148" fmla="*/ 1490781 w 6067597"/>
                <a:gd name="connsiteY148" fmla="*/ 2055388 h 3998426"/>
                <a:gd name="connsiteX149" fmla="*/ 1465582 w 6067597"/>
                <a:gd name="connsiteY149" fmla="*/ 1995515 h 3998426"/>
                <a:gd name="connsiteX150" fmla="*/ 1490781 w 6067597"/>
                <a:gd name="connsiteY150" fmla="*/ 1934947 h 3998426"/>
                <a:gd name="connsiteX151" fmla="*/ 1491201 w 6067597"/>
                <a:gd name="connsiteY151" fmla="*/ 1934668 h 3998426"/>
                <a:gd name="connsiteX152" fmla="*/ 1197912 w 6067597"/>
                <a:gd name="connsiteY152" fmla="*/ 1427081 h 3998426"/>
                <a:gd name="connsiteX153" fmla="*/ 1168318 w 6067597"/>
                <a:gd name="connsiteY153" fmla="*/ 1420954 h 3998426"/>
                <a:gd name="connsiteX154" fmla="*/ 1134618 w 6067597"/>
                <a:gd name="connsiteY154" fmla="*/ 1393089 h 3998426"/>
                <a:gd name="connsiteX155" fmla="*/ 3863568 w 6067597"/>
                <a:gd name="connsiteY155" fmla="*/ 753603 h 3998426"/>
                <a:gd name="connsiteX156" fmla="*/ 3861174 w 6067597"/>
                <a:gd name="connsiteY156" fmla="*/ 765163 h 3998426"/>
                <a:gd name="connsiteX157" fmla="*/ 3782892 w 6067597"/>
                <a:gd name="connsiteY157" fmla="*/ 817439 h 3998426"/>
                <a:gd name="connsiteX158" fmla="*/ 3756139 w 6067597"/>
                <a:gd name="connsiteY158" fmla="*/ 811899 h 3998426"/>
                <a:gd name="connsiteX159" fmla="*/ 3468099 w 6067597"/>
                <a:gd name="connsiteY159" fmla="*/ 1311649 h 3998426"/>
                <a:gd name="connsiteX160" fmla="*/ 3469186 w 6067597"/>
                <a:gd name="connsiteY160" fmla="*/ 1312387 h 3998426"/>
                <a:gd name="connsiteX161" fmla="*/ 3494384 w 6067597"/>
                <a:gd name="connsiteY161" fmla="*/ 1372262 h 3998426"/>
                <a:gd name="connsiteX162" fmla="*/ 3487593 w 6067597"/>
                <a:gd name="connsiteY162" fmla="*/ 1405060 h 3998426"/>
                <a:gd name="connsiteX163" fmla="*/ 3470480 w 6067597"/>
                <a:gd name="connsiteY163" fmla="*/ 1430233 h 3998426"/>
                <a:gd name="connsiteX164" fmla="*/ 3757597 w 6067597"/>
                <a:gd name="connsiteY164" fmla="*/ 1928624 h 3998426"/>
                <a:gd name="connsiteX165" fmla="*/ 3782892 w 6067597"/>
                <a:gd name="connsiteY165" fmla="*/ 1923387 h 3998426"/>
                <a:gd name="connsiteX166" fmla="*/ 3861174 w 6067597"/>
                <a:gd name="connsiteY166" fmla="*/ 1975661 h 3998426"/>
                <a:gd name="connsiteX167" fmla="*/ 3862555 w 6067597"/>
                <a:gd name="connsiteY167" fmla="*/ 1982329 h 3998426"/>
                <a:gd name="connsiteX168" fmla="*/ 4419178 w 6067597"/>
                <a:gd name="connsiteY168" fmla="*/ 1982329 h 3998426"/>
                <a:gd name="connsiteX169" fmla="*/ 4422181 w 6067597"/>
                <a:gd name="connsiteY169" fmla="*/ 1967483 h 3998426"/>
                <a:gd name="connsiteX170" fmla="*/ 4500463 w 6067597"/>
                <a:gd name="connsiteY170" fmla="*/ 1915989 h 3998426"/>
                <a:gd name="connsiteX171" fmla="*/ 4528636 w 6067597"/>
                <a:gd name="connsiteY171" fmla="*/ 1921822 h 3998426"/>
                <a:gd name="connsiteX172" fmla="*/ 4809123 w 6067597"/>
                <a:gd name="connsiteY172" fmla="*/ 1434992 h 3998426"/>
                <a:gd name="connsiteX173" fmla="*/ 4804923 w 6067597"/>
                <a:gd name="connsiteY173" fmla="*/ 1432137 h 3998426"/>
                <a:gd name="connsiteX174" fmla="*/ 4779725 w 6067597"/>
                <a:gd name="connsiteY174" fmla="*/ 1372262 h 3998426"/>
                <a:gd name="connsiteX175" fmla="*/ 4804923 w 6067597"/>
                <a:gd name="connsiteY175" fmla="*/ 1311694 h 3998426"/>
                <a:gd name="connsiteX176" fmla="*/ 4812801 w 6067597"/>
                <a:gd name="connsiteY176" fmla="*/ 1306465 h 3998426"/>
                <a:gd name="connsiteX177" fmla="*/ 4533745 w 6067597"/>
                <a:gd name="connsiteY177" fmla="*/ 820561 h 3998426"/>
                <a:gd name="connsiteX178" fmla="*/ 4504162 w 6067597"/>
                <a:gd name="connsiteY178" fmla="*/ 826687 h 3998426"/>
                <a:gd name="connsiteX179" fmla="*/ 4425880 w 6067597"/>
                <a:gd name="connsiteY179" fmla="*/ 774412 h 3998426"/>
                <a:gd name="connsiteX180" fmla="*/ 4421571 w 6067597"/>
                <a:gd name="connsiteY180" fmla="*/ 753603 h 3998426"/>
                <a:gd name="connsiteX181" fmla="*/ 1647674 w 6067597"/>
                <a:gd name="connsiteY181" fmla="*/ 753603 h 3998426"/>
                <a:gd name="connsiteX182" fmla="*/ 1632723 w 6067597"/>
                <a:gd name="connsiteY182" fmla="*/ 775596 h 3998426"/>
                <a:gd name="connsiteX183" fmla="*/ 1572848 w 6067597"/>
                <a:gd name="connsiteY183" fmla="*/ 800795 h 3998426"/>
                <a:gd name="connsiteX184" fmla="*/ 1548698 w 6067597"/>
                <a:gd name="connsiteY184" fmla="*/ 795794 h 3998426"/>
                <a:gd name="connsiteX185" fmla="*/ 1265337 w 6067597"/>
                <a:gd name="connsiteY185" fmla="*/ 1289191 h 3998426"/>
                <a:gd name="connsiteX186" fmla="*/ 1279398 w 6067597"/>
                <a:gd name="connsiteY186" fmla="*/ 1309873 h 3998426"/>
                <a:gd name="connsiteX187" fmla="*/ 1286189 w 6067597"/>
                <a:gd name="connsiteY187" fmla="*/ 1342672 h 3998426"/>
                <a:gd name="connsiteX188" fmla="*/ 1260990 w 6067597"/>
                <a:gd name="connsiteY188" fmla="*/ 1402546 h 3998426"/>
                <a:gd name="connsiteX189" fmla="*/ 1246811 w 6067597"/>
                <a:gd name="connsiteY189" fmla="*/ 1412185 h 3998426"/>
                <a:gd name="connsiteX190" fmla="*/ 1534962 w 6067597"/>
                <a:gd name="connsiteY190" fmla="*/ 1913567 h 3998426"/>
                <a:gd name="connsiteX191" fmla="*/ 1550655 w 6067597"/>
                <a:gd name="connsiteY191" fmla="*/ 1910442 h 3998426"/>
                <a:gd name="connsiteX192" fmla="*/ 1628937 w 6067597"/>
                <a:gd name="connsiteY192" fmla="*/ 1962716 h 3998426"/>
                <a:gd name="connsiteX193" fmla="*/ 1632998 w 6067597"/>
                <a:gd name="connsiteY193" fmla="*/ 1982328 h 3998426"/>
                <a:gd name="connsiteX194" fmla="*/ 2249386 w 6067597"/>
                <a:gd name="connsiteY194" fmla="*/ 1982328 h 3998426"/>
                <a:gd name="connsiteX195" fmla="*/ 2250714 w 6067597"/>
                <a:gd name="connsiteY195" fmla="*/ 1975661 h 3998426"/>
                <a:gd name="connsiteX196" fmla="*/ 2295678 w 6067597"/>
                <a:gd name="connsiteY196" fmla="*/ 1930178 h 3998426"/>
                <a:gd name="connsiteX197" fmla="*/ 2310597 w 6067597"/>
                <a:gd name="connsiteY197" fmla="*/ 1927161 h 3998426"/>
                <a:gd name="connsiteX198" fmla="*/ 2608346 w 6067597"/>
                <a:gd name="connsiteY198" fmla="*/ 1411702 h 3998426"/>
                <a:gd name="connsiteX199" fmla="*/ 2594877 w 6067597"/>
                <a:gd name="connsiteY199" fmla="*/ 1402546 h 3998426"/>
                <a:gd name="connsiteX200" fmla="*/ 2569679 w 6067597"/>
                <a:gd name="connsiteY200" fmla="*/ 1342672 h 3998426"/>
                <a:gd name="connsiteX201" fmla="*/ 2576470 w 6067597"/>
                <a:gd name="connsiteY201" fmla="*/ 1309873 h 3998426"/>
                <a:gd name="connsiteX202" fmla="*/ 2588764 w 6067597"/>
                <a:gd name="connsiteY202" fmla="*/ 1291789 h 3998426"/>
                <a:gd name="connsiteX203" fmla="*/ 2474142 w 6067597"/>
                <a:gd name="connsiteY203" fmla="*/ 1092204 h 3998426"/>
                <a:gd name="connsiteX204" fmla="*/ 2313494 w 6067597"/>
                <a:gd name="connsiteY204" fmla="*/ 814175 h 3998426"/>
                <a:gd name="connsiteX205" fmla="*/ 2296457 w 6067597"/>
                <a:gd name="connsiteY205" fmla="*/ 810648 h 3998426"/>
                <a:gd name="connsiteX206" fmla="*/ 2258909 w 6067597"/>
                <a:gd name="connsiteY206" fmla="*/ 779601 h 3998426"/>
                <a:gd name="connsiteX207" fmla="*/ 2250804 w 6067597"/>
                <a:gd name="connsiteY207" fmla="*/ 753603 h 3998426"/>
                <a:gd name="connsiteX208" fmla="*/ 2726667 w 6067597"/>
                <a:gd name="connsiteY208" fmla="*/ 127236 h 3998426"/>
                <a:gd name="connsiteX209" fmla="*/ 2714627 w 6067597"/>
                <a:gd name="connsiteY209" fmla="*/ 144947 h 3998426"/>
                <a:gd name="connsiteX210" fmla="*/ 2687550 w 6067597"/>
                <a:gd name="connsiteY210" fmla="*/ 163354 h 3998426"/>
                <a:gd name="connsiteX211" fmla="*/ 2656270 w 6067597"/>
                <a:gd name="connsiteY211" fmla="*/ 169831 h 3998426"/>
                <a:gd name="connsiteX212" fmla="*/ 2373638 w 6067597"/>
                <a:gd name="connsiteY212" fmla="*/ 661959 h 3998426"/>
                <a:gd name="connsiteX213" fmla="*/ 2389130 w 6067597"/>
                <a:gd name="connsiteY213" fmla="*/ 672491 h 3998426"/>
                <a:gd name="connsiteX214" fmla="*/ 2414329 w 6067597"/>
                <a:gd name="connsiteY214" fmla="*/ 732366 h 3998426"/>
                <a:gd name="connsiteX215" fmla="*/ 2389130 w 6067597"/>
                <a:gd name="connsiteY215" fmla="*/ 792240 h 3998426"/>
                <a:gd name="connsiteX216" fmla="*/ 2365941 w 6067597"/>
                <a:gd name="connsiteY216" fmla="*/ 808005 h 3998426"/>
                <a:gd name="connsiteX217" fmla="*/ 2627563 w 6067597"/>
                <a:gd name="connsiteY217" fmla="*/ 1263228 h 3998426"/>
                <a:gd name="connsiteX218" fmla="*/ 2654752 w 6067597"/>
                <a:gd name="connsiteY218" fmla="*/ 1257599 h 3998426"/>
                <a:gd name="connsiteX219" fmla="*/ 2739825 w 6067597"/>
                <a:gd name="connsiteY219" fmla="*/ 1342672 h 3998426"/>
                <a:gd name="connsiteX220" fmla="*/ 2737073 w 6067597"/>
                <a:gd name="connsiteY220" fmla="*/ 1355961 h 3998426"/>
                <a:gd name="connsiteX221" fmla="*/ 3327534 w 6067597"/>
                <a:gd name="connsiteY221" fmla="*/ 1355961 h 3998426"/>
                <a:gd name="connsiteX222" fmla="*/ 3331029 w 6067597"/>
                <a:gd name="connsiteY222" fmla="*/ 1338684 h 3998426"/>
                <a:gd name="connsiteX223" fmla="*/ 3409311 w 6067597"/>
                <a:gd name="connsiteY223" fmla="*/ 1287189 h 3998426"/>
                <a:gd name="connsiteX224" fmla="*/ 3424449 w 6067597"/>
                <a:gd name="connsiteY224" fmla="*/ 1290324 h 3998426"/>
                <a:gd name="connsiteX225" fmla="*/ 3713854 w 6067597"/>
                <a:gd name="connsiteY225" fmla="*/ 789310 h 3998426"/>
                <a:gd name="connsiteX226" fmla="*/ 3717144 w 6067597"/>
                <a:gd name="connsiteY226" fmla="*/ 783600 h 3998426"/>
                <a:gd name="connsiteX227" fmla="*/ 3704610 w 6067597"/>
                <a:gd name="connsiteY227" fmla="*/ 765163 h 3998426"/>
                <a:gd name="connsiteX228" fmla="*/ 3697819 w 6067597"/>
                <a:gd name="connsiteY228" fmla="*/ 732366 h 3998426"/>
                <a:gd name="connsiteX229" fmla="*/ 3704610 w 6067597"/>
                <a:gd name="connsiteY229" fmla="*/ 699567 h 3998426"/>
                <a:gd name="connsiteX230" fmla="*/ 3710880 w 6067597"/>
                <a:gd name="connsiteY230" fmla="*/ 690343 h 3998426"/>
                <a:gd name="connsiteX231" fmla="*/ 3422665 w 6067597"/>
                <a:gd name="connsiteY231" fmla="*/ 188490 h 3998426"/>
                <a:gd name="connsiteX232" fmla="*/ 3413010 w 6067597"/>
                <a:gd name="connsiteY232" fmla="*/ 190489 h 3998426"/>
                <a:gd name="connsiteX233" fmla="*/ 3334728 w 6067597"/>
                <a:gd name="connsiteY233" fmla="*/ 138214 h 3998426"/>
                <a:gd name="connsiteX234" fmla="*/ 3332455 w 6067597"/>
                <a:gd name="connsiteY234" fmla="*/ 127236 h 3998426"/>
                <a:gd name="connsiteX235" fmla="*/ 2654752 w 6067597"/>
                <a:gd name="connsiteY235" fmla="*/ 0 h 3998426"/>
                <a:gd name="connsiteX236" fmla="*/ 2733034 w 6067597"/>
                <a:gd name="connsiteY236" fmla="*/ 52274 h 3998426"/>
                <a:gd name="connsiteX237" fmla="*/ 2738694 w 6067597"/>
                <a:gd name="connsiteY237" fmla="*/ 79611 h 3998426"/>
                <a:gd name="connsiteX238" fmla="*/ 3333155 w 6067597"/>
                <a:gd name="connsiteY238" fmla="*/ 79611 h 3998426"/>
                <a:gd name="connsiteX239" fmla="*/ 3334728 w 6067597"/>
                <a:gd name="connsiteY239" fmla="*/ 71838 h 3998426"/>
                <a:gd name="connsiteX240" fmla="*/ 3413010 w 6067597"/>
                <a:gd name="connsiteY240" fmla="*/ 20343 h 3998426"/>
                <a:gd name="connsiteX241" fmla="*/ 3498083 w 6067597"/>
                <a:gd name="connsiteY241" fmla="*/ 105416 h 3998426"/>
                <a:gd name="connsiteX242" fmla="*/ 3472885 w 6067597"/>
                <a:gd name="connsiteY242" fmla="*/ 165290 h 3998426"/>
                <a:gd name="connsiteX243" fmla="*/ 3466747 w 6067597"/>
                <a:gd name="connsiteY243" fmla="*/ 169463 h 3998426"/>
                <a:gd name="connsiteX244" fmla="*/ 3746622 w 6067597"/>
                <a:gd name="connsiteY244" fmla="*/ 656444 h 3998426"/>
                <a:gd name="connsiteX245" fmla="*/ 3750094 w 6067597"/>
                <a:gd name="connsiteY245" fmla="*/ 654083 h 3998426"/>
                <a:gd name="connsiteX246" fmla="*/ 3782892 w 6067597"/>
                <a:gd name="connsiteY246" fmla="*/ 647293 h 3998426"/>
                <a:gd name="connsiteX247" fmla="*/ 3861174 w 6067597"/>
                <a:gd name="connsiteY247" fmla="*/ 699567 h 3998426"/>
                <a:gd name="connsiteX248" fmla="*/ 3862501 w 6067597"/>
                <a:gd name="connsiteY248" fmla="*/ 705978 h 3998426"/>
                <a:gd name="connsiteX249" fmla="*/ 4427808 w 6067597"/>
                <a:gd name="connsiteY249" fmla="*/ 705978 h 3998426"/>
                <a:gd name="connsiteX250" fmla="*/ 4444287 w 6067597"/>
                <a:gd name="connsiteY250" fmla="*/ 681739 h 3998426"/>
                <a:gd name="connsiteX251" fmla="*/ 4504162 w 6067597"/>
                <a:gd name="connsiteY251" fmla="*/ 656541 h 3998426"/>
                <a:gd name="connsiteX252" fmla="*/ 4589235 w 6067597"/>
                <a:gd name="connsiteY252" fmla="*/ 741614 h 3998426"/>
                <a:gd name="connsiteX253" fmla="*/ 4582444 w 6067597"/>
                <a:gd name="connsiteY253" fmla="*/ 774412 h 3998426"/>
                <a:gd name="connsiteX254" fmla="*/ 4571497 w 6067597"/>
                <a:gd name="connsiteY254" fmla="*/ 790515 h 3998426"/>
                <a:gd name="connsiteX255" fmla="*/ 4857749 w 6067597"/>
                <a:gd name="connsiteY255" fmla="*/ 1288593 h 3998426"/>
                <a:gd name="connsiteX256" fmla="*/ 4864798 w 6067597"/>
                <a:gd name="connsiteY256" fmla="*/ 1287189 h 3998426"/>
                <a:gd name="connsiteX257" fmla="*/ 4943080 w 6067597"/>
                <a:gd name="connsiteY257" fmla="*/ 1339464 h 3998426"/>
                <a:gd name="connsiteX258" fmla="*/ 4944322 w 6067597"/>
                <a:gd name="connsiteY258" fmla="*/ 1345464 h 3998426"/>
                <a:gd name="connsiteX259" fmla="*/ 5528171 w 6067597"/>
                <a:gd name="connsiteY259" fmla="*/ 1345464 h 3998426"/>
                <a:gd name="connsiteX260" fmla="*/ 5533417 w 6067597"/>
                <a:gd name="connsiteY260" fmla="*/ 1319122 h 3998426"/>
                <a:gd name="connsiteX261" fmla="*/ 5611959 w 6067597"/>
                <a:gd name="connsiteY261" fmla="*/ 1266847 h 3998426"/>
                <a:gd name="connsiteX262" fmla="*/ 5697032 w 6067597"/>
                <a:gd name="connsiteY262" fmla="*/ 1351920 h 3998426"/>
                <a:gd name="connsiteX263" fmla="*/ 5671833 w 6067597"/>
                <a:gd name="connsiteY263" fmla="*/ 1411794 h 3998426"/>
                <a:gd name="connsiteX264" fmla="*/ 5663233 w 6067597"/>
                <a:gd name="connsiteY264" fmla="*/ 1417641 h 3998426"/>
                <a:gd name="connsiteX265" fmla="*/ 5948348 w 6067597"/>
                <a:gd name="connsiteY265" fmla="*/ 1913741 h 3998426"/>
                <a:gd name="connsiteX266" fmla="*/ 5949726 w 6067597"/>
                <a:gd name="connsiteY266" fmla="*/ 1912826 h 3998426"/>
                <a:gd name="connsiteX267" fmla="*/ 5982524 w 6067597"/>
                <a:gd name="connsiteY267" fmla="*/ 1906296 h 3998426"/>
                <a:gd name="connsiteX268" fmla="*/ 6067597 w 6067597"/>
                <a:gd name="connsiteY268" fmla="*/ 1991369 h 3998426"/>
                <a:gd name="connsiteX269" fmla="*/ 5982524 w 6067597"/>
                <a:gd name="connsiteY269" fmla="*/ 2076441 h 3998426"/>
                <a:gd name="connsiteX270" fmla="*/ 5965562 w 6067597"/>
                <a:gd name="connsiteY270" fmla="*/ 2072929 h 3998426"/>
                <a:gd name="connsiteX271" fmla="*/ 5670999 w 6067597"/>
                <a:gd name="connsiteY271" fmla="*/ 2583996 h 3998426"/>
                <a:gd name="connsiteX272" fmla="*/ 5673596 w 6067597"/>
                <a:gd name="connsiteY272" fmla="*/ 2587817 h 3998426"/>
                <a:gd name="connsiteX273" fmla="*/ 5680387 w 6067597"/>
                <a:gd name="connsiteY273" fmla="*/ 2620615 h 3998426"/>
                <a:gd name="connsiteX274" fmla="*/ 5595314 w 6067597"/>
                <a:gd name="connsiteY274" fmla="*/ 2705688 h 3998426"/>
                <a:gd name="connsiteX275" fmla="*/ 5535439 w 6067597"/>
                <a:gd name="connsiteY275" fmla="*/ 2680489 h 3998426"/>
                <a:gd name="connsiteX276" fmla="*/ 5527927 w 6067597"/>
                <a:gd name="connsiteY276" fmla="*/ 2669439 h 3998426"/>
                <a:gd name="connsiteX277" fmla="*/ 4944357 w 6067597"/>
                <a:gd name="connsiteY277" fmla="*/ 2669439 h 3998426"/>
                <a:gd name="connsiteX278" fmla="*/ 4943080 w 6067597"/>
                <a:gd name="connsiteY278" fmla="*/ 2675606 h 3998426"/>
                <a:gd name="connsiteX279" fmla="*/ 4864798 w 6067597"/>
                <a:gd name="connsiteY279" fmla="*/ 2727881 h 3998426"/>
                <a:gd name="connsiteX280" fmla="*/ 4861531 w 6067597"/>
                <a:gd name="connsiteY280" fmla="*/ 2727204 h 3998426"/>
                <a:gd name="connsiteX281" fmla="*/ 4522913 w 6067597"/>
                <a:gd name="connsiteY281" fmla="*/ 3314707 h 3998426"/>
                <a:gd name="connsiteX282" fmla="*/ 3823916 w 6067597"/>
                <a:gd name="connsiteY282" fmla="*/ 3314707 h 3998426"/>
                <a:gd name="connsiteX283" fmla="*/ 3815027 w 6067597"/>
                <a:gd name="connsiteY283" fmla="*/ 3327783 h 3998426"/>
                <a:gd name="connsiteX284" fmla="*/ 3755152 w 6067597"/>
                <a:gd name="connsiteY284" fmla="*/ 3352982 h 3998426"/>
                <a:gd name="connsiteX285" fmla="*/ 3745625 w 6067597"/>
                <a:gd name="connsiteY285" fmla="*/ 3351009 h 3998426"/>
                <a:gd name="connsiteX286" fmla="*/ 3467168 w 6067597"/>
                <a:gd name="connsiteY286" fmla="*/ 3834133 h 3998426"/>
                <a:gd name="connsiteX287" fmla="*/ 3471699 w 6067597"/>
                <a:gd name="connsiteY287" fmla="*/ 3835071 h 3998426"/>
                <a:gd name="connsiteX288" fmla="*/ 3523975 w 6067597"/>
                <a:gd name="connsiteY288" fmla="*/ 3913353 h 3998426"/>
                <a:gd name="connsiteX289" fmla="*/ 3438902 w 6067597"/>
                <a:gd name="connsiteY289" fmla="*/ 3998426 h 3998426"/>
                <a:gd name="connsiteX290" fmla="*/ 3360619 w 6067597"/>
                <a:gd name="connsiteY290" fmla="*/ 3946151 h 3998426"/>
                <a:gd name="connsiteX291" fmla="*/ 3356127 w 6067597"/>
                <a:gd name="connsiteY291" fmla="*/ 3924455 h 3998426"/>
                <a:gd name="connsiteX292" fmla="*/ 2756020 w 6067597"/>
                <a:gd name="connsiteY292" fmla="*/ 3924455 h 3998426"/>
                <a:gd name="connsiteX293" fmla="*/ 2751528 w 6067597"/>
                <a:gd name="connsiteY293" fmla="*/ 3946151 h 3998426"/>
                <a:gd name="connsiteX294" fmla="*/ 2673246 w 6067597"/>
                <a:gd name="connsiteY294" fmla="*/ 3998426 h 3998426"/>
                <a:gd name="connsiteX295" fmla="*/ 2588173 w 6067597"/>
                <a:gd name="connsiteY295" fmla="*/ 3913353 h 3998426"/>
                <a:gd name="connsiteX296" fmla="*/ 2594964 w 6067597"/>
                <a:gd name="connsiteY296" fmla="*/ 3880555 h 3998426"/>
                <a:gd name="connsiteX297" fmla="*/ 2613198 w 6067597"/>
                <a:gd name="connsiteY297" fmla="*/ 3853733 h 3998426"/>
                <a:gd name="connsiteX298" fmla="*/ 2321471 w 6067597"/>
                <a:gd name="connsiteY298" fmla="*/ 3348850 h 3998426"/>
                <a:gd name="connsiteX299" fmla="*/ 2301516 w 6067597"/>
                <a:gd name="connsiteY299" fmla="*/ 3352982 h 3998426"/>
                <a:gd name="connsiteX300" fmla="*/ 2241641 w 6067597"/>
                <a:gd name="connsiteY300" fmla="*/ 3327783 h 3998426"/>
                <a:gd name="connsiteX301" fmla="*/ 2232751 w 6067597"/>
                <a:gd name="connsiteY301" fmla="*/ 3314707 h 3998426"/>
                <a:gd name="connsiteX302" fmla="*/ 1657144 w 6067597"/>
                <a:gd name="connsiteY302" fmla="*/ 3314707 h 3998426"/>
                <a:gd name="connsiteX303" fmla="*/ 1641969 w 6067597"/>
                <a:gd name="connsiteY303" fmla="*/ 3337029 h 3998426"/>
                <a:gd name="connsiteX304" fmla="*/ 1582094 w 6067597"/>
                <a:gd name="connsiteY304" fmla="*/ 3362228 h 3998426"/>
                <a:gd name="connsiteX305" fmla="*/ 1497021 w 6067597"/>
                <a:gd name="connsiteY305" fmla="*/ 3277155 h 3998426"/>
                <a:gd name="connsiteX306" fmla="*/ 1503812 w 6067597"/>
                <a:gd name="connsiteY306" fmla="*/ 3243577 h 3998426"/>
                <a:gd name="connsiteX307" fmla="*/ 1504541 w 6067597"/>
                <a:gd name="connsiteY307" fmla="*/ 3242508 h 3998426"/>
                <a:gd name="connsiteX308" fmla="*/ 1205513 w 6067597"/>
                <a:gd name="connsiteY308" fmla="*/ 2724990 h 3998426"/>
                <a:gd name="connsiteX309" fmla="*/ 1187193 w 6067597"/>
                <a:gd name="connsiteY309" fmla="*/ 2722142 h 3998426"/>
                <a:gd name="connsiteX310" fmla="*/ 1133930 w 6067597"/>
                <a:gd name="connsiteY310" fmla="*/ 2673756 h 3998426"/>
                <a:gd name="connsiteX311" fmla="*/ 1133036 w 6067597"/>
                <a:gd name="connsiteY311" fmla="*/ 2669439 h 3998426"/>
                <a:gd name="connsiteX312" fmla="*/ 546121 w 6067597"/>
                <a:gd name="connsiteY312" fmla="*/ 2669439 h 3998426"/>
                <a:gd name="connsiteX313" fmla="*/ 532323 w 6067597"/>
                <a:gd name="connsiteY313" fmla="*/ 2689735 h 3998426"/>
                <a:gd name="connsiteX314" fmla="*/ 472448 w 6067597"/>
                <a:gd name="connsiteY314" fmla="*/ 2714934 h 3998426"/>
                <a:gd name="connsiteX315" fmla="*/ 387375 w 6067597"/>
                <a:gd name="connsiteY315" fmla="*/ 2629861 h 3998426"/>
                <a:gd name="connsiteX316" fmla="*/ 394166 w 6067597"/>
                <a:gd name="connsiteY316" fmla="*/ 2596283 h 3998426"/>
                <a:gd name="connsiteX317" fmla="*/ 400111 w 6067597"/>
                <a:gd name="connsiteY317" fmla="*/ 2587565 h 3998426"/>
                <a:gd name="connsiteX318" fmla="*/ 119272 w 6067597"/>
                <a:gd name="connsiteY318" fmla="*/ 2101524 h 3998426"/>
                <a:gd name="connsiteX319" fmla="*/ 117871 w 6067597"/>
                <a:gd name="connsiteY319" fmla="*/ 2102476 h 3998426"/>
                <a:gd name="connsiteX320" fmla="*/ 85073 w 6067597"/>
                <a:gd name="connsiteY320" fmla="*/ 2109267 h 3998426"/>
                <a:gd name="connsiteX321" fmla="*/ 0 w 6067597"/>
                <a:gd name="connsiteY321" fmla="*/ 2024194 h 3998426"/>
                <a:gd name="connsiteX322" fmla="*/ 85073 w 6067597"/>
                <a:gd name="connsiteY322" fmla="*/ 1939121 h 3998426"/>
                <a:gd name="connsiteX323" fmla="*/ 103219 w 6067597"/>
                <a:gd name="connsiteY323" fmla="*/ 1942878 h 3998426"/>
                <a:gd name="connsiteX324" fmla="*/ 404405 w 6067597"/>
                <a:gd name="connsiteY324" fmla="*/ 1420121 h 3998426"/>
                <a:gd name="connsiteX325" fmla="*/ 394166 w 6067597"/>
                <a:gd name="connsiteY325" fmla="*/ 1405060 h 3998426"/>
                <a:gd name="connsiteX326" fmla="*/ 387375 w 6067597"/>
                <a:gd name="connsiteY326" fmla="*/ 1372262 h 3998426"/>
                <a:gd name="connsiteX327" fmla="*/ 472448 w 6067597"/>
                <a:gd name="connsiteY327" fmla="*/ 1287189 h 3998426"/>
                <a:gd name="connsiteX328" fmla="*/ 550730 w 6067597"/>
                <a:gd name="connsiteY328" fmla="*/ 1339464 h 3998426"/>
                <a:gd name="connsiteX329" fmla="*/ 551972 w 6067597"/>
                <a:gd name="connsiteY329" fmla="*/ 1345464 h 3998426"/>
                <a:gd name="connsiteX330" fmla="*/ 1116914 w 6067597"/>
                <a:gd name="connsiteY330" fmla="*/ 1345464 h 3998426"/>
                <a:gd name="connsiteX331" fmla="*/ 1116043 w 6067597"/>
                <a:gd name="connsiteY331" fmla="*/ 1342672 h 3998426"/>
                <a:gd name="connsiteX332" fmla="*/ 1201116 w 6067597"/>
                <a:gd name="connsiteY332" fmla="*/ 1257599 h 3998426"/>
                <a:gd name="connsiteX333" fmla="*/ 1225529 w 6067597"/>
                <a:gd name="connsiteY333" fmla="*/ 1262653 h 3998426"/>
                <a:gd name="connsiteX334" fmla="*/ 1509279 w 6067597"/>
                <a:gd name="connsiteY334" fmla="*/ 770162 h 3998426"/>
                <a:gd name="connsiteX335" fmla="*/ 1494566 w 6067597"/>
                <a:gd name="connsiteY335" fmla="*/ 748520 h 3998426"/>
                <a:gd name="connsiteX336" fmla="*/ 1487775 w 6067597"/>
                <a:gd name="connsiteY336" fmla="*/ 715722 h 3998426"/>
                <a:gd name="connsiteX337" fmla="*/ 1572848 w 6067597"/>
                <a:gd name="connsiteY337" fmla="*/ 630649 h 3998426"/>
                <a:gd name="connsiteX338" fmla="*/ 1651130 w 6067597"/>
                <a:gd name="connsiteY338" fmla="*/ 682924 h 3998426"/>
                <a:gd name="connsiteX339" fmla="*/ 1655904 w 6067597"/>
                <a:gd name="connsiteY339" fmla="*/ 705978 h 3998426"/>
                <a:gd name="connsiteX340" fmla="*/ 2252137 w 6067597"/>
                <a:gd name="connsiteY340" fmla="*/ 705978 h 3998426"/>
                <a:gd name="connsiteX341" fmla="*/ 2258422 w 6067597"/>
                <a:gd name="connsiteY341" fmla="*/ 685130 h 3998426"/>
                <a:gd name="connsiteX342" fmla="*/ 2295678 w 6067597"/>
                <a:gd name="connsiteY342" fmla="*/ 654084 h 3998426"/>
                <a:gd name="connsiteX343" fmla="*/ 2326693 w 6067597"/>
                <a:gd name="connsiteY343" fmla="*/ 647811 h 3998426"/>
                <a:gd name="connsiteX344" fmla="*/ 2610356 w 6067597"/>
                <a:gd name="connsiteY344" fmla="*/ 155470 h 3998426"/>
                <a:gd name="connsiteX345" fmla="*/ 2594877 w 6067597"/>
                <a:gd name="connsiteY345" fmla="*/ 144947 h 3998426"/>
                <a:gd name="connsiteX346" fmla="*/ 2569679 w 6067597"/>
                <a:gd name="connsiteY346" fmla="*/ 85072 h 3998426"/>
                <a:gd name="connsiteX347" fmla="*/ 2654752 w 6067597"/>
                <a:gd name="connsiteY347" fmla="*/ 0 h 3998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</a:cxnLst>
              <a:rect l="l" t="t" r="r" b="b"/>
              <a:pathLst>
                <a:path w="6067597" h="3998426">
                  <a:moveTo>
                    <a:pt x="2751292" y="2648105"/>
                  </a:moveTo>
                  <a:lnTo>
                    <a:pt x="2745981" y="2673756"/>
                  </a:lnTo>
                  <a:cubicBezTo>
                    <a:pt x="2732890" y="2704184"/>
                    <a:pt x="2702374" y="2726031"/>
                    <a:pt x="2667699" y="2726031"/>
                  </a:cubicBezTo>
                  <a:lnTo>
                    <a:pt x="2648849" y="2722128"/>
                  </a:lnTo>
                  <a:lnTo>
                    <a:pt x="2365394" y="3213923"/>
                  </a:lnTo>
                  <a:lnTo>
                    <a:pt x="2379798" y="3235111"/>
                  </a:lnTo>
                  <a:cubicBezTo>
                    <a:pt x="2384161" y="3245253"/>
                    <a:pt x="2386589" y="3256350"/>
                    <a:pt x="2386589" y="3267909"/>
                  </a:cubicBezTo>
                  <a:cubicBezTo>
                    <a:pt x="2386589" y="3279468"/>
                    <a:pt x="2384161" y="3290564"/>
                    <a:pt x="2379798" y="3300707"/>
                  </a:cubicBezTo>
                  <a:lnTo>
                    <a:pt x="2363037" y="3325361"/>
                  </a:lnTo>
                  <a:lnTo>
                    <a:pt x="2654946" y="3832069"/>
                  </a:lnTo>
                  <a:lnTo>
                    <a:pt x="2673246" y="3828280"/>
                  </a:lnTo>
                  <a:cubicBezTo>
                    <a:pt x="2696364" y="3828280"/>
                    <a:pt x="2717632" y="3837989"/>
                    <a:pt x="2733121" y="3853478"/>
                  </a:cubicBezTo>
                  <a:lnTo>
                    <a:pt x="2748996" y="3876830"/>
                  </a:lnTo>
                  <a:lnTo>
                    <a:pt x="3362832" y="3876830"/>
                  </a:lnTo>
                  <a:lnTo>
                    <a:pt x="3378334" y="3853478"/>
                  </a:lnTo>
                  <a:cubicBezTo>
                    <a:pt x="3385962" y="3845734"/>
                    <a:pt x="3395094" y="3839434"/>
                    <a:pt x="3405323" y="3835071"/>
                  </a:cubicBezTo>
                  <a:lnTo>
                    <a:pt x="3411361" y="3833850"/>
                  </a:lnTo>
                  <a:lnTo>
                    <a:pt x="3701314" y="3331887"/>
                  </a:lnTo>
                  <a:lnTo>
                    <a:pt x="3695277" y="3327783"/>
                  </a:lnTo>
                  <a:cubicBezTo>
                    <a:pt x="3679788" y="3312294"/>
                    <a:pt x="3670079" y="3291026"/>
                    <a:pt x="3670079" y="3267909"/>
                  </a:cubicBezTo>
                  <a:cubicBezTo>
                    <a:pt x="3671004" y="3244791"/>
                    <a:pt x="3680714" y="3223523"/>
                    <a:pt x="3695971" y="3208034"/>
                  </a:cubicBezTo>
                  <a:lnTo>
                    <a:pt x="3699014" y="3205932"/>
                  </a:lnTo>
                  <a:lnTo>
                    <a:pt x="3421549" y="2725730"/>
                  </a:lnTo>
                  <a:lnTo>
                    <a:pt x="3411162" y="2727881"/>
                  </a:lnTo>
                  <a:cubicBezTo>
                    <a:pt x="3376484" y="2727881"/>
                    <a:pt x="3345969" y="2706034"/>
                    <a:pt x="3332879" y="2675606"/>
                  </a:cubicBezTo>
                  <a:lnTo>
                    <a:pt x="3327185" y="2648105"/>
                  </a:lnTo>
                  <a:close/>
                  <a:moveTo>
                    <a:pt x="3861774" y="2038357"/>
                  </a:moveTo>
                  <a:lnTo>
                    <a:pt x="3861174" y="2041257"/>
                  </a:lnTo>
                  <a:cubicBezTo>
                    <a:pt x="3848084" y="2071685"/>
                    <a:pt x="3817569" y="2093532"/>
                    <a:pt x="3782892" y="2093532"/>
                  </a:cubicBezTo>
                  <a:lnTo>
                    <a:pt x="3759616" y="2088713"/>
                  </a:lnTo>
                  <a:lnTo>
                    <a:pt x="3473610" y="2586718"/>
                  </a:lnTo>
                  <a:lnTo>
                    <a:pt x="3489444" y="2610010"/>
                  </a:lnTo>
                  <a:cubicBezTo>
                    <a:pt x="3493807" y="2620152"/>
                    <a:pt x="3496235" y="2631249"/>
                    <a:pt x="3496235" y="2642808"/>
                  </a:cubicBezTo>
                  <a:cubicBezTo>
                    <a:pt x="3496235" y="2654367"/>
                    <a:pt x="3493807" y="2665463"/>
                    <a:pt x="3489444" y="2675606"/>
                  </a:cubicBezTo>
                  <a:lnTo>
                    <a:pt x="3472559" y="2700443"/>
                  </a:lnTo>
                  <a:lnTo>
                    <a:pt x="3750370" y="3183834"/>
                  </a:lnTo>
                  <a:lnTo>
                    <a:pt x="3755152" y="3182836"/>
                  </a:lnTo>
                  <a:cubicBezTo>
                    <a:pt x="3789829" y="3182836"/>
                    <a:pt x="3820344" y="3204682"/>
                    <a:pt x="3833434" y="3235111"/>
                  </a:cubicBezTo>
                  <a:lnTo>
                    <a:pt x="3840054" y="3267082"/>
                  </a:lnTo>
                  <a:lnTo>
                    <a:pt x="4494338" y="3267082"/>
                  </a:lnTo>
                  <a:lnTo>
                    <a:pt x="4816006" y="2710216"/>
                  </a:lnTo>
                  <a:lnTo>
                    <a:pt x="4804923" y="2702682"/>
                  </a:lnTo>
                  <a:cubicBezTo>
                    <a:pt x="4789434" y="2687193"/>
                    <a:pt x="4779725" y="2665925"/>
                    <a:pt x="4779725" y="2642808"/>
                  </a:cubicBezTo>
                  <a:cubicBezTo>
                    <a:pt x="4779725" y="2619690"/>
                    <a:pt x="4789434" y="2598422"/>
                    <a:pt x="4804923" y="2582933"/>
                  </a:cubicBezTo>
                  <a:lnTo>
                    <a:pt x="4807166" y="2581408"/>
                  </a:lnTo>
                  <a:lnTo>
                    <a:pt x="4520363" y="2082014"/>
                  </a:lnTo>
                  <a:lnTo>
                    <a:pt x="4500463" y="2086134"/>
                  </a:lnTo>
                  <a:cubicBezTo>
                    <a:pt x="4483125" y="2086134"/>
                    <a:pt x="4466827" y="2080672"/>
                    <a:pt x="4453227" y="2071407"/>
                  </a:cubicBezTo>
                  <a:lnTo>
                    <a:pt x="4425900" y="2038357"/>
                  </a:lnTo>
                  <a:close/>
                  <a:moveTo>
                    <a:pt x="1622108" y="2038357"/>
                  </a:moveTo>
                  <a:lnTo>
                    <a:pt x="1610530" y="2055388"/>
                  </a:lnTo>
                  <a:cubicBezTo>
                    <a:pt x="1595041" y="2070877"/>
                    <a:pt x="1573774" y="2080587"/>
                    <a:pt x="1550655" y="2080587"/>
                  </a:cubicBezTo>
                  <a:lnTo>
                    <a:pt x="1548886" y="2080220"/>
                  </a:lnTo>
                  <a:lnTo>
                    <a:pt x="1264284" y="2575779"/>
                  </a:lnTo>
                  <a:lnTo>
                    <a:pt x="1272087" y="2581083"/>
                  </a:lnTo>
                  <a:cubicBezTo>
                    <a:pt x="1287576" y="2596572"/>
                    <a:pt x="1297285" y="2617840"/>
                    <a:pt x="1297285" y="2640958"/>
                  </a:cubicBezTo>
                  <a:cubicBezTo>
                    <a:pt x="1297285" y="2664075"/>
                    <a:pt x="1287576" y="2685343"/>
                    <a:pt x="1272087" y="2700832"/>
                  </a:cubicBezTo>
                  <a:lnTo>
                    <a:pt x="1253858" y="2713225"/>
                  </a:lnTo>
                  <a:lnTo>
                    <a:pt x="1537858" y="3206206"/>
                  </a:lnTo>
                  <a:lnTo>
                    <a:pt x="1549297" y="3198613"/>
                  </a:lnTo>
                  <a:cubicBezTo>
                    <a:pt x="1559439" y="3194394"/>
                    <a:pt x="1570536" y="3192082"/>
                    <a:pt x="1582094" y="3192082"/>
                  </a:cubicBezTo>
                  <a:cubicBezTo>
                    <a:pt x="1616772" y="3192082"/>
                    <a:pt x="1647286" y="3213928"/>
                    <a:pt x="1660376" y="3244357"/>
                  </a:cubicBezTo>
                  <a:lnTo>
                    <a:pt x="1665081" y="3267082"/>
                  </a:lnTo>
                  <a:lnTo>
                    <a:pt x="2216614" y="3267082"/>
                  </a:lnTo>
                  <a:lnTo>
                    <a:pt x="2223233" y="3235111"/>
                  </a:lnTo>
                  <a:cubicBezTo>
                    <a:pt x="2236324" y="3204682"/>
                    <a:pt x="2266838" y="3182836"/>
                    <a:pt x="2301516" y="3182836"/>
                  </a:cubicBezTo>
                  <a:lnTo>
                    <a:pt x="2316723" y="3185985"/>
                  </a:lnTo>
                  <a:lnTo>
                    <a:pt x="2601556" y="2691613"/>
                  </a:lnTo>
                  <a:lnTo>
                    <a:pt x="2589416" y="2673756"/>
                  </a:lnTo>
                  <a:cubicBezTo>
                    <a:pt x="2585053" y="2663613"/>
                    <a:pt x="2582626" y="2652517"/>
                    <a:pt x="2582626" y="2640958"/>
                  </a:cubicBezTo>
                  <a:cubicBezTo>
                    <a:pt x="2582626" y="2629399"/>
                    <a:pt x="2584938" y="2618302"/>
                    <a:pt x="2589157" y="2608160"/>
                  </a:cubicBezTo>
                  <a:lnTo>
                    <a:pt x="2598681" y="2593811"/>
                  </a:lnTo>
                  <a:lnTo>
                    <a:pt x="2309617" y="2090479"/>
                  </a:lnTo>
                  <a:lnTo>
                    <a:pt x="2304235" y="2089643"/>
                  </a:lnTo>
                  <a:cubicBezTo>
                    <a:pt x="2280410" y="2082072"/>
                    <a:pt x="2260791" y="2064078"/>
                    <a:pt x="2250973" y="2041257"/>
                  </a:cubicBezTo>
                  <a:lnTo>
                    <a:pt x="2250373" y="2038357"/>
                  </a:lnTo>
                  <a:close/>
                  <a:moveTo>
                    <a:pt x="2713096" y="1403586"/>
                  </a:moveTo>
                  <a:lnTo>
                    <a:pt x="2687550" y="1420953"/>
                  </a:lnTo>
                  <a:cubicBezTo>
                    <a:pt x="2677407" y="1425317"/>
                    <a:pt x="2666311" y="1427744"/>
                    <a:pt x="2654752" y="1427744"/>
                  </a:cubicBezTo>
                  <a:lnTo>
                    <a:pt x="2654437" y="1427679"/>
                  </a:lnTo>
                  <a:lnTo>
                    <a:pt x="2364036" y="1931525"/>
                  </a:lnTo>
                  <a:lnTo>
                    <a:pt x="2389130" y="1948584"/>
                  </a:lnTo>
                  <a:cubicBezTo>
                    <a:pt x="2404619" y="1964073"/>
                    <a:pt x="2414329" y="1985341"/>
                    <a:pt x="2414329" y="2008459"/>
                  </a:cubicBezTo>
                  <a:cubicBezTo>
                    <a:pt x="2414329" y="2031576"/>
                    <a:pt x="2404619" y="2052844"/>
                    <a:pt x="2389130" y="2068333"/>
                  </a:cubicBezTo>
                  <a:lnTo>
                    <a:pt x="2362362" y="2086531"/>
                  </a:lnTo>
                  <a:lnTo>
                    <a:pt x="2635812" y="2562334"/>
                  </a:lnTo>
                  <a:lnTo>
                    <a:pt x="2667699" y="2555885"/>
                  </a:lnTo>
                  <a:cubicBezTo>
                    <a:pt x="2690816" y="2555885"/>
                    <a:pt x="2712084" y="2565594"/>
                    <a:pt x="2727573" y="2581083"/>
                  </a:cubicBezTo>
                  <a:lnTo>
                    <a:pt x="2740760" y="2600480"/>
                  </a:lnTo>
                  <a:lnTo>
                    <a:pt x="3338945" y="2600480"/>
                  </a:lnTo>
                  <a:lnTo>
                    <a:pt x="3350594" y="2582933"/>
                  </a:lnTo>
                  <a:cubicBezTo>
                    <a:pt x="3365851" y="2567444"/>
                    <a:pt x="3387120" y="2557735"/>
                    <a:pt x="3411162" y="2557735"/>
                  </a:cubicBezTo>
                  <a:lnTo>
                    <a:pt x="3432626" y="2562179"/>
                  </a:lnTo>
                  <a:lnTo>
                    <a:pt x="3719845" y="2063667"/>
                  </a:lnTo>
                  <a:lnTo>
                    <a:pt x="3704610" y="2041257"/>
                  </a:lnTo>
                  <a:cubicBezTo>
                    <a:pt x="3700246" y="2031114"/>
                    <a:pt x="3697819" y="2020018"/>
                    <a:pt x="3697819" y="2008459"/>
                  </a:cubicBezTo>
                  <a:cubicBezTo>
                    <a:pt x="3697819" y="1996900"/>
                    <a:pt x="3700246" y="1985804"/>
                    <a:pt x="3704610" y="1975661"/>
                  </a:cubicBezTo>
                  <a:lnTo>
                    <a:pt x="3718602" y="1955078"/>
                  </a:lnTo>
                  <a:lnTo>
                    <a:pt x="3428683" y="1453324"/>
                  </a:lnTo>
                  <a:lnTo>
                    <a:pt x="3409311" y="1457335"/>
                  </a:lnTo>
                  <a:cubicBezTo>
                    <a:pt x="3374635" y="1457335"/>
                    <a:pt x="3344119" y="1435488"/>
                    <a:pt x="3331029" y="1405060"/>
                  </a:cubicBezTo>
                  <a:lnTo>
                    <a:pt x="3330724" y="1403586"/>
                  </a:lnTo>
                  <a:close/>
                  <a:moveTo>
                    <a:pt x="4945558" y="1393089"/>
                  </a:moveTo>
                  <a:lnTo>
                    <a:pt x="4943080" y="1405060"/>
                  </a:lnTo>
                  <a:cubicBezTo>
                    <a:pt x="4929990" y="1435488"/>
                    <a:pt x="4899475" y="1457335"/>
                    <a:pt x="4864798" y="1457335"/>
                  </a:cubicBezTo>
                  <a:lnTo>
                    <a:pt x="4854215" y="1455144"/>
                  </a:lnTo>
                  <a:lnTo>
                    <a:pt x="4567772" y="1952122"/>
                  </a:lnTo>
                  <a:lnTo>
                    <a:pt x="4578745" y="1968263"/>
                  </a:lnTo>
                  <a:cubicBezTo>
                    <a:pt x="4583108" y="1978406"/>
                    <a:pt x="4585536" y="1989502"/>
                    <a:pt x="4585536" y="2001061"/>
                  </a:cubicBezTo>
                  <a:cubicBezTo>
                    <a:pt x="4585536" y="2012620"/>
                    <a:pt x="4583108" y="2023716"/>
                    <a:pt x="4578745" y="2033859"/>
                  </a:cubicBezTo>
                  <a:lnTo>
                    <a:pt x="4562461" y="2057813"/>
                  </a:lnTo>
                  <a:lnTo>
                    <a:pt x="4851988" y="2560387"/>
                  </a:lnTo>
                  <a:lnTo>
                    <a:pt x="4864798" y="2557735"/>
                  </a:lnTo>
                  <a:cubicBezTo>
                    <a:pt x="4899475" y="2557735"/>
                    <a:pt x="4929990" y="2579581"/>
                    <a:pt x="4943080" y="2610010"/>
                  </a:cubicBezTo>
                  <a:lnTo>
                    <a:pt x="4945524" y="2621814"/>
                  </a:lnTo>
                  <a:lnTo>
                    <a:pt x="5510489" y="2621814"/>
                  </a:lnTo>
                  <a:lnTo>
                    <a:pt x="5510241" y="2620615"/>
                  </a:lnTo>
                  <a:cubicBezTo>
                    <a:pt x="5510241" y="2572530"/>
                    <a:pt x="5549079" y="2535542"/>
                    <a:pt x="5595314" y="2535542"/>
                  </a:cubicBezTo>
                  <a:cubicBezTo>
                    <a:pt x="5606873" y="2535542"/>
                    <a:pt x="5617969" y="2537969"/>
                    <a:pt x="5628112" y="2542333"/>
                  </a:cubicBezTo>
                  <a:lnTo>
                    <a:pt x="5635993" y="2547691"/>
                  </a:lnTo>
                  <a:lnTo>
                    <a:pt x="5922730" y="2051297"/>
                  </a:lnTo>
                  <a:lnTo>
                    <a:pt x="5922650" y="2051242"/>
                  </a:lnTo>
                  <a:cubicBezTo>
                    <a:pt x="5907161" y="2035754"/>
                    <a:pt x="5897451" y="2014485"/>
                    <a:pt x="5897451" y="1991369"/>
                  </a:cubicBezTo>
                  <a:cubicBezTo>
                    <a:pt x="5897451" y="1979347"/>
                    <a:pt x="5899879" y="1968020"/>
                    <a:pt x="5904242" y="1957790"/>
                  </a:cubicBezTo>
                  <a:lnTo>
                    <a:pt x="5911949" y="1946490"/>
                  </a:lnTo>
                  <a:lnTo>
                    <a:pt x="5618559" y="1435627"/>
                  </a:lnTo>
                  <a:lnTo>
                    <a:pt x="5611959" y="1436993"/>
                  </a:lnTo>
                  <a:cubicBezTo>
                    <a:pt x="5588840" y="1436993"/>
                    <a:pt x="5567572" y="1427284"/>
                    <a:pt x="5552084" y="1411794"/>
                  </a:cubicBezTo>
                  <a:lnTo>
                    <a:pt x="5539368" y="1393089"/>
                  </a:lnTo>
                  <a:close/>
                  <a:moveTo>
                    <a:pt x="553209" y="1393089"/>
                  </a:moveTo>
                  <a:lnTo>
                    <a:pt x="550730" y="1405060"/>
                  </a:lnTo>
                  <a:cubicBezTo>
                    <a:pt x="537640" y="1435488"/>
                    <a:pt x="507125" y="1457335"/>
                    <a:pt x="472448" y="1457335"/>
                  </a:cubicBezTo>
                  <a:lnTo>
                    <a:pt x="440939" y="1450811"/>
                  </a:lnTo>
                  <a:lnTo>
                    <a:pt x="145534" y="1965181"/>
                  </a:lnTo>
                  <a:lnTo>
                    <a:pt x="163355" y="1991395"/>
                  </a:lnTo>
                  <a:cubicBezTo>
                    <a:pt x="167718" y="2001538"/>
                    <a:pt x="170146" y="2012635"/>
                    <a:pt x="170146" y="2024194"/>
                  </a:cubicBezTo>
                  <a:cubicBezTo>
                    <a:pt x="170146" y="2035753"/>
                    <a:pt x="167718" y="2046849"/>
                    <a:pt x="163355" y="2056992"/>
                  </a:cubicBezTo>
                  <a:lnTo>
                    <a:pt x="155423" y="2068659"/>
                  </a:lnTo>
                  <a:lnTo>
                    <a:pt x="435185" y="2554283"/>
                  </a:lnTo>
                  <a:lnTo>
                    <a:pt x="439651" y="2551319"/>
                  </a:lnTo>
                  <a:cubicBezTo>
                    <a:pt x="449793" y="2547100"/>
                    <a:pt x="460890" y="2544788"/>
                    <a:pt x="472448" y="2544788"/>
                  </a:cubicBezTo>
                  <a:cubicBezTo>
                    <a:pt x="507125" y="2544788"/>
                    <a:pt x="537640" y="2566634"/>
                    <a:pt x="550730" y="2597063"/>
                  </a:cubicBezTo>
                  <a:lnTo>
                    <a:pt x="555855" y="2621814"/>
                  </a:lnTo>
                  <a:lnTo>
                    <a:pt x="1131103" y="2621814"/>
                  </a:lnTo>
                  <a:lnTo>
                    <a:pt x="1133930" y="2608160"/>
                  </a:lnTo>
                  <a:cubicBezTo>
                    <a:pt x="1147021" y="2577731"/>
                    <a:pt x="1177536" y="2555885"/>
                    <a:pt x="1212212" y="2555885"/>
                  </a:cubicBezTo>
                  <a:lnTo>
                    <a:pt x="1217359" y="2556951"/>
                  </a:lnTo>
                  <a:lnTo>
                    <a:pt x="1502485" y="2063345"/>
                  </a:lnTo>
                  <a:lnTo>
                    <a:pt x="1490781" y="2055388"/>
                  </a:lnTo>
                  <a:cubicBezTo>
                    <a:pt x="1475292" y="2039900"/>
                    <a:pt x="1465582" y="2018632"/>
                    <a:pt x="1465582" y="1995515"/>
                  </a:cubicBezTo>
                  <a:cubicBezTo>
                    <a:pt x="1465582" y="1971472"/>
                    <a:pt x="1475292" y="1950204"/>
                    <a:pt x="1490781" y="1934947"/>
                  </a:cubicBezTo>
                  <a:lnTo>
                    <a:pt x="1491201" y="1934668"/>
                  </a:lnTo>
                  <a:lnTo>
                    <a:pt x="1197912" y="1427081"/>
                  </a:lnTo>
                  <a:lnTo>
                    <a:pt x="1168318" y="1420954"/>
                  </a:lnTo>
                  <a:lnTo>
                    <a:pt x="1134618" y="1393089"/>
                  </a:lnTo>
                  <a:close/>
                  <a:moveTo>
                    <a:pt x="3863568" y="753603"/>
                  </a:moveTo>
                  <a:lnTo>
                    <a:pt x="3861174" y="765163"/>
                  </a:lnTo>
                  <a:cubicBezTo>
                    <a:pt x="3848084" y="795592"/>
                    <a:pt x="3817569" y="817439"/>
                    <a:pt x="3782892" y="817439"/>
                  </a:cubicBezTo>
                  <a:lnTo>
                    <a:pt x="3756139" y="811899"/>
                  </a:lnTo>
                  <a:lnTo>
                    <a:pt x="3468099" y="1311649"/>
                  </a:lnTo>
                  <a:lnTo>
                    <a:pt x="3469186" y="1312387"/>
                  </a:lnTo>
                  <a:cubicBezTo>
                    <a:pt x="3484675" y="1327876"/>
                    <a:pt x="3494384" y="1349144"/>
                    <a:pt x="3494384" y="1372262"/>
                  </a:cubicBezTo>
                  <a:cubicBezTo>
                    <a:pt x="3494384" y="1383821"/>
                    <a:pt x="3491956" y="1394917"/>
                    <a:pt x="3487593" y="1405060"/>
                  </a:cubicBezTo>
                  <a:lnTo>
                    <a:pt x="3470480" y="1430233"/>
                  </a:lnTo>
                  <a:lnTo>
                    <a:pt x="3757597" y="1928624"/>
                  </a:lnTo>
                  <a:lnTo>
                    <a:pt x="3782892" y="1923387"/>
                  </a:lnTo>
                  <a:cubicBezTo>
                    <a:pt x="3817569" y="1923387"/>
                    <a:pt x="3848084" y="1945233"/>
                    <a:pt x="3861174" y="1975661"/>
                  </a:cubicBezTo>
                  <a:lnTo>
                    <a:pt x="3862555" y="1982329"/>
                  </a:lnTo>
                  <a:lnTo>
                    <a:pt x="4419178" y="1982329"/>
                  </a:lnTo>
                  <a:lnTo>
                    <a:pt x="4422181" y="1967483"/>
                  </a:lnTo>
                  <a:cubicBezTo>
                    <a:pt x="4435271" y="1936795"/>
                    <a:pt x="4465787" y="1915989"/>
                    <a:pt x="4500463" y="1915989"/>
                  </a:cubicBezTo>
                  <a:lnTo>
                    <a:pt x="4528636" y="1921822"/>
                  </a:lnTo>
                  <a:lnTo>
                    <a:pt x="4809123" y="1434992"/>
                  </a:lnTo>
                  <a:lnTo>
                    <a:pt x="4804923" y="1432137"/>
                  </a:lnTo>
                  <a:cubicBezTo>
                    <a:pt x="4789434" y="1416647"/>
                    <a:pt x="4779725" y="1395379"/>
                    <a:pt x="4779725" y="1372262"/>
                  </a:cubicBezTo>
                  <a:cubicBezTo>
                    <a:pt x="4779725" y="1348220"/>
                    <a:pt x="4789434" y="1326952"/>
                    <a:pt x="4804923" y="1311694"/>
                  </a:cubicBezTo>
                  <a:lnTo>
                    <a:pt x="4812801" y="1306465"/>
                  </a:lnTo>
                  <a:lnTo>
                    <a:pt x="4533745" y="820561"/>
                  </a:lnTo>
                  <a:lnTo>
                    <a:pt x="4504162" y="826687"/>
                  </a:lnTo>
                  <a:cubicBezTo>
                    <a:pt x="4469486" y="826687"/>
                    <a:pt x="4438970" y="804840"/>
                    <a:pt x="4425880" y="774412"/>
                  </a:cubicBezTo>
                  <a:lnTo>
                    <a:pt x="4421571" y="753603"/>
                  </a:lnTo>
                  <a:close/>
                  <a:moveTo>
                    <a:pt x="1647674" y="753603"/>
                  </a:moveTo>
                  <a:lnTo>
                    <a:pt x="1632723" y="775596"/>
                  </a:lnTo>
                  <a:cubicBezTo>
                    <a:pt x="1617234" y="791085"/>
                    <a:pt x="1595966" y="800795"/>
                    <a:pt x="1572848" y="800795"/>
                  </a:cubicBezTo>
                  <a:lnTo>
                    <a:pt x="1548698" y="795794"/>
                  </a:lnTo>
                  <a:lnTo>
                    <a:pt x="1265337" y="1289191"/>
                  </a:lnTo>
                  <a:lnTo>
                    <a:pt x="1279398" y="1309873"/>
                  </a:lnTo>
                  <a:cubicBezTo>
                    <a:pt x="1283761" y="1320016"/>
                    <a:pt x="1286189" y="1331113"/>
                    <a:pt x="1286189" y="1342672"/>
                  </a:cubicBezTo>
                  <a:cubicBezTo>
                    <a:pt x="1286189" y="1365789"/>
                    <a:pt x="1276479" y="1387057"/>
                    <a:pt x="1260990" y="1402546"/>
                  </a:cubicBezTo>
                  <a:lnTo>
                    <a:pt x="1246811" y="1412185"/>
                  </a:lnTo>
                  <a:lnTo>
                    <a:pt x="1534962" y="1913567"/>
                  </a:lnTo>
                  <a:lnTo>
                    <a:pt x="1550655" y="1910442"/>
                  </a:lnTo>
                  <a:cubicBezTo>
                    <a:pt x="1585332" y="1910442"/>
                    <a:pt x="1615847" y="1932288"/>
                    <a:pt x="1628937" y="1962716"/>
                  </a:cubicBezTo>
                  <a:lnTo>
                    <a:pt x="1632998" y="1982328"/>
                  </a:lnTo>
                  <a:lnTo>
                    <a:pt x="2249386" y="1982328"/>
                  </a:lnTo>
                  <a:lnTo>
                    <a:pt x="2250714" y="1975661"/>
                  </a:lnTo>
                  <a:cubicBezTo>
                    <a:pt x="2259152" y="1955375"/>
                    <a:pt x="2275218" y="1938904"/>
                    <a:pt x="2295678" y="1930178"/>
                  </a:cubicBezTo>
                  <a:lnTo>
                    <a:pt x="2310597" y="1927161"/>
                  </a:lnTo>
                  <a:lnTo>
                    <a:pt x="2608346" y="1411702"/>
                  </a:lnTo>
                  <a:lnTo>
                    <a:pt x="2594877" y="1402546"/>
                  </a:lnTo>
                  <a:cubicBezTo>
                    <a:pt x="2579388" y="1387057"/>
                    <a:pt x="2569679" y="1365789"/>
                    <a:pt x="2569679" y="1342672"/>
                  </a:cubicBezTo>
                  <a:cubicBezTo>
                    <a:pt x="2569679" y="1331113"/>
                    <a:pt x="2572106" y="1320016"/>
                    <a:pt x="2576470" y="1309873"/>
                  </a:cubicBezTo>
                  <a:lnTo>
                    <a:pt x="2588764" y="1291789"/>
                  </a:lnTo>
                  <a:lnTo>
                    <a:pt x="2474142" y="1092204"/>
                  </a:lnTo>
                  <a:lnTo>
                    <a:pt x="2313494" y="814175"/>
                  </a:lnTo>
                  <a:lnTo>
                    <a:pt x="2296457" y="810648"/>
                  </a:lnTo>
                  <a:cubicBezTo>
                    <a:pt x="2281243" y="804102"/>
                    <a:pt x="2268174" y="793201"/>
                    <a:pt x="2258909" y="779601"/>
                  </a:cubicBezTo>
                  <a:lnTo>
                    <a:pt x="2250804" y="753603"/>
                  </a:lnTo>
                  <a:close/>
                  <a:moveTo>
                    <a:pt x="2726667" y="127236"/>
                  </a:moveTo>
                  <a:lnTo>
                    <a:pt x="2714627" y="144947"/>
                  </a:lnTo>
                  <a:cubicBezTo>
                    <a:pt x="2706882" y="152691"/>
                    <a:pt x="2697693" y="158991"/>
                    <a:pt x="2687550" y="163354"/>
                  </a:cubicBezTo>
                  <a:lnTo>
                    <a:pt x="2656270" y="169831"/>
                  </a:lnTo>
                  <a:lnTo>
                    <a:pt x="2373638" y="661959"/>
                  </a:lnTo>
                  <a:lnTo>
                    <a:pt x="2389130" y="672491"/>
                  </a:lnTo>
                  <a:cubicBezTo>
                    <a:pt x="2404619" y="687979"/>
                    <a:pt x="2414329" y="709248"/>
                    <a:pt x="2414329" y="732366"/>
                  </a:cubicBezTo>
                  <a:cubicBezTo>
                    <a:pt x="2414329" y="755483"/>
                    <a:pt x="2404619" y="776751"/>
                    <a:pt x="2389130" y="792240"/>
                  </a:cubicBezTo>
                  <a:lnTo>
                    <a:pt x="2365941" y="808005"/>
                  </a:lnTo>
                  <a:lnTo>
                    <a:pt x="2627563" y="1263228"/>
                  </a:lnTo>
                  <a:lnTo>
                    <a:pt x="2654752" y="1257599"/>
                  </a:lnTo>
                  <a:cubicBezTo>
                    <a:pt x="2700988" y="1257599"/>
                    <a:pt x="2739825" y="1296435"/>
                    <a:pt x="2739825" y="1342672"/>
                  </a:cubicBezTo>
                  <a:lnTo>
                    <a:pt x="2737073" y="1355961"/>
                  </a:lnTo>
                  <a:lnTo>
                    <a:pt x="3327534" y="1355961"/>
                  </a:lnTo>
                  <a:lnTo>
                    <a:pt x="3331029" y="1338684"/>
                  </a:lnTo>
                  <a:cubicBezTo>
                    <a:pt x="3344119" y="1307995"/>
                    <a:pt x="3374635" y="1287189"/>
                    <a:pt x="3409311" y="1287189"/>
                  </a:cubicBezTo>
                  <a:lnTo>
                    <a:pt x="3424449" y="1290324"/>
                  </a:lnTo>
                  <a:lnTo>
                    <a:pt x="3713854" y="789310"/>
                  </a:lnTo>
                  <a:lnTo>
                    <a:pt x="3717144" y="783600"/>
                  </a:lnTo>
                  <a:lnTo>
                    <a:pt x="3704610" y="765163"/>
                  </a:lnTo>
                  <a:cubicBezTo>
                    <a:pt x="3700246" y="755021"/>
                    <a:pt x="3697819" y="743924"/>
                    <a:pt x="3697819" y="732366"/>
                  </a:cubicBezTo>
                  <a:cubicBezTo>
                    <a:pt x="3697819" y="720807"/>
                    <a:pt x="3700246" y="709710"/>
                    <a:pt x="3704610" y="699567"/>
                  </a:cubicBezTo>
                  <a:lnTo>
                    <a:pt x="3710880" y="690343"/>
                  </a:lnTo>
                  <a:lnTo>
                    <a:pt x="3422665" y="188490"/>
                  </a:lnTo>
                  <a:lnTo>
                    <a:pt x="3413010" y="190489"/>
                  </a:lnTo>
                  <a:cubicBezTo>
                    <a:pt x="3378334" y="190489"/>
                    <a:pt x="3347818" y="168642"/>
                    <a:pt x="3334728" y="138214"/>
                  </a:cubicBezTo>
                  <a:lnTo>
                    <a:pt x="3332455" y="127236"/>
                  </a:lnTo>
                  <a:close/>
                  <a:moveTo>
                    <a:pt x="2654752" y="0"/>
                  </a:moveTo>
                  <a:cubicBezTo>
                    <a:pt x="2689429" y="0"/>
                    <a:pt x="2719944" y="21845"/>
                    <a:pt x="2733034" y="52274"/>
                  </a:cubicBezTo>
                  <a:lnTo>
                    <a:pt x="2738694" y="79611"/>
                  </a:lnTo>
                  <a:lnTo>
                    <a:pt x="3333155" y="79611"/>
                  </a:lnTo>
                  <a:lnTo>
                    <a:pt x="3334728" y="71838"/>
                  </a:lnTo>
                  <a:cubicBezTo>
                    <a:pt x="3347818" y="41149"/>
                    <a:pt x="3378334" y="20343"/>
                    <a:pt x="3413010" y="20343"/>
                  </a:cubicBezTo>
                  <a:cubicBezTo>
                    <a:pt x="3459246" y="20343"/>
                    <a:pt x="3498083" y="59180"/>
                    <a:pt x="3498083" y="105416"/>
                  </a:cubicBezTo>
                  <a:cubicBezTo>
                    <a:pt x="3498083" y="128533"/>
                    <a:pt x="3488373" y="149801"/>
                    <a:pt x="3472885" y="165290"/>
                  </a:cubicBezTo>
                  <a:lnTo>
                    <a:pt x="3466747" y="169463"/>
                  </a:lnTo>
                  <a:lnTo>
                    <a:pt x="3746622" y="656444"/>
                  </a:lnTo>
                  <a:lnTo>
                    <a:pt x="3750094" y="654083"/>
                  </a:lnTo>
                  <a:cubicBezTo>
                    <a:pt x="3760237" y="649720"/>
                    <a:pt x="3771333" y="647293"/>
                    <a:pt x="3782892" y="647293"/>
                  </a:cubicBezTo>
                  <a:cubicBezTo>
                    <a:pt x="3817569" y="647293"/>
                    <a:pt x="3848084" y="669138"/>
                    <a:pt x="3861174" y="699567"/>
                  </a:cubicBezTo>
                  <a:lnTo>
                    <a:pt x="3862501" y="705978"/>
                  </a:lnTo>
                  <a:lnTo>
                    <a:pt x="4427808" y="705978"/>
                  </a:lnTo>
                  <a:lnTo>
                    <a:pt x="4444287" y="681739"/>
                  </a:lnTo>
                  <a:cubicBezTo>
                    <a:pt x="4459776" y="666250"/>
                    <a:pt x="4481044" y="656541"/>
                    <a:pt x="4504162" y="656541"/>
                  </a:cubicBezTo>
                  <a:cubicBezTo>
                    <a:pt x="4550398" y="656541"/>
                    <a:pt x="4589235" y="695378"/>
                    <a:pt x="4589235" y="741614"/>
                  </a:cubicBezTo>
                  <a:cubicBezTo>
                    <a:pt x="4589235" y="753173"/>
                    <a:pt x="4586807" y="764269"/>
                    <a:pt x="4582444" y="774412"/>
                  </a:cubicBezTo>
                  <a:lnTo>
                    <a:pt x="4571497" y="790515"/>
                  </a:lnTo>
                  <a:lnTo>
                    <a:pt x="4857749" y="1288593"/>
                  </a:lnTo>
                  <a:lnTo>
                    <a:pt x="4864798" y="1287189"/>
                  </a:lnTo>
                  <a:cubicBezTo>
                    <a:pt x="4899475" y="1287189"/>
                    <a:pt x="4929990" y="1309035"/>
                    <a:pt x="4943080" y="1339464"/>
                  </a:cubicBezTo>
                  <a:lnTo>
                    <a:pt x="4944322" y="1345464"/>
                  </a:lnTo>
                  <a:lnTo>
                    <a:pt x="5528171" y="1345464"/>
                  </a:lnTo>
                  <a:lnTo>
                    <a:pt x="5533417" y="1319122"/>
                  </a:lnTo>
                  <a:cubicBezTo>
                    <a:pt x="5546073" y="1288693"/>
                    <a:pt x="5575895" y="1266847"/>
                    <a:pt x="5611959" y="1266847"/>
                  </a:cubicBezTo>
                  <a:cubicBezTo>
                    <a:pt x="5658193" y="1266847"/>
                    <a:pt x="5697032" y="1305684"/>
                    <a:pt x="5697032" y="1351920"/>
                  </a:cubicBezTo>
                  <a:cubicBezTo>
                    <a:pt x="5697032" y="1375037"/>
                    <a:pt x="5687322" y="1396306"/>
                    <a:pt x="5671833" y="1411794"/>
                  </a:cubicBezTo>
                  <a:lnTo>
                    <a:pt x="5663233" y="1417641"/>
                  </a:lnTo>
                  <a:lnTo>
                    <a:pt x="5948348" y="1913741"/>
                  </a:lnTo>
                  <a:lnTo>
                    <a:pt x="5949726" y="1912826"/>
                  </a:lnTo>
                  <a:cubicBezTo>
                    <a:pt x="5959869" y="1908608"/>
                    <a:pt x="5970966" y="1906296"/>
                    <a:pt x="5982524" y="1906296"/>
                  </a:cubicBezTo>
                  <a:cubicBezTo>
                    <a:pt x="6028760" y="1906296"/>
                    <a:pt x="6067597" y="1945133"/>
                    <a:pt x="6067597" y="1991369"/>
                  </a:cubicBezTo>
                  <a:cubicBezTo>
                    <a:pt x="6067597" y="2037602"/>
                    <a:pt x="6028760" y="2076441"/>
                    <a:pt x="5982524" y="2076441"/>
                  </a:cubicBezTo>
                  <a:lnTo>
                    <a:pt x="5965562" y="2072929"/>
                  </a:lnTo>
                  <a:lnTo>
                    <a:pt x="5670999" y="2583996"/>
                  </a:lnTo>
                  <a:lnTo>
                    <a:pt x="5673596" y="2587817"/>
                  </a:lnTo>
                  <a:cubicBezTo>
                    <a:pt x="5677959" y="2597959"/>
                    <a:pt x="5680387" y="2609056"/>
                    <a:pt x="5680387" y="2620615"/>
                  </a:cubicBezTo>
                  <a:cubicBezTo>
                    <a:pt x="5680387" y="2666849"/>
                    <a:pt x="5641550" y="2705688"/>
                    <a:pt x="5595314" y="2705688"/>
                  </a:cubicBezTo>
                  <a:cubicBezTo>
                    <a:pt x="5572197" y="2705688"/>
                    <a:pt x="5550928" y="2695978"/>
                    <a:pt x="5535439" y="2680489"/>
                  </a:cubicBezTo>
                  <a:lnTo>
                    <a:pt x="5527927" y="2669439"/>
                  </a:lnTo>
                  <a:lnTo>
                    <a:pt x="4944357" y="2669439"/>
                  </a:lnTo>
                  <a:lnTo>
                    <a:pt x="4943080" y="2675606"/>
                  </a:lnTo>
                  <a:cubicBezTo>
                    <a:pt x="4929990" y="2706034"/>
                    <a:pt x="4899475" y="2727881"/>
                    <a:pt x="4864798" y="2727881"/>
                  </a:cubicBezTo>
                  <a:lnTo>
                    <a:pt x="4861531" y="2727204"/>
                  </a:lnTo>
                  <a:lnTo>
                    <a:pt x="4522913" y="3314707"/>
                  </a:lnTo>
                  <a:lnTo>
                    <a:pt x="3823916" y="3314707"/>
                  </a:lnTo>
                  <a:lnTo>
                    <a:pt x="3815027" y="3327783"/>
                  </a:lnTo>
                  <a:cubicBezTo>
                    <a:pt x="3799538" y="3343272"/>
                    <a:pt x="3778270" y="3352982"/>
                    <a:pt x="3755152" y="3352982"/>
                  </a:cubicBezTo>
                  <a:lnTo>
                    <a:pt x="3745625" y="3351009"/>
                  </a:lnTo>
                  <a:lnTo>
                    <a:pt x="3467168" y="3834133"/>
                  </a:lnTo>
                  <a:lnTo>
                    <a:pt x="3471699" y="3835071"/>
                  </a:lnTo>
                  <a:cubicBezTo>
                    <a:pt x="3502128" y="3848161"/>
                    <a:pt x="3523975" y="3878676"/>
                    <a:pt x="3523975" y="3913353"/>
                  </a:cubicBezTo>
                  <a:cubicBezTo>
                    <a:pt x="3523975" y="3959587"/>
                    <a:pt x="3485136" y="3998426"/>
                    <a:pt x="3438902" y="3998426"/>
                  </a:cubicBezTo>
                  <a:cubicBezTo>
                    <a:pt x="3404224" y="3998426"/>
                    <a:pt x="3373710" y="3976579"/>
                    <a:pt x="3360619" y="3946151"/>
                  </a:cubicBezTo>
                  <a:lnTo>
                    <a:pt x="3356127" y="3924455"/>
                  </a:lnTo>
                  <a:lnTo>
                    <a:pt x="2756020" y="3924455"/>
                  </a:lnTo>
                  <a:lnTo>
                    <a:pt x="2751528" y="3946151"/>
                  </a:lnTo>
                  <a:cubicBezTo>
                    <a:pt x="2738438" y="3976579"/>
                    <a:pt x="2707923" y="3998426"/>
                    <a:pt x="2673246" y="3998426"/>
                  </a:cubicBezTo>
                  <a:cubicBezTo>
                    <a:pt x="2627011" y="3998426"/>
                    <a:pt x="2588173" y="3959587"/>
                    <a:pt x="2588173" y="3913353"/>
                  </a:cubicBezTo>
                  <a:cubicBezTo>
                    <a:pt x="2588173" y="3901794"/>
                    <a:pt x="2590600" y="3890697"/>
                    <a:pt x="2594964" y="3880555"/>
                  </a:cubicBezTo>
                  <a:lnTo>
                    <a:pt x="2613198" y="3853733"/>
                  </a:lnTo>
                  <a:lnTo>
                    <a:pt x="2321471" y="3348850"/>
                  </a:lnTo>
                  <a:lnTo>
                    <a:pt x="2301516" y="3352982"/>
                  </a:lnTo>
                  <a:cubicBezTo>
                    <a:pt x="2278398" y="3352982"/>
                    <a:pt x="2257129" y="3343272"/>
                    <a:pt x="2241641" y="3327783"/>
                  </a:cubicBezTo>
                  <a:lnTo>
                    <a:pt x="2232751" y="3314707"/>
                  </a:lnTo>
                  <a:lnTo>
                    <a:pt x="1657144" y="3314707"/>
                  </a:lnTo>
                  <a:lnTo>
                    <a:pt x="1641969" y="3337029"/>
                  </a:lnTo>
                  <a:cubicBezTo>
                    <a:pt x="1626481" y="3352518"/>
                    <a:pt x="1605212" y="3362228"/>
                    <a:pt x="1582094" y="3362228"/>
                  </a:cubicBezTo>
                  <a:cubicBezTo>
                    <a:pt x="1535860" y="3362228"/>
                    <a:pt x="1497021" y="3323389"/>
                    <a:pt x="1497021" y="3277155"/>
                  </a:cubicBezTo>
                  <a:cubicBezTo>
                    <a:pt x="1497021" y="3265134"/>
                    <a:pt x="1499448" y="3253806"/>
                    <a:pt x="1503812" y="3243577"/>
                  </a:cubicBezTo>
                  <a:lnTo>
                    <a:pt x="1504541" y="3242508"/>
                  </a:lnTo>
                  <a:lnTo>
                    <a:pt x="1205513" y="2724990"/>
                  </a:lnTo>
                  <a:lnTo>
                    <a:pt x="1187193" y="2722142"/>
                  </a:lnTo>
                  <a:cubicBezTo>
                    <a:pt x="1163368" y="2714571"/>
                    <a:pt x="1143748" y="2696577"/>
                    <a:pt x="1133930" y="2673756"/>
                  </a:cubicBezTo>
                  <a:lnTo>
                    <a:pt x="1133036" y="2669439"/>
                  </a:lnTo>
                  <a:lnTo>
                    <a:pt x="546121" y="2669439"/>
                  </a:lnTo>
                  <a:lnTo>
                    <a:pt x="532323" y="2689735"/>
                  </a:lnTo>
                  <a:cubicBezTo>
                    <a:pt x="516834" y="2705224"/>
                    <a:pt x="495567" y="2714934"/>
                    <a:pt x="472448" y="2714934"/>
                  </a:cubicBezTo>
                  <a:cubicBezTo>
                    <a:pt x="426214" y="2714934"/>
                    <a:pt x="387375" y="2676095"/>
                    <a:pt x="387375" y="2629861"/>
                  </a:cubicBezTo>
                  <a:cubicBezTo>
                    <a:pt x="387375" y="2617840"/>
                    <a:pt x="389803" y="2606512"/>
                    <a:pt x="394166" y="2596283"/>
                  </a:cubicBezTo>
                  <a:lnTo>
                    <a:pt x="400111" y="2587565"/>
                  </a:lnTo>
                  <a:lnTo>
                    <a:pt x="119272" y="2101524"/>
                  </a:lnTo>
                  <a:lnTo>
                    <a:pt x="117871" y="2102476"/>
                  </a:lnTo>
                  <a:cubicBezTo>
                    <a:pt x="107729" y="2106839"/>
                    <a:pt x="96632" y="2109267"/>
                    <a:pt x="85073" y="2109267"/>
                  </a:cubicBezTo>
                  <a:cubicBezTo>
                    <a:pt x="38839" y="2109267"/>
                    <a:pt x="0" y="2070428"/>
                    <a:pt x="0" y="2024194"/>
                  </a:cubicBezTo>
                  <a:cubicBezTo>
                    <a:pt x="0" y="1976109"/>
                    <a:pt x="38839" y="1939121"/>
                    <a:pt x="85073" y="1939121"/>
                  </a:cubicBezTo>
                  <a:lnTo>
                    <a:pt x="103219" y="1942878"/>
                  </a:lnTo>
                  <a:lnTo>
                    <a:pt x="404405" y="1420121"/>
                  </a:lnTo>
                  <a:lnTo>
                    <a:pt x="394166" y="1405060"/>
                  </a:lnTo>
                  <a:cubicBezTo>
                    <a:pt x="389803" y="1394917"/>
                    <a:pt x="387375" y="1383821"/>
                    <a:pt x="387375" y="1372262"/>
                  </a:cubicBezTo>
                  <a:cubicBezTo>
                    <a:pt x="387375" y="1324178"/>
                    <a:pt x="426214" y="1287189"/>
                    <a:pt x="472448" y="1287189"/>
                  </a:cubicBezTo>
                  <a:cubicBezTo>
                    <a:pt x="507125" y="1287189"/>
                    <a:pt x="537640" y="1309035"/>
                    <a:pt x="550730" y="1339464"/>
                  </a:cubicBezTo>
                  <a:lnTo>
                    <a:pt x="551972" y="1345464"/>
                  </a:lnTo>
                  <a:lnTo>
                    <a:pt x="1116914" y="1345464"/>
                  </a:lnTo>
                  <a:lnTo>
                    <a:pt x="1116043" y="1342672"/>
                  </a:lnTo>
                  <a:cubicBezTo>
                    <a:pt x="1116043" y="1296435"/>
                    <a:pt x="1153031" y="1257599"/>
                    <a:pt x="1201116" y="1257599"/>
                  </a:cubicBezTo>
                  <a:lnTo>
                    <a:pt x="1225529" y="1262653"/>
                  </a:lnTo>
                  <a:lnTo>
                    <a:pt x="1509279" y="770162"/>
                  </a:lnTo>
                  <a:lnTo>
                    <a:pt x="1494566" y="748520"/>
                  </a:lnTo>
                  <a:cubicBezTo>
                    <a:pt x="1490202" y="738377"/>
                    <a:pt x="1487775" y="727281"/>
                    <a:pt x="1487775" y="715722"/>
                  </a:cubicBezTo>
                  <a:cubicBezTo>
                    <a:pt x="1487775" y="667637"/>
                    <a:pt x="1526614" y="630649"/>
                    <a:pt x="1572848" y="630649"/>
                  </a:cubicBezTo>
                  <a:cubicBezTo>
                    <a:pt x="1607525" y="630649"/>
                    <a:pt x="1638040" y="652495"/>
                    <a:pt x="1651130" y="682924"/>
                  </a:cubicBezTo>
                  <a:lnTo>
                    <a:pt x="1655904" y="705978"/>
                  </a:lnTo>
                  <a:lnTo>
                    <a:pt x="2252137" y="705978"/>
                  </a:lnTo>
                  <a:lnTo>
                    <a:pt x="2258422" y="685130"/>
                  </a:lnTo>
                  <a:cubicBezTo>
                    <a:pt x="2267460" y="671530"/>
                    <a:pt x="2280333" y="660629"/>
                    <a:pt x="2295678" y="654084"/>
                  </a:cubicBezTo>
                  <a:lnTo>
                    <a:pt x="2326693" y="647811"/>
                  </a:lnTo>
                  <a:lnTo>
                    <a:pt x="2610356" y="155470"/>
                  </a:lnTo>
                  <a:lnTo>
                    <a:pt x="2594877" y="144947"/>
                  </a:lnTo>
                  <a:cubicBezTo>
                    <a:pt x="2579388" y="129458"/>
                    <a:pt x="2569679" y="108190"/>
                    <a:pt x="2569679" y="85072"/>
                  </a:cubicBezTo>
                  <a:cubicBezTo>
                    <a:pt x="2569679" y="38836"/>
                    <a:pt x="2608517" y="0"/>
                    <a:pt x="2654752" y="0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8F52D0-5D87-405E-BA65-56AF9A3D3B55}"/>
              </a:ext>
            </a:extLst>
          </p:cNvPr>
          <p:cNvGrpSpPr/>
          <p:nvPr/>
        </p:nvGrpSpPr>
        <p:grpSpPr>
          <a:xfrm>
            <a:off x="6172789" y="2796272"/>
            <a:ext cx="5568426" cy="3353348"/>
            <a:chOff x="4098364" y="1571764"/>
            <a:chExt cx="7301609" cy="4397082"/>
          </a:xfrm>
        </p:grpSpPr>
        <p:grpSp>
          <p:nvGrpSpPr>
            <p:cNvPr id="20" name="Graphic 55">
              <a:extLst>
                <a:ext uri="{FF2B5EF4-FFF2-40B4-BE49-F238E27FC236}">
                  <a16:creationId xmlns:a16="http://schemas.microsoft.com/office/drawing/2014/main" id="{07BE0110-21CB-4784-9B73-FEE3B5C2DEA1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78DDAAD3-86AB-4285-B5F7-C45BFBCFD756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5EB9123-3753-4506-8222-5AE88DB42380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C465DD1-D51B-44F8-9FAB-02FD1D91A351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7C2D32A-B04B-46BB-805A-C60E1D827259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7D4A462-4BB3-4A05-9E71-1E9AC4BB6AEC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ACA2D96-E508-47C2-A9EF-895D686523AD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4323EA9-46E0-44C7-A679-35CF00964FC7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5F89EF9-240A-4E3A-A2A1-1AD7BE777947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D319BF-502F-4B01-9A50-925E0BA06648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B61CDEF-C35C-4A53-902B-B6F3C170EF74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F0D9B5-C0C4-4BA7-9966-F3F2A3253E25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23B2B87-AA1B-44D3-97FF-C682904E26CC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EE46983-336E-4100-B102-BEAB82823F7D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5FE1EE9-7098-4FF1-B9EC-804DE3F15399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3D32BD3-87FC-4E1C-BF31-706ADE045D34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chemeClr val="accent3">
                <a:lumMod val="50000"/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6F99F9A-9A87-4190-84E4-3DCE83F28BAB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758BB07-BFB4-4E82-AE43-F161D2204CAF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39CE0CB-EC42-4597-97A4-19C220DAE374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60ECCDE-F1ED-434F-878B-DC8999730C36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C210918-F9C4-40DF-BD45-1AB90F6476C4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4D4A0BB-C66A-4126-B48A-13B49C831FF6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D2BACFF-8116-4135-8532-A217259F7D39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C852A78-743F-4E84-9C43-D529C350950D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6AF0ED0-7BEC-4D26-961A-A3BFFC01F6ED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E7F9931-CBA5-4004-87EB-0F7AFC1B6455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CF0A894-797C-4988-B19B-81CBD533CD91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71E387C-4FC3-44EF-828B-747F9B7B6658}"/>
              </a:ext>
            </a:extLst>
          </p:cNvPr>
          <p:cNvGrpSpPr/>
          <p:nvPr/>
        </p:nvGrpSpPr>
        <p:grpSpPr>
          <a:xfrm flipH="1">
            <a:off x="7334691" y="1141781"/>
            <a:ext cx="3111042" cy="4288508"/>
            <a:chOff x="6277020" y="2139413"/>
            <a:chExt cx="3233993" cy="4457995"/>
          </a:xfrm>
        </p:grpSpPr>
        <p:grpSp>
          <p:nvGrpSpPr>
            <p:cNvPr id="48" name="Graphic 71">
              <a:extLst>
                <a:ext uri="{FF2B5EF4-FFF2-40B4-BE49-F238E27FC236}">
                  <a16:creationId xmlns:a16="http://schemas.microsoft.com/office/drawing/2014/main" id="{DF80A0B7-CB98-4DD3-A51A-564BA46DFC73}"/>
                </a:ext>
              </a:extLst>
            </p:cNvPr>
            <p:cNvGrpSpPr/>
            <p:nvPr/>
          </p:nvGrpSpPr>
          <p:grpSpPr>
            <a:xfrm>
              <a:off x="6277020" y="2139413"/>
              <a:ext cx="3233993" cy="4457995"/>
              <a:chOff x="6277020" y="2139413"/>
              <a:chExt cx="3233993" cy="4457995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A53B31C-3B02-4E7D-8DD1-D1E04D3C1898}"/>
                  </a:ext>
                </a:extLst>
              </p:cNvPr>
              <p:cNvSpPr/>
              <p:nvPr/>
            </p:nvSpPr>
            <p:spPr>
              <a:xfrm>
                <a:off x="7099360" y="2194466"/>
                <a:ext cx="1045418" cy="1664925"/>
              </a:xfrm>
              <a:custGeom>
                <a:avLst/>
                <a:gdLst>
                  <a:gd name="connsiteX0" fmla="*/ 1049314 w 1045418"/>
                  <a:gd name="connsiteY0" fmla="*/ 736645 h 1664925"/>
                  <a:gd name="connsiteX1" fmla="*/ 1001399 w 1045418"/>
                  <a:gd name="connsiteY1" fmla="*/ 335418 h 1664925"/>
                  <a:gd name="connsiteX2" fmla="*/ 836358 w 1045418"/>
                  <a:gd name="connsiteY2" fmla="*/ 106490 h 1664925"/>
                  <a:gd name="connsiteX3" fmla="*/ 543544 w 1045418"/>
                  <a:gd name="connsiteY3" fmla="*/ 497 h 1664925"/>
                  <a:gd name="connsiteX4" fmla="*/ 128765 w 1045418"/>
                  <a:gd name="connsiteY4" fmla="*/ 108910 h 1664925"/>
                  <a:gd name="connsiteX5" fmla="*/ 2444 w 1045418"/>
                  <a:gd name="connsiteY5" fmla="*/ 524174 h 1664925"/>
                  <a:gd name="connsiteX6" fmla="*/ 20835 w 1045418"/>
                  <a:gd name="connsiteY6" fmla="*/ 860063 h 1664925"/>
                  <a:gd name="connsiteX7" fmla="*/ 76978 w 1045418"/>
                  <a:gd name="connsiteY7" fmla="*/ 1026555 h 1664925"/>
                  <a:gd name="connsiteX8" fmla="*/ 139897 w 1045418"/>
                  <a:gd name="connsiteY8" fmla="*/ 1157233 h 1664925"/>
                  <a:gd name="connsiteX9" fmla="*/ 170872 w 1045418"/>
                  <a:gd name="connsiteY9" fmla="*/ 1224023 h 1664925"/>
                  <a:gd name="connsiteX10" fmla="*/ 160708 w 1045418"/>
                  <a:gd name="connsiteY10" fmla="*/ 1293718 h 1664925"/>
                  <a:gd name="connsiteX11" fmla="*/ 162644 w 1045418"/>
                  <a:gd name="connsiteY11" fmla="*/ 1344537 h 1664925"/>
                  <a:gd name="connsiteX12" fmla="*/ 628727 w 1045418"/>
                  <a:gd name="connsiteY12" fmla="*/ 1667358 h 1664925"/>
                  <a:gd name="connsiteX13" fmla="*/ 641794 w 1045418"/>
                  <a:gd name="connsiteY13" fmla="*/ 1667842 h 1664925"/>
                  <a:gd name="connsiteX14" fmla="*/ 709069 w 1045418"/>
                  <a:gd name="connsiteY14" fmla="*/ 1660098 h 1664925"/>
                  <a:gd name="connsiteX15" fmla="*/ 816999 w 1045418"/>
                  <a:gd name="connsiteY15" fmla="*/ 1529905 h 1664925"/>
                  <a:gd name="connsiteX16" fmla="*/ 812643 w 1045418"/>
                  <a:gd name="connsiteY16" fmla="*/ 1453434 h 1664925"/>
                  <a:gd name="connsiteX17" fmla="*/ 826195 w 1045418"/>
                  <a:gd name="connsiteY17" fmla="*/ 1341149 h 1664925"/>
                  <a:gd name="connsiteX18" fmla="*/ 826195 w 1045418"/>
                  <a:gd name="connsiteY18" fmla="*/ 1341149 h 1664925"/>
                  <a:gd name="connsiteX19" fmla="*/ 826195 w 1045418"/>
                  <a:gd name="connsiteY19" fmla="*/ 1341149 h 1664925"/>
                  <a:gd name="connsiteX20" fmla="*/ 891533 w 1045418"/>
                  <a:gd name="connsiteY20" fmla="*/ 1252579 h 1664925"/>
                  <a:gd name="connsiteX21" fmla="*/ 987363 w 1045418"/>
                  <a:gd name="connsiteY21" fmla="*/ 1030911 h 1664925"/>
                  <a:gd name="connsiteX22" fmla="*/ 996559 w 1045418"/>
                  <a:gd name="connsiteY22" fmla="*/ 986868 h 1664925"/>
                  <a:gd name="connsiteX23" fmla="*/ 998011 w 1045418"/>
                  <a:gd name="connsiteY23" fmla="*/ 975252 h 1664925"/>
                  <a:gd name="connsiteX24" fmla="*/ 1049314 w 1045418"/>
                  <a:gd name="connsiteY24" fmla="*/ 736645 h 1664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045418" h="1664925">
                    <a:moveTo>
                      <a:pt x="1049314" y="736645"/>
                    </a:moveTo>
                    <a:cubicBezTo>
                      <a:pt x="1050282" y="669855"/>
                      <a:pt x="1033826" y="406080"/>
                      <a:pt x="1001399" y="335418"/>
                    </a:cubicBezTo>
                    <a:cubicBezTo>
                      <a:pt x="989299" y="309282"/>
                      <a:pt x="862010" y="119558"/>
                      <a:pt x="836358" y="106490"/>
                    </a:cubicBezTo>
                    <a:cubicBezTo>
                      <a:pt x="732301" y="51800"/>
                      <a:pt x="641310" y="1949"/>
                      <a:pt x="543544" y="497"/>
                    </a:cubicBezTo>
                    <a:cubicBezTo>
                      <a:pt x="462234" y="-955"/>
                      <a:pt x="236211" y="-6279"/>
                      <a:pt x="128765" y="108910"/>
                    </a:cubicBezTo>
                    <a:cubicBezTo>
                      <a:pt x="94402" y="146178"/>
                      <a:pt x="16963" y="407532"/>
                      <a:pt x="2444" y="524174"/>
                    </a:cubicBezTo>
                    <a:cubicBezTo>
                      <a:pt x="-7236" y="622424"/>
                      <a:pt x="14543" y="769557"/>
                      <a:pt x="20835" y="860063"/>
                    </a:cubicBezTo>
                    <a:cubicBezTo>
                      <a:pt x="23739" y="901202"/>
                      <a:pt x="74074" y="1016876"/>
                      <a:pt x="76978" y="1026555"/>
                    </a:cubicBezTo>
                    <a:cubicBezTo>
                      <a:pt x="78430" y="1028491"/>
                      <a:pt x="139897" y="1157233"/>
                      <a:pt x="139897" y="1157233"/>
                    </a:cubicBezTo>
                    <a:cubicBezTo>
                      <a:pt x="148125" y="1166428"/>
                      <a:pt x="169420" y="1222087"/>
                      <a:pt x="170872" y="1224023"/>
                    </a:cubicBezTo>
                    <a:cubicBezTo>
                      <a:pt x="163128" y="1258870"/>
                      <a:pt x="163612" y="1279198"/>
                      <a:pt x="160708" y="1293718"/>
                    </a:cubicBezTo>
                    <a:cubicBezTo>
                      <a:pt x="158288" y="1312109"/>
                      <a:pt x="141833" y="1330017"/>
                      <a:pt x="162644" y="1344537"/>
                    </a:cubicBezTo>
                    <a:cubicBezTo>
                      <a:pt x="182004" y="1358088"/>
                      <a:pt x="620499" y="1665906"/>
                      <a:pt x="628727" y="1667358"/>
                    </a:cubicBezTo>
                    <a:cubicBezTo>
                      <a:pt x="634050" y="1669294"/>
                      <a:pt x="638406" y="1669294"/>
                      <a:pt x="641794" y="1667842"/>
                    </a:cubicBezTo>
                    <a:cubicBezTo>
                      <a:pt x="652926" y="1670262"/>
                      <a:pt x="690193" y="1660098"/>
                      <a:pt x="709069" y="1660098"/>
                    </a:cubicBezTo>
                    <a:cubicBezTo>
                      <a:pt x="720685" y="1660098"/>
                      <a:pt x="801027" y="1551200"/>
                      <a:pt x="816999" y="1529905"/>
                    </a:cubicBezTo>
                    <a:cubicBezTo>
                      <a:pt x="812643" y="1499414"/>
                      <a:pt x="813127" y="1493606"/>
                      <a:pt x="812643" y="1453434"/>
                    </a:cubicBezTo>
                    <a:cubicBezTo>
                      <a:pt x="811675" y="1415683"/>
                      <a:pt x="801995" y="1375996"/>
                      <a:pt x="826195" y="1341149"/>
                    </a:cubicBezTo>
                    <a:cubicBezTo>
                      <a:pt x="826195" y="1341149"/>
                      <a:pt x="826195" y="1341149"/>
                      <a:pt x="826195" y="1341149"/>
                    </a:cubicBezTo>
                    <a:cubicBezTo>
                      <a:pt x="826195" y="1341149"/>
                      <a:pt x="826195" y="1341149"/>
                      <a:pt x="826195" y="1341149"/>
                    </a:cubicBezTo>
                    <a:cubicBezTo>
                      <a:pt x="831518" y="1332921"/>
                      <a:pt x="880885" y="1264194"/>
                      <a:pt x="891533" y="1252579"/>
                    </a:cubicBezTo>
                    <a:cubicBezTo>
                      <a:pt x="935092" y="1183852"/>
                      <a:pt x="969939" y="1110770"/>
                      <a:pt x="987363" y="1030911"/>
                    </a:cubicBezTo>
                    <a:cubicBezTo>
                      <a:pt x="989783" y="1015908"/>
                      <a:pt x="992687" y="1001388"/>
                      <a:pt x="996559" y="986868"/>
                    </a:cubicBezTo>
                    <a:cubicBezTo>
                      <a:pt x="997527" y="982996"/>
                      <a:pt x="998011" y="979124"/>
                      <a:pt x="998011" y="975252"/>
                    </a:cubicBezTo>
                    <a:cubicBezTo>
                      <a:pt x="1005271" y="937501"/>
                      <a:pt x="1043506" y="800048"/>
                      <a:pt x="1049314" y="736645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286DA2D-AD2E-409F-B747-A8DA26A8C503}"/>
                  </a:ext>
                </a:extLst>
              </p:cNvPr>
              <p:cNvSpPr/>
              <p:nvPr/>
            </p:nvSpPr>
            <p:spPr>
              <a:xfrm>
                <a:off x="7251736" y="3408810"/>
                <a:ext cx="648547" cy="450111"/>
              </a:xfrm>
              <a:custGeom>
                <a:avLst/>
                <a:gdLst>
                  <a:gd name="connsiteX0" fmla="*/ 20917 w 648546"/>
                  <a:gd name="connsiteY0" fmla="*/ 0 h 450110"/>
                  <a:gd name="connsiteX1" fmla="*/ 76092 w 648546"/>
                  <a:gd name="connsiteY1" fmla="*/ 67275 h 450110"/>
                  <a:gd name="connsiteX2" fmla="*/ 223709 w 648546"/>
                  <a:gd name="connsiteY2" fmla="*/ 193596 h 450110"/>
                  <a:gd name="connsiteX3" fmla="*/ 359710 w 648546"/>
                  <a:gd name="connsiteY3" fmla="*/ 243447 h 450110"/>
                  <a:gd name="connsiteX4" fmla="*/ 631228 w 648546"/>
                  <a:gd name="connsiteY4" fmla="*/ 175204 h 450110"/>
                  <a:gd name="connsiteX5" fmla="*/ 650588 w 648546"/>
                  <a:gd name="connsiteY5" fmla="*/ 165524 h 450110"/>
                  <a:gd name="connsiteX6" fmla="*/ 505875 w 648546"/>
                  <a:gd name="connsiteY6" fmla="*/ 431719 h 450110"/>
                  <a:gd name="connsiteX7" fmla="*/ 476351 w 648546"/>
                  <a:gd name="connsiteY7" fmla="*/ 453014 h 450110"/>
                  <a:gd name="connsiteX8" fmla="*/ 10269 w 648546"/>
                  <a:gd name="connsiteY8" fmla="*/ 130193 h 450110"/>
                  <a:gd name="connsiteX9" fmla="*/ 8333 w 648546"/>
                  <a:gd name="connsiteY9" fmla="*/ 79374 h 450110"/>
                  <a:gd name="connsiteX10" fmla="*/ 20917 w 648546"/>
                  <a:gd name="connsiteY10" fmla="*/ 0 h 450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48546" h="450110">
                    <a:moveTo>
                      <a:pt x="20917" y="0"/>
                    </a:moveTo>
                    <a:cubicBezTo>
                      <a:pt x="40760" y="25167"/>
                      <a:pt x="64960" y="53723"/>
                      <a:pt x="76092" y="67275"/>
                    </a:cubicBezTo>
                    <a:cubicBezTo>
                      <a:pt x="124975" y="126321"/>
                      <a:pt x="162726" y="148101"/>
                      <a:pt x="223709" y="193596"/>
                    </a:cubicBezTo>
                    <a:cubicBezTo>
                      <a:pt x="262912" y="222635"/>
                      <a:pt x="309375" y="237155"/>
                      <a:pt x="359710" y="243447"/>
                    </a:cubicBezTo>
                    <a:cubicBezTo>
                      <a:pt x="459412" y="255063"/>
                      <a:pt x="547498" y="224571"/>
                      <a:pt x="631228" y="175204"/>
                    </a:cubicBezTo>
                    <a:cubicBezTo>
                      <a:pt x="637520" y="171332"/>
                      <a:pt x="644296" y="168428"/>
                      <a:pt x="650588" y="165524"/>
                    </a:cubicBezTo>
                    <a:cubicBezTo>
                      <a:pt x="634132" y="199888"/>
                      <a:pt x="550886" y="352345"/>
                      <a:pt x="505875" y="431719"/>
                    </a:cubicBezTo>
                    <a:cubicBezTo>
                      <a:pt x="498131" y="445755"/>
                      <a:pt x="493775" y="458822"/>
                      <a:pt x="476351" y="453014"/>
                    </a:cubicBezTo>
                    <a:cubicBezTo>
                      <a:pt x="468124" y="451563"/>
                      <a:pt x="29629" y="143745"/>
                      <a:pt x="10269" y="130193"/>
                    </a:cubicBezTo>
                    <a:cubicBezTo>
                      <a:pt x="-10543" y="115674"/>
                      <a:pt x="6397" y="97766"/>
                      <a:pt x="8333" y="79374"/>
                    </a:cubicBezTo>
                    <a:cubicBezTo>
                      <a:pt x="11721" y="62919"/>
                      <a:pt x="16561" y="46463"/>
                      <a:pt x="20917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C937369-B9B6-4268-A219-213E6BFC85A0}"/>
                  </a:ext>
                </a:extLst>
              </p:cNvPr>
              <p:cNvSpPr/>
              <p:nvPr/>
            </p:nvSpPr>
            <p:spPr>
              <a:xfrm>
                <a:off x="8924727" y="6462742"/>
                <a:ext cx="14520" cy="43559"/>
              </a:xfrm>
              <a:custGeom>
                <a:avLst/>
                <a:gdLst>
                  <a:gd name="connsiteX0" fmla="*/ 10915 w 14519"/>
                  <a:gd name="connsiteY0" fmla="*/ 45539 h 43559"/>
                  <a:gd name="connsiteX1" fmla="*/ 751 w 14519"/>
                  <a:gd name="connsiteY1" fmla="*/ 13112 h 43559"/>
                  <a:gd name="connsiteX2" fmla="*/ 6075 w 14519"/>
                  <a:gd name="connsiteY2" fmla="*/ 1012 h 43559"/>
                  <a:gd name="connsiteX3" fmla="*/ 12366 w 14519"/>
                  <a:gd name="connsiteY3" fmla="*/ 528 h 43559"/>
                  <a:gd name="connsiteX4" fmla="*/ 13819 w 14519"/>
                  <a:gd name="connsiteY4" fmla="*/ 13595 h 43559"/>
                  <a:gd name="connsiteX5" fmla="*/ 10915 w 14519"/>
                  <a:gd name="connsiteY5" fmla="*/ 45539 h 43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519" h="43559">
                    <a:moveTo>
                      <a:pt x="10915" y="45539"/>
                    </a:moveTo>
                    <a:cubicBezTo>
                      <a:pt x="267" y="35859"/>
                      <a:pt x="5107" y="23275"/>
                      <a:pt x="751" y="13112"/>
                    </a:cubicBezTo>
                    <a:cubicBezTo>
                      <a:pt x="-1669" y="8272"/>
                      <a:pt x="2203" y="3916"/>
                      <a:pt x="6075" y="1012"/>
                    </a:cubicBezTo>
                    <a:cubicBezTo>
                      <a:pt x="7527" y="44"/>
                      <a:pt x="11399" y="-440"/>
                      <a:pt x="12366" y="528"/>
                    </a:cubicBezTo>
                    <a:cubicBezTo>
                      <a:pt x="15754" y="4399"/>
                      <a:pt x="17691" y="10207"/>
                      <a:pt x="13819" y="13595"/>
                    </a:cubicBezTo>
                    <a:cubicBezTo>
                      <a:pt x="2203" y="23275"/>
                      <a:pt x="21079" y="34407"/>
                      <a:pt x="10915" y="45539"/>
                    </a:cubicBezTo>
                    <a:close/>
                  </a:path>
                </a:pathLst>
              </a:custGeom>
              <a:solidFill>
                <a:srgbClr val="EDF7F6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24FB7AA-7913-4736-94C2-45AE3EE816F8}"/>
                  </a:ext>
                </a:extLst>
              </p:cNvPr>
              <p:cNvSpPr/>
              <p:nvPr/>
            </p:nvSpPr>
            <p:spPr>
              <a:xfrm>
                <a:off x="8902315" y="6372764"/>
                <a:ext cx="14520" cy="24199"/>
              </a:xfrm>
              <a:custGeom>
                <a:avLst/>
                <a:gdLst>
                  <a:gd name="connsiteX0" fmla="*/ 5739 w 14519"/>
                  <a:gd name="connsiteY0" fmla="*/ 0 h 24199"/>
                  <a:gd name="connsiteX1" fmla="*/ 15903 w 14519"/>
                  <a:gd name="connsiteY1" fmla="*/ 16940 h 24199"/>
                  <a:gd name="connsiteX2" fmla="*/ 11063 w 14519"/>
                  <a:gd name="connsiteY2" fmla="*/ 28072 h 24199"/>
                  <a:gd name="connsiteX3" fmla="*/ 899 w 14519"/>
                  <a:gd name="connsiteY3" fmla="*/ 11616 h 24199"/>
                  <a:gd name="connsiteX4" fmla="*/ 5739 w 14519"/>
                  <a:gd name="connsiteY4" fmla="*/ 0 h 24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19" h="24199">
                    <a:moveTo>
                      <a:pt x="5739" y="0"/>
                    </a:moveTo>
                    <a:cubicBezTo>
                      <a:pt x="13967" y="2420"/>
                      <a:pt x="15419" y="9680"/>
                      <a:pt x="15903" y="16940"/>
                    </a:cubicBezTo>
                    <a:cubicBezTo>
                      <a:pt x="16387" y="20812"/>
                      <a:pt x="18807" y="28072"/>
                      <a:pt x="11063" y="28072"/>
                    </a:cubicBezTo>
                    <a:cubicBezTo>
                      <a:pt x="899" y="27587"/>
                      <a:pt x="2351" y="18392"/>
                      <a:pt x="899" y="11616"/>
                    </a:cubicBezTo>
                    <a:cubicBezTo>
                      <a:pt x="-553" y="6776"/>
                      <a:pt x="-1037" y="2420"/>
                      <a:pt x="5739" y="0"/>
                    </a:cubicBezTo>
                    <a:close/>
                  </a:path>
                </a:pathLst>
              </a:custGeom>
              <a:solidFill>
                <a:srgbClr val="EDF7F6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09BC13C-33FC-4588-8A82-5F36121C6AB0}"/>
                  </a:ext>
                </a:extLst>
              </p:cNvPr>
              <p:cNvSpPr/>
              <p:nvPr/>
            </p:nvSpPr>
            <p:spPr>
              <a:xfrm>
                <a:off x="6277085" y="2139788"/>
                <a:ext cx="4840" cy="4840"/>
              </a:xfrm>
              <a:custGeom>
                <a:avLst/>
                <a:gdLst/>
                <a:ahLst/>
                <a:cxnLst/>
                <a:rect l="l" t="t" r="r" b="b"/>
                <a:pathLst>
                  <a:path/>
                </a:pathLst>
              </a:custGeom>
              <a:solidFill>
                <a:srgbClr val="EDF7F6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23ED4CD-2950-44AC-90B4-219913A2ABAD}"/>
                  </a:ext>
                </a:extLst>
              </p:cNvPr>
              <p:cNvSpPr/>
              <p:nvPr/>
            </p:nvSpPr>
            <p:spPr>
              <a:xfrm>
                <a:off x="6277085" y="2139788"/>
                <a:ext cx="4840" cy="4840"/>
              </a:xfrm>
              <a:custGeom>
                <a:avLst/>
                <a:gdLst/>
                <a:ahLst/>
                <a:cxnLst/>
                <a:rect l="l" t="t" r="r" b="b"/>
                <a:pathLst>
                  <a:path/>
                </a:pathLst>
              </a:custGeom>
              <a:solidFill>
                <a:srgbClr val="EDF7F6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EF5D63A8-18A6-4AF1-9335-0C6364436645}"/>
                  </a:ext>
                </a:extLst>
              </p:cNvPr>
              <p:cNvSpPr/>
              <p:nvPr/>
            </p:nvSpPr>
            <p:spPr>
              <a:xfrm>
                <a:off x="8921980" y="6431327"/>
                <a:ext cx="4840" cy="19360"/>
              </a:xfrm>
              <a:custGeom>
                <a:avLst/>
                <a:gdLst>
                  <a:gd name="connsiteX0" fmla="*/ 3982 w 4839"/>
                  <a:gd name="connsiteY0" fmla="*/ 0 h 19359"/>
                  <a:gd name="connsiteX1" fmla="*/ 8338 w 4839"/>
                  <a:gd name="connsiteY1" fmla="*/ 19360 h 19359"/>
                  <a:gd name="connsiteX2" fmla="*/ 3982 w 4839"/>
                  <a:gd name="connsiteY2" fmla="*/ 0 h 19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839" h="19359">
                    <a:moveTo>
                      <a:pt x="3982" y="0"/>
                    </a:moveTo>
                    <a:cubicBezTo>
                      <a:pt x="5918" y="7744"/>
                      <a:pt x="10758" y="12584"/>
                      <a:pt x="8338" y="19360"/>
                    </a:cubicBezTo>
                    <a:cubicBezTo>
                      <a:pt x="110" y="15488"/>
                      <a:pt x="-3278" y="11132"/>
                      <a:pt x="3982" y="0"/>
                    </a:cubicBezTo>
                    <a:close/>
                  </a:path>
                </a:pathLst>
              </a:custGeom>
              <a:solidFill>
                <a:srgbClr val="EDF7F6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A18A1017-EA8B-492E-85AF-78A57BB0CEAE}"/>
                  </a:ext>
                </a:extLst>
              </p:cNvPr>
              <p:cNvSpPr/>
              <p:nvPr/>
            </p:nvSpPr>
            <p:spPr>
              <a:xfrm>
                <a:off x="6277085" y="2139788"/>
                <a:ext cx="4840" cy="4840"/>
              </a:xfrm>
              <a:custGeom>
                <a:avLst/>
                <a:gdLst/>
                <a:ahLst/>
                <a:cxnLst/>
                <a:rect l="l" t="t" r="r" b="b"/>
                <a:pathLst>
                  <a:path/>
                </a:pathLst>
              </a:custGeom>
              <a:solidFill>
                <a:srgbClr val="EDF7F6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6BB5707-5C50-4483-8EB3-CC85038EEB60}"/>
                  </a:ext>
                </a:extLst>
              </p:cNvPr>
              <p:cNvSpPr/>
              <p:nvPr/>
            </p:nvSpPr>
            <p:spPr>
              <a:xfrm>
                <a:off x="6277085" y="2139788"/>
                <a:ext cx="4840" cy="4840"/>
              </a:xfrm>
              <a:custGeom>
                <a:avLst/>
                <a:gdLst/>
                <a:ahLst/>
                <a:cxnLst/>
                <a:rect l="l" t="t" r="r" b="b"/>
                <a:pathLst>
                  <a:path/>
                </a:pathLst>
              </a:custGeom>
              <a:solidFill>
                <a:srgbClr val="EDF7F6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D55A39C6-67EE-477C-80FA-B6944DDC8C6A}"/>
                  </a:ext>
                </a:extLst>
              </p:cNvPr>
              <p:cNvSpPr/>
              <p:nvPr/>
            </p:nvSpPr>
            <p:spPr>
              <a:xfrm>
                <a:off x="6277085" y="2139788"/>
                <a:ext cx="4840" cy="4840"/>
              </a:xfrm>
              <a:custGeom>
                <a:avLst/>
                <a:gdLst/>
                <a:ahLst/>
                <a:cxnLst/>
                <a:rect l="l" t="t" r="r" b="b"/>
                <a:pathLst>
                  <a:path/>
                </a:pathLst>
              </a:custGeom>
              <a:solidFill>
                <a:srgbClr val="EDF7F6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35F6B974-9482-4810-A417-674E6E0520F1}"/>
                  </a:ext>
                </a:extLst>
              </p:cNvPr>
              <p:cNvSpPr/>
              <p:nvPr/>
            </p:nvSpPr>
            <p:spPr>
              <a:xfrm>
                <a:off x="7171701" y="3473664"/>
                <a:ext cx="982500" cy="1432610"/>
              </a:xfrm>
              <a:custGeom>
                <a:avLst/>
                <a:gdLst>
                  <a:gd name="connsiteX0" fmla="*/ 774182 w 982499"/>
                  <a:gd name="connsiteY0" fmla="*/ 264742 h 1432610"/>
                  <a:gd name="connsiteX1" fmla="*/ 743690 w 982499"/>
                  <a:gd name="connsiteY1" fmla="*/ 246835 h 1432610"/>
                  <a:gd name="connsiteX2" fmla="*/ 673028 w 982499"/>
                  <a:gd name="connsiteY2" fmla="*/ 339277 h 1432610"/>
                  <a:gd name="connsiteX3" fmla="*/ 613497 w 982499"/>
                  <a:gd name="connsiteY3" fmla="*/ 375576 h 1432610"/>
                  <a:gd name="connsiteX4" fmla="*/ 569938 w 982499"/>
                  <a:gd name="connsiteY4" fmla="*/ 387676 h 1432610"/>
                  <a:gd name="connsiteX5" fmla="*/ 523959 w 982499"/>
                  <a:gd name="connsiteY5" fmla="*/ 367832 h 1432610"/>
                  <a:gd name="connsiteX6" fmla="*/ 203558 w 982499"/>
                  <a:gd name="connsiteY6" fmla="*/ 142777 h 1432610"/>
                  <a:gd name="connsiteX7" fmla="*/ 87884 w 982499"/>
                  <a:gd name="connsiteY7" fmla="*/ 59531 h 1432610"/>
                  <a:gd name="connsiteX8" fmla="*/ 80140 w 982499"/>
                  <a:gd name="connsiteY8" fmla="*/ 36783 h 1432610"/>
                  <a:gd name="connsiteX9" fmla="*/ 89820 w 982499"/>
                  <a:gd name="connsiteY9" fmla="*/ 0 h 1432610"/>
                  <a:gd name="connsiteX10" fmla="*/ 53521 w 982499"/>
                  <a:gd name="connsiteY10" fmla="*/ 27587 h 1432610"/>
                  <a:gd name="connsiteX11" fmla="*/ 29321 w 982499"/>
                  <a:gd name="connsiteY11" fmla="*/ 66307 h 1432610"/>
                  <a:gd name="connsiteX12" fmla="*/ 5122 w 982499"/>
                  <a:gd name="connsiteY12" fmla="*/ 158265 h 1432610"/>
                  <a:gd name="connsiteX13" fmla="*/ 394250 w 982499"/>
                  <a:gd name="connsiteY13" fmla="*/ 616119 h 1432610"/>
                  <a:gd name="connsiteX14" fmla="*/ 678836 w 982499"/>
                  <a:gd name="connsiteY14" fmla="*/ 999439 h 1432610"/>
                  <a:gd name="connsiteX15" fmla="*/ 982781 w 982499"/>
                  <a:gd name="connsiteY15" fmla="*/ 1436966 h 1432610"/>
                  <a:gd name="connsiteX16" fmla="*/ 889371 w 982499"/>
                  <a:gd name="connsiteY16" fmla="*/ 972820 h 1432610"/>
                  <a:gd name="connsiteX17" fmla="*/ 774182 w 982499"/>
                  <a:gd name="connsiteY17" fmla="*/ 264742 h 1432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82499" h="1432610">
                    <a:moveTo>
                      <a:pt x="774182" y="264742"/>
                    </a:moveTo>
                    <a:cubicBezTo>
                      <a:pt x="772730" y="262806"/>
                      <a:pt x="755306" y="244899"/>
                      <a:pt x="743690" y="246835"/>
                    </a:cubicBezTo>
                    <a:cubicBezTo>
                      <a:pt x="720943" y="263775"/>
                      <a:pt x="675448" y="334921"/>
                      <a:pt x="673028" y="339277"/>
                    </a:cubicBezTo>
                    <a:cubicBezTo>
                      <a:pt x="660444" y="363476"/>
                      <a:pt x="643021" y="377028"/>
                      <a:pt x="613497" y="375576"/>
                    </a:cubicBezTo>
                    <a:cubicBezTo>
                      <a:pt x="598493" y="374608"/>
                      <a:pt x="583006" y="379448"/>
                      <a:pt x="569938" y="387676"/>
                    </a:cubicBezTo>
                    <a:cubicBezTo>
                      <a:pt x="565098" y="389128"/>
                      <a:pt x="532187" y="373640"/>
                      <a:pt x="523959" y="367832"/>
                    </a:cubicBezTo>
                    <a:cubicBezTo>
                      <a:pt x="516699" y="362992"/>
                      <a:pt x="256312" y="179076"/>
                      <a:pt x="203558" y="142777"/>
                    </a:cubicBezTo>
                    <a:cubicBezTo>
                      <a:pt x="203558" y="142777"/>
                      <a:pt x="108211" y="73083"/>
                      <a:pt x="87884" y="59531"/>
                    </a:cubicBezTo>
                    <a:cubicBezTo>
                      <a:pt x="79656" y="53723"/>
                      <a:pt x="77236" y="46947"/>
                      <a:pt x="80140" y="36783"/>
                    </a:cubicBezTo>
                    <a:cubicBezTo>
                      <a:pt x="82076" y="29039"/>
                      <a:pt x="101436" y="1452"/>
                      <a:pt x="89820" y="0"/>
                    </a:cubicBezTo>
                    <a:cubicBezTo>
                      <a:pt x="86432" y="0"/>
                      <a:pt x="63200" y="22747"/>
                      <a:pt x="53521" y="27587"/>
                    </a:cubicBezTo>
                    <a:cubicBezTo>
                      <a:pt x="39485" y="36783"/>
                      <a:pt x="34645" y="51787"/>
                      <a:pt x="29321" y="66307"/>
                    </a:cubicBezTo>
                    <a:cubicBezTo>
                      <a:pt x="27385" y="80342"/>
                      <a:pt x="-14238" y="137937"/>
                      <a:pt x="5122" y="158265"/>
                    </a:cubicBezTo>
                    <a:cubicBezTo>
                      <a:pt x="136283" y="296202"/>
                      <a:pt x="264540" y="477214"/>
                      <a:pt x="394250" y="616119"/>
                    </a:cubicBezTo>
                    <a:cubicBezTo>
                      <a:pt x="461040" y="687266"/>
                      <a:pt x="648828" y="955396"/>
                      <a:pt x="678836" y="999439"/>
                    </a:cubicBezTo>
                    <a:cubicBezTo>
                      <a:pt x="683676" y="999439"/>
                      <a:pt x="929058" y="1381791"/>
                      <a:pt x="982781" y="1436966"/>
                    </a:cubicBezTo>
                    <a:cubicBezTo>
                      <a:pt x="950354" y="1229334"/>
                      <a:pt x="888403" y="974272"/>
                      <a:pt x="889371" y="972820"/>
                    </a:cubicBezTo>
                    <a:cubicBezTo>
                      <a:pt x="890339" y="950072"/>
                      <a:pt x="780474" y="346537"/>
                      <a:pt x="774182" y="26474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1E69BB9-0438-4010-929F-9A7185E6BE63}"/>
                  </a:ext>
                </a:extLst>
              </p:cNvPr>
              <p:cNvSpPr/>
              <p:nvPr/>
            </p:nvSpPr>
            <p:spPr>
              <a:xfrm>
                <a:off x="7690572" y="3865948"/>
                <a:ext cx="469470" cy="1059938"/>
              </a:xfrm>
              <a:custGeom>
                <a:avLst/>
                <a:gdLst>
                  <a:gd name="connsiteX0" fmla="*/ 154157 w 469470"/>
                  <a:gd name="connsiteY0" fmla="*/ 524393 h 1059937"/>
                  <a:gd name="connsiteX1" fmla="*/ 96562 w 469470"/>
                  <a:gd name="connsiteY1" fmla="*/ 234483 h 1059937"/>
                  <a:gd name="connsiteX2" fmla="*/ 82526 w 469470"/>
                  <a:gd name="connsiteY2" fmla="*/ 212703 h 1059937"/>
                  <a:gd name="connsiteX3" fmla="*/ 9444 w 469470"/>
                  <a:gd name="connsiteY3" fmla="*/ 139137 h 1059937"/>
                  <a:gd name="connsiteX4" fmla="*/ 4120 w 469470"/>
                  <a:gd name="connsiteY4" fmla="*/ 107678 h 1059937"/>
                  <a:gd name="connsiteX5" fmla="*/ 22512 w 469470"/>
                  <a:gd name="connsiteY5" fmla="*/ 63151 h 1059937"/>
                  <a:gd name="connsiteX6" fmla="*/ 84462 w 469470"/>
                  <a:gd name="connsiteY6" fmla="*/ 13300 h 1059937"/>
                  <a:gd name="connsiteX7" fmla="*/ 156577 w 469470"/>
                  <a:gd name="connsiteY7" fmla="*/ 232 h 1059937"/>
                  <a:gd name="connsiteX8" fmla="*/ 203040 w 469470"/>
                  <a:gd name="connsiteY8" fmla="*/ 31207 h 1059937"/>
                  <a:gd name="connsiteX9" fmla="*/ 223367 w 469470"/>
                  <a:gd name="connsiteY9" fmla="*/ 182212 h 1059937"/>
                  <a:gd name="connsiteX10" fmla="*/ 249987 w 469470"/>
                  <a:gd name="connsiteY10" fmla="*/ 277558 h 1059937"/>
                  <a:gd name="connsiteX11" fmla="*/ 327909 w 469470"/>
                  <a:gd name="connsiteY11" fmla="*/ 432435 h 1059937"/>
                  <a:gd name="connsiteX12" fmla="*/ 441163 w 469470"/>
                  <a:gd name="connsiteY12" fmla="*/ 846246 h 1059937"/>
                  <a:gd name="connsiteX13" fmla="*/ 472622 w 469470"/>
                  <a:gd name="connsiteY13" fmla="*/ 1062106 h 1059937"/>
                  <a:gd name="connsiteX14" fmla="*/ 169160 w 469470"/>
                  <a:gd name="connsiteY14" fmla="*/ 609091 h 1059937"/>
                  <a:gd name="connsiteX15" fmla="*/ 154157 w 469470"/>
                  <a:gd name="connsiteY15" fmla="*/ 524393 h 1059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9470" h="1059937">
                    <a:moveTo>
                      <a:pt x="154157" y="524393"/>
                    </a:moveTo>
                    <a:cubicBezTo>
                      <a:pt x="134797" y="427595"/>
                      <a:pt x="115438" y="331281"/>
                      <a:pt x="96562" y="234483"/>
                    </a:cubicBezTo>
                    <a:cubicBezTo>
                      <a:pt x="94626" y="224803"/>
                      <a:pt x="88818" y="218995"/>
                      <a:pt x="82526" y="212703"/>
                    </a:cubicBezTo>
                    <a:cubicBezTo>
                      <a:pt x="58327" y="188020"/>
                      <a:pt x="34611" y="162852"/>
                      <a:pt x="9444" y="139137"/>
                    </a:cubicBezTo>
                    <a:cubicBezTo>
                      <a:pt x="-1204" y="128973"/>
                      <a:pt x="-2656" y="120261"/>
                      <a:pt x="4120" y="107678"/>
                    </a:cubicBezTo>
                    <a:cubicBezTo>
                      <a:pt x="11380" y="93158"/>
                      <a:pt x="19124" y="78638"/>
                      <a:pt x="22512" y="63151"/>
                    </a:cubicBezTo>
                    <a:cubicBezTo>
                      <a:pt x="29287" y="28303"/>
                      <a:pt x="52035" y="16203"/>
                      <a:pt x="84462" y="13300"/>
                    </a:cubicBezTo>
                    <a:cubicBezTo>
                      <a:pt x="104306" y="11364"/>
                      <a:pt x="136733" y="4104"/>
                      <a:pt x="156577" y="232"/>
                    </a:cubicBezTo>
                    <a:cubicBezTo>
                      <a:pt x="169644" y="-2672"/>
                      <a:pt x="192392" y="22495"/>
                      <a:pt x="203040" y="31207"/>
                    </a:cubicBezTo>
                    <a:cubicBezTo>
                      <a:pt x="266927" y="86382"/>
                      <a:pt x="231595" y="97998"/>
                      <a:pt x="223367" y="182212"/>
                    </a:cubicBezTo>
                    <a:cubicBezTo>
                      <a:pt x="219495" y="219963"/>
                      <a:pt x="232563" y="240775"/>
                      <a:pt x="249987" y="277558"/>
                    </a:cubicBezTo>
                    <a:cubicBezTo>
                      <a:pt x="278058" y="336605"/>
                      <a:pt x="310486" y="384036"/>
                      <a:pt x="327909" y="432435"/>
                    </a:cubicBezTo>
                    <a:cubicBezTo>
                      <a:pt x="332749" y="437275"/>
                      <a:pt x="432451" y="805107"/>
                      <a:pt x="441163" y="846246"/>
                    </a:cubicBezTo>
                    <a:cubicBezTo>
                      <a:pt x="447455" y="876738"/>
                      <a:pt x="479882" y="1057266"/>
                      <a:pt x="472622" y="1062106"/>
                    </a:cubicBezTo>
                    <a:cubicBezTo>
                      <a:pt x="422771" y="1048554"/>
                      <a:pt x="168192" y="627967"/>
                      <a:pt x="169160" y="609091"/>
                    </a:cubicBezTo>
                    <a:cubicBezTo>
                      <a:pt x="162385" y="588764"/>
                      <a:pt x="158029" y="565048"/>
                      <a:pt x="154157" y="52439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BAFC3B4-C2B1-4B7B-8227-5941BA13A8D6}"/>
                  </a:ext>
                </a:extLst>
              </p:cNvPr>
              <p:cNvSpPr/>
              <p:nvPr/>
            </p:nvSpPr>
            <p:spPr>
              <a:xfrm>
                <a:off x="8685419" y="5413012"/>
                <a:ext cx="29039" cy="24199"/>
              </a:xfrm>
              <a:custGeom>
                <a:avLst/>
                <a:gdLst>
                  <a:gd name="connsiteX0" fmla="*/ 30007 w 29039"/>
                  <a:gd name="connsiteY0" fmla="*/ 25168 h 24199"/>
                  <a:gd name="connsiteX1" fmla="*/ 0 w 29039"/>
                  <a:gd name="connsiteY1" fmla="*/ 0 h 24199"/>
                  <a:gd name="connsiteX2" fmla="*/ 30007 w 29039"/>
                  <a:gd name="connsiteY2" fmla="*/ 25168 h 24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039" h="24199">
                    <a:moveTo>
                      <a:pt x="30007" y="25168"/>
                    </a:moveTo>
                    <a:cubicBezTo>
                      <a:pt x="16456" y="26136"/>
                      <a:pt x="4840" y="16456"/>
                      <a:pt x="0" y="0"/>
                    </a:cubicBezTo>
                    <a:cubicBezTo>
                      <a:pt x="10648" y="7260"/>
                      <a:pt x="21780" y="14520"/>
                      <a:pt x="30007" y="25168"/>
                    </a:cubicBezTo>
                    <a:close/>
                  </a:path>
                </a:pathLst>
              </a:custGeom>
              <a:solidFill>
                <a:srgbClr val="F1C1AE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D273F24C-C84C-43D3-99FC-DFA7EE0D7AE7}"/>
                  </a:ext>
                </a:extLst>
              </p:cNvPr>
              <p:cNvSpPr/>
              <p:nvPr/>
            </p:nvSpPr>
            <p:spPr>
              <a:xfrm>
                <a:off x="8105318" y="3015810"/>
                <a:ext cx="4840" cy="38719"/>
              </a:xfrm>
              <a:custGeom>
                <a:avLst/>
                <a:gdLst>
                  <a:gd name="connsiteX0" fmla="*/ 4637 w 0"/>
                  <a:gd name="connsiteY0" fmla="*/ 39687 h 38719"/>
                  <a:gd name="connsiteX1" fmla="*/ 281 w 0"/>
                  <a:gd name="connsiteY1" fmla="*/ 39687 h 38719"/>
                  <a:gd name="connsiteX2" fmla="*/ 4637 w 0"/>
                  <a:gd name="connsiteY2" fmla="*/ 0 h 38719"/>
                  <a:gd name="connsiteX3" fmla="*/ 4637 w 0"/>
                  <a:gd name="connsiteY3" fmla="*/ 39687 h 3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719">
                    <a:moveTo>
                      <a:pt x="4637" y="39687"/>
                    </a:moveTo>
                    <a:cubicBezTo>
                      <a:pt x="3185" y="39687"/>
                      <a:pt x="1733" y="39687"/>
                      <a:pt x="281" y="39687"/>
                    </a:cubicBezTo>
                    <a:cubicBezTo>
                      <a:pt x="281" y="26135"/>
                      <a:pt x="-1655" y="12584"/>
                      <a:pt x="4637" y="0"/>
                    </a:cubicBezTo>
                    <a:cubicBezTo>
                      <a:pt x="4637" y="13552"/>
                      <a:pt x="4637" y="26619"/>
                      <a:pt x="4637" y="39687"/>
                    </a:cubicBezTo>
                    <a:close/>
                  </a:path>
                </a:pathLst>
              </a:custGeom>
              <a:solidFill>
                <a:srgbClr val="271F1C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D0F7FFD2-9884-4B02-8063-F67B974ED0A7}"/>
                  </a:ext>
                </a:extLst>
              </p:cNvPr>
              <p:cNvSpPr/>
              <p:nvPr/>
            </p:nvSpPr>
            <p:spPr>
              <a:xfrm>
                <a:off x="8264628" y="3025974"/>
                <a:ext cx="4840" cy="48399"/>
              </a:xfrm>
              <a:custGeom>
                <a:avLst/>
                <a:gdLst>
                  <a:gd name="connsiteX0" fmla="*/ 5044 w 4839"/>
                  <a:gd name="connsiteY0" fmla="*/ 49367 h 48398"/>
                  <a:gd name="connsiteX1" fmla="*/ 1172 w 4839"/>
                  <a:gd name="connsiteY1" fmla="*/ 0 h 48398"/>
                  <a:gd name="connsiteX2" fmla="*/ 5044 w 4839"/>
                  <a:gd name="connsiteY2" fmla="*/ 49367 h 48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839" h="48398">
                    <a:moveTo>
                      <a:pt x="5044" y="49367"/>
                    </a:moveTo>
                    <a:cubicBezTo>
                      <a:pt x="-3668" y="33395"/>
                      <a:pt x="1656" y="16456"/>
                      <a:pt x="1172" y="0"/>
                    </a:cubicBezTo>
                    <a:cubicBezTo>
                      <a:pt x="7464" y="15972"/>
                      <a:pt x="5528" y="32427"/>
                      <a:pt x="5044" y="49367"/>
                    </a:cubicBezTo>
                    <a:close/>
                  </a:path>
                </a:pathLst>
              </a:custGeom>
              <a:solidFill>
                <a:srgbClr val="14100C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A802899D-3BB5-4347-9FF8-507AD7C10EE7}"/>
                  </a:ext>
                </a:extLst>
              </p:cNvPr>
              <p:cNvSpPr/>
              <p:nvPr/>
            </p:nvSpPr>
            <p:spPr>
              <a:xfrm>
                <a:off x="7094544" y="3195491"/>
                <a:ext cx="4840" cy="4840"/>
              </a:xfrm>
              <a:custGeom>
                <a:avLst/>
                <a:gdLst>
                  <a:gd name="connsiteX0" fmla="*/ 0 w 0"/>
                  <a:gd name="connsiteY0" fmla="*/ 363 h 0"/>
                  <a:gd name="connsiteX1" fmla="*/ 0 w 0"/>
                  <a:gd name="connsiteY1" fmla="*/ 363 h 0"/>
                  <a:gd name="connsiteX2" fmla="*/ 0 w 0"/>
                  <a:gd name="connsiteY2" fmla="*/ 363 h 0"/>
                  <a:gd name="connsiteX3" fmla="*/ 0 w 0"/>
                  <a:gd name="connsiteY3" fmla="*/ 36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363"/>
                    </a:moveTo>
                    <a:cubicBezTo>
                      <a:pt x="0" y="363"/>
                      <a:pt x="0" y="-121"/>
                      <a:pt x="0" y="363"/>
                    </a:cubicBezTo>
                    <a:cubicBezTo>
                      <a:pt x="0" y="-121"/>
                      <a:pt x="0" y="-121"/>
                      <a:pt x="0" y="363"/>
                    </a:cubicBezTo>
                    <a:lnTo>
                      <a:pt x="0" y="363"/>
                    </a:lnTo>
                    <a:close/>
                  </a:path>
                </a:pathLst>
              </a:custGeom>
              <a:solidFill>
                <a:srgbClr val="080808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F2BE9B15-58CC-4493-BD1D-D9B6A98ABF2B}"/>
                  </a:ext>
                </a:extLst>
              </p:cNvPr>
              <p:cNvSpPr/>
              <p:nvPr/>
            </p:nvSpPr>
            <p:spPr>
              <a:xfrm>
                <a:off x="7001382" y="2139413"/>
                <a:ext cx="1268054" cy="1418090"/>
              </a:xfrm>
              <a:custGeom>
                <a:avLst/>
                <a:gdLst>
                  <a:gd name="connsiteX0" fmla="*/ 1268774 w 1268053"/>
                  <a:gd name="connsiteY0" fmla="*/ 994490 h 1418090"/>
                  <a:gd name="connsiteX1" fmla="*/ 1268290 w 1268053"/>
                  <a:gd name="connsiteY1" fmla="*/ 935443 h 1418090"/>
                  <a:gd name="connsiteX2" fmla="*/ 1269258 w 1268053"/>
                  <a:gd name="connsiteY2" fmla="*/ 879785 h 1418090"/>
                  <a:gd name="connsiteX3" fmla="*/ 1255706 w 1268053"/>
                  <a:gd name="connsiteY3" fmla="*/ 866233 h 1418090"/>
                  <a:gd name="connsiteX4" fmla="*/ 1239250 w 1268053"/>
                  <a:gd name="connsiteY4" fmla="*/ 862845 h 1418090"/>
                  <a:gd name="connsiteX5" fmla="*/ 1224247 w 1268053"/>
                  <a:gd name="connsiteY5" fmla="*/ 817350 h 1418090"/>
                  <a:gd name="connsiteX6" fmla="*/ 1216019 w 1268053"/>
                  <a:gd name="connsiteY6" fmla="*/ 780083 h 1418090"/>
                  <a:gd name="connsiteX7" fmla="*/ 1190851 w 1268053"/>
                  <a:gd name="connsiteY7" fmla="*/ 741364 h 1418090"/>
                  <a:gd name="connsiteX8" fmla="*/ 1190851 w 1268053"/>
                  <a:gd name="connsiteY8" fmla="*/ 689093 h 1418090"/>
                  <a:gd name="connsiteX9" fmla="*/ 1190851 w 1268053"/>
                  <a:gd name="connsiteY9" fmla="*/ 689093 h 1418090"/>
                  <a:gd name="connsiteX10" fmla="*/ 1190851 w 1268053"/>
                  <a:gd name="connsiteY10" fmla="*/ 689093 h 1418090"/>
                  <a:gd name="connsiteX11" fmla="*/ 1190851 w 1268053"/>
                  <a:gd name="connsiteY11" fmla="*/ 689093 h 1418090"/>
                  <a:gd name="connsiteX12" fmla="*/ 1189883 w 1268053"/>
                  <a:gd name="connsiteY12" fmla="*/ 641662 h 1418090"/>
                  <a:gd name="connsiteX13" fmla="*/ 1171492 w 1268053"/>
                  <a:gd name="connsiteY13" fmla="*/ 510016 h 1418090"/>
                  <a:gd name="connsiteX14" fmla="*/ 1166168 w 1268053"/>
                  <a:gd name="connsiteY14" fmla="*/ 461617 h 1418090"/>
                  <a:gd name="connsiteX15" fmla="*/ 1142452 w 1268053"/>
                  <a:gd name="connsiteY15" fmla="*/ 390471 h 1418090"/>
                  <a:gd name="connsiteX16" fmla="*/ 1141484 w 1268053"/>
                  <a:gd name="connsiteY16" fmla="*/ 362399 h 1418090"/>
                  <a:gd name="connsiteX17" fmla="*/ 1120673 w 1268053"/>
                  <a:gd name="connsiteY17" fmla="*/ 278185 h 1418090"/>
                  <a:gd name="connsiteX18" fmla="*/ 1095989 w 1268053"/>
                  <a:gd name="connsiteY18" fmla="*/ 218170 h 1418090"/>
                  <a:gd name="connsiteX19" fmla="*/ 1035974 w 1268053"/>
                  <a:gd name="connsiteY19" fmla="*/ 152348 h 1418090"/>
                  <a:gd name="connsiteX20" fmla="*/ 974992 w 1268053"/>
                  <a:gd name="connsiteY20" fmla="*/ 99593 h 1418090"/>
                  <a:gd name="connsiteX21" fmla="*/ 953212 w 1268053"/>
                  <a:gd name="connsiteY21" fmla="*/ 89913 h 1418090"/>
                  <a:gd name="connsiteX22" fmla="*/ 904329 w 1268053"/>
                  <a:gd name="connsiteY22" fmla="*/ 62326 h 1418090"/>
                  <a:gd name="connsiteX23" fmla="*/ 866578 w 1268053"/>
                  <a:gd name="connsiteY23" fmla="*/ 49742 h 1418090"/>
                  <a:gd name="connsiteX24" fmla="*/ 794947 w 1268053"/>
                  <a:gd name="connsiteY24" fmla="*/ 23122 h 1418090"/>
                  <a:gd name="connsiteX25" fmla="*/ 721865 w 1268053"/>
                  <a:gd name="connsiteY25" fmla="*/ 11507 h 1418090"/>
                  <a:gd name="connsiteX26" fmla="*/ 581024 w 1268053"/>
                  <a:gd name="connsiteY26" fmla="*/ 1343 h 1418090"/>
                  <a:gd name="connsiteX27" fmla="*/ 457122 w 1268053"/>
                  <a:gd name="connsiteY27" fmla="*/ 15379 h 1418090"/>
                  <a:gd name="connsiteX28" fmla="*/ 361292 w 1268053"/>
                  <a:gd name="connsiteY28" fmla="*/ 40546 h 1418090"/>
                  <a:gd name="connsiteX29" fmla="*/ 291598 w 1268053"/>
                  <a:gd name="connsiteY29" fmla="*/ 71037 h 1418090"/>
                  <a:gd name="connsiteX30" fmla="*/ 236423 w 1268053"/>
                  <a:gd name="connsiteY30" fmla="*/ 96689 h 1418090"/>
                  <a:gd name="connsiteX31" fmla="*/ 204964 w 1268053"/>
                  <a:gd name="connsiteY31" fmla="*/ 117501 h 1418090"/>
                  <a:gd name="connsiteX32" fmla="*/ 184152 w 1268053"/>
                  <a:gd name="connsiteY32" fmla="*/ 140248 h 1418090"/>
                  <a:gd name="connsiteX33" fmla="*/ 121233 w 1268053"/>
                  <a:gd name="connsiteY33" fmla="*/ 216718 h 1418090"/>
                  <a:gd name="connsiteX34" fmla="*/ 87838 w 1268053"/>
                  <a:gd name="connsiteY34" fmla="*/ 306257 h 1418090"/>
                  <a:gd name="connsiteX35" fmla="*/ 88322 w 1268053"/>
                  <a:gd name="connsiteY35" fmla="*/ 305773 h 1418090"/>
                  <a:gd name="connsiteX36" fmla="*/ 71382 w 1268053"/>
                  <a:gd name="connsiteY36" fmla="*/ 364335 h 1418090"/>
                  <a:gd name="connsiteX37" fmla="*/ 67994 w 1268053"/>
                  <a:gd name="connsiteY37" fmla="*/ 396763 h 1418090"/>
                  <a:gd name="connsiteX38" fmla="*/ 63155 w 1268053"/>
                  <a:gd name="connsiteY38" fmla="*/ 453390 h 1418090"/>
                  <a:gd name="connsiteX39" fmla="*/ 67994 w 1268053"/>
                  <a:gd name="connsiteY39" fmla="*/ 567127 h 1418090"/>
                  <a:gd name="connsiteX40" fmla="*/ 82030 w 1268053"/>
                  <a:gd name="connsiteY40" fmla="*/ 641178 h 1418090"/>
                  <a:gd name="connsiteX41" fmla="*/ 84450 w 1268053"/>
                  <a:gd name="connsiteY41" fmla="*/ 688125 h 1418090"/>
                  <a:gd name="connsiteX42" fmla="*/ 41859 w 1268053"/>
                  <a:gd name="connsiteY42" fmla="*/ 732652 h 1418090"/>
                  <a:gd name="connsiteX43" fmla="*/ 40407 w 1268053"/>
                  <a:gd name="connsiteY43" fmla="*/ 747655 h 1418090"/>
                  <a:gd name="connsiteX44" fmla="*/ 18143 w 1268053"/>
                  <a:gd name="connsiteY44" fmla="*/ 782503 h 1418090"/>
                  <a:gd name="connsiteX45" fmla="*/ 4108 w 1268053"/>
                  <a:gd name="connsiteY45" fmla="*/ 875913 h 1418090"/>
                  <a:gd name="connsiteX46" fmla="*/ 24435 w 1268053"/>
                  <a:gd name="connsiteY46" fmla="*/ 985778 h 1418090"/>
                  <a:gd name="connsiteX47" fmla="*/ 63639 w 1268053"/>
                  <a:gd name="connsiteY47" fmla="*/ 1045793 h 1418090"/>
                  <a:gd name="connsiteX48" fmla="*/ 51539 w 1268053"/>
                  <a:gd name="connsiteY48" fmla="*/ 1042889 h 1418090"/>
                  <a:gd name="connsiteX49" fmla="*/ 98002 w 1268053"/>
                  <a:gd name="connsiteY49" fmla="*/ 1059829 h 1418090"/>
                  <a:gd name="connsiteX50" fmla="*/ 174472 w 1268053"/>
                  <a:gd name="connsiteY50" fmla="*/ 1080157 h 1418090"/>
                  <a:gd name="connsiteX51" fmla="*/ 168664 w 1268053"/>
                  <a:gd name="connsiteY51" fmla="*/ 1016270 h 1418090"/>
                  <a:gd name="connsiteX52" fmla="*/ 178344 w 1268053"/>
                  <a:gd name="connsiteY52" fmla="*/ 789763 h 1418090"/>
                  <a:gd name="connsiteX53" fmla="*/ 189476 w 1268053"/>
                  <a:gd name="connsiteY53" fmla="*/ 693933 h 1418090"/>
                  <a:gd name="connsiteX54" fmla="*/ 189476 w 1268053"/>
                  <a:gd name="connsiteY54" fmla="*/ 693933 h 1418090"/>
                  <a:gd name="connsiteX55" fmla="*/ 189476 w 1268053"/>
                  <a:gd name="connsiteY55" fmla="*/ 693933 h 1418090"/>
                  <a:gd name="connsiteX56" fmla="*/ 198672 w 1268053"/>
                  <a:gd name="connsiteY56" fmla="*/ 616010 h 1418090"/>
                  <a:gd name="connsiteX57" fmla="*/ 203996 w 1268053"/>
                  <a:gd name="connsiteY57" fmla="*/ 581647 h 1418090"/>
                  <a:gd name="connsiteX58" fmla="*/ 213191 w 1268053"/>
                  <a:gd name="connsiteY58" fmla="*/ 509048 h 1418090"/>
                  <a:gd name="connsiteX59" fmla="*/ 256267 w 1268053"/>
                  <a:gd name="connsiteY59" fmla="*/ 377887 h 1418090"/>
                  <a:gd name="connsiteX60" fmla="*/ 296922 w 1268053"/>
                  <a:gd name="connsiteY60" fmla="*/ 375467 h 1418090"/>
                  <a:gd name="connsiteX61" fmla="*/ 366132 w 1268053"/>
                  <a:gd name="connsiteY61" fmla="*/ 372563 h 1418090"/>
                  <a:gd name="connsiteX62" fmla="*/ 421307 w 1268053"/>
                  <a:gd name="connsiteY62" fmla="*/ 368691 h 1418090"/>
                  <a:gd name="connsiteX63" fmla="*/ 561664 w 1268053"/>
                  <a:gd name="connsiteY63" fmla="*/ 365787 h 1418090"/>
                  <a:gd name="connsiteX64" fmla="*/ 945952 w 1268053"/>
                  <a:gd name="connsiteY64" fmla="*/ 358044 h 1418090"/>
                  <a:gd name="connsiteX65" fmla="*/ 972572 w 1268053"/>
                  <a:gd name="connsiteY65" fmla="*/ 372079 h 1418090"/>
                  <a:gd name="connsiteX66" fmla="*/ 1063562 w 1268053"/>
                  <a:gd name="connsiteY66" fmla="*/ 587455 h 1418090"/>
                  <a:gd name="connsiteX67" fmla="*/ 1097441 w 1268053"/>
                  <a:gd name="connsiteY67" fmla="*/ 737492 h 1418090"/>
                  <a:gd name="connsiteX68" fmla="*/ 1105185 w 1268053"/>
                  <a:gd name="connsiteY68" fmla="*/ 923828 h 1418090"/>
                  <a:gd name="connsiteX69" fmla="*/ 1079050 w 1268053"/>
                  <a:gd name="connsiteY69" fmla="*/ 1083544 h 1418090"/>
                  <a:gd name="connsiteX70" fmla="*/ 1095021 w 1268053"/>
                  <a:gd name="connsiteY70" fmla="*/ 1083544 h 1418090"/>
                  <a:gd name="connsiteX71" fmla="*/ 1118253 w 1268053"/>
                  <a:gd name="connsiteY71" fmla="*/ 1071445 h 1418090"/>
                  <a:gd name="connsiteX72" fmla="*/ 1118253 w 1268053"/>
                  <a:gd name="connsiteY72" fmla="*/ 1071445 h 1418090"/>
                  <a:gd name="connsiteX73" fmla="*/ 1202467 w 1268053"/>
                  <a:gd name="connsiteY73" fmla="*/ 1062733 h 1418090"/>
                  <a:gd name="connsiteX74" fmla="*/ 1135676 w 1268053"/>
                  <a:gd name="connsiteY74" fmla="*/ 1183730 h 1418090"/>
                  <a:gd name="connsiteX75" fmla="*/ 1014679 w 1268053"/>
                  <a:gd name="connsiteY75" fmla="*/ 1292628 h 1418090"/>
                  <a:gd name="connsiteX76" fmla="*/ 929013 w 1268053"/>
                  <a:gd name="connsiteY76" fmla="*/ 1326023 h 1418090"/>
                  <a:gd name="connsiteX77" fmla="*/ 921269 w 1268053"/>
                  <a:gd name="connsiteY77" fmla="*/ 1341511 h 1418090"/>
                  <a:gd name="connsiteX78" fmla="*/ 969184 w 1268053"/>
                  <a:gd name="connsiteY78" fmla="*/ 1420401 h 1418090"/>
                  <a:gd name="connsiteX79" fmla="*/ 1042750 w 1268053"/>
                  <a:gd name="connsiteY79" fmla="*/ 1347803 h 1418090"/>
                  <a:gd name="connsiteX80" fmla="*/ 1056302 w 1268053"/>
                  <a:gd name="connsiteY80" fmla="*/ 1325055 h 1418090"/>
                  <a:gd name="connsiteX81" fmla="*/ 1088245 w 1268053"/>
                  <a:gd name="connsiteY81" fmla="*/ 1294564 h 1418090"/>
                  <a:gd name="connsiteX82" fmla="*/ 1201983 w 1268053"/>
                  <a:gd name="connsiteY82" fmla="*/ 1154691 h 1418090"/>
                  <a:gd name="connsiteX83" fmla="*/ 1236346 w 1268053"/>
                  <a:gd name="connsiteY83" fmla="*/ 1082576 h 1418090"/>
                  <a:gd name="connsiteX84" fmla="*/ 1258126 w 1268053"/>
                  <a:gd name="connsiteY84" fmla="*/ 1045309 h 1418090"/>
                  <a:gd name="connsiteX85" fmla="*/ 1268774 w 1268053"/>
                  <a:gd name="connsiteY85" fmla="*/ 994490 h 1418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1268053" h="1418090">
                    <a:moveTo>
                      <a:pt x="1268774" y="994490"/>
                    </a:moveTo>
                    <a:cubicBezTo>
                      <a:pt x="1270226" y="971259"/>
                      <a:pt x="1266838" y="957707"/>
                      <a:pt x="1268290" y="935443"/>
                    </a:cubicBezTo>
                    <a:cubicBezTo>
                      <a:pt x="1262966" y="919472"/>
                      <a:pt x="1274581" y="895756"/>
                      <a:pt x="1269258" y="879785"/>
                    </a:cubicBezTo>
                    <a:cubicBezTo>
                      <a:pt x="1265870" y="873493"/>
                      <a:pt x="1265870" y="873493"/>
                      <a:pt x="1255706" y="866233"/>
                    </a:cubicBezTo>
                    <a:cubicBezTo>
                      <a:pt x="1247478" y="863813"/>
                      <a:pt x="1243122" y="865265"/>
                      <a:pt x="1239250" y="862845"/>
                    </a:cubicBezTo>
                    <a:cubicBezTo>
                      <a:pt x="1215535" y="853649"/>
                      <a:pt x="1225698" y="833322"/>
                      <a:pt x="1224247" y="817350"/>
                    </a:cubicBezTo>
                    <a:cubicBezTo>
                      <a:pt x="1223279" y="803798"/>
                      <a:pt x="1229570" y="788795"/>
                      <a:pt x="1216019" y="780083"/>
                    </a:cubicBezTo>
                    <a:cubicBezTo>
                      <a:pt x="1214567" y="779115"/>
                      <a:pt x="1190367" y="748139"/>
                      <a:pt x="1190851" y="741364"/>
                    </a:cubicBezTo>
                    <a:cubicBezTo>
                      <a:pt x="1189399" y="727328"/>
                      <a:pt x="1191335" y="689577"/>
                      <a:pt x="1190851" y="689093"/>
                    </a:cubicBezTo>
                    <a:cubicBezTo>
                      <a:pt x="1190851" y="689093"/>
                      <a:pt x="1190851" y="689093"/>
                      <a:pt x="1190851" y="689093"/>
                    </a:cubicBezTo>
                    <a:lnTo>
                      <a:pt x="1190851" y="689093"/>
                    </a:lnTo>
                    <a:lnTo>
                      <a:pt x="1190851" y="689093"/>
                    </a:lnTo>
                    <a:cubicBezTo>
                      <a:pt x="1188915" y="685221"/>
                      <a:pt x="1189883" y="653761"/>
                      <a:pt x="1189883" y="641662"/>
                    </a:cubicBezTo>
                    <a:cubicBezTo>
                      <a:pt x="1189399" y="606814"/>
                      <a:pt x="1177299" y="517760"/>
                      <a:pt x="1171492" y="510016"/>
                    </a:cubicBezTo>
                    <a:cubicBezTo>
                      <a:pt x="1166652" y="494045"/>
                      <a:pt x="1171008" y="477589"/>
                      <a:pt x="1166168" y="461617"/>
                    </a:cubicBezTo>
                    <a:cubicBezTo>
                      <a:pt x="1166168" y="436934"/>
                      <a:pt x="1139548" y="416122"/>
                      <a:pt x="1142452" y="390471"/>
                    </a:cubicBezTo>
                    <a:cubicBezTo>
                      <a:pt x="1139548" y="381275"/>
                      <a:pt x="1142452" y="371595"/>
                      <a:pt x="1141484" y="362399"/>
                    </a:cubicBezTo>
                    <a:cubicBezTo>
                      <a:pt x="1138580" y="325132"/>
                      <a:pt x="1145356" y="308193"/>
                      <a:pt x="1120673" y="278185"/>
                    </a:cubicBezTo>
                    <a:cubicBezTo>
                      <a:pt x="1115833" y="269957"/>
                      <a:pt x="1100345" y="225914"/>
                      <a:pt x="1095989" y="218170"/>
                    </a:cubicBezTo>
                    <a:cubicBezTo>
                      <a:pt x="1082437" y="186711"/>
                      <a:pt x="1056786" y="178967"/>
                      <a:pt x="1035974" y="152348"/>
                    </a:cubicBezTo>
                    <a:cubicBezTo>
                      <a:pt x="1019035" y="123308"/>
                      <a:pt x="1005967" y="110725"/>
                      <a:pt x="974992" y="99593"/>
                    </a:cubicBezTo>
                    <a:cubicBezTo>
                      <a:pt x="971120" y="99593"/>
                      <a:pt x="954664" y="94269"/>
                      <a:pt x="953212" y="89913"/>
                    </a:cubicBezTo>
                    <a:cubicBezTo>
                      <a:pt x="945468" y="75877"/>
                      <a:pt x="919333" y="63294"/>
                      <a:pt x="904329" y="62326"/>
                    </a:cubicBezTo>
                    <a:cubicBezTo>
                      <a:pt x="885938" y="58938"/>
                      <a:pt x="882550" y="58454"/>
                      <a:pt x="866578" y="49742"/>
                    </a:cubicBezTo>
                    <a:cubicBezTo>
                      <a:pt x="844798" y="34738"/>
                      <a:pt x="820599" y="27962"/>
                      <a:pt x="794947" y="23122"/>
                    </a:cubicBezTo>
                    <a:cubicBezTo>
                      <a:pt x="770748" y="18767"/>
                      <a:pt x="746064" y="16347"/>
                      <a:pt x="721865" y="11507"/>
                    </a:cubicBezTo>
                    <a:cubicBezTo>
                      <a:pt x="675402" y="2311"/>
                      <a:pt x="627971" y="-2529"/>
                      <a:pt x="581024" y="1343"/>
                    </a:cubicBezTo>
                    <a:cubicBezTo>
                      <a:pt x="539885" y="4731"/>
                      <a:pt x="498262" y="6667"/>
                      <a:pt x="457122" y="15379"/>
                    </a:cubicBezTo>
                    <a:cubicBezTo>
                      <a:pt x="413563" y="25058"/>
                      <a:pt x="401464" y="19735"/>
                      <a:pt x="361292" y="40546"/>
                    </a:cubicBezTo>
                    <a:cubicBezTo>
                      <a:pt x="342417" y="52646"/>
                      <a:pt x="309505" y="57486"/>
                      <a:pt x="291598" y="71037"/>
                    </a:cubicBezTo>
                    <a:cubicBezTo>
                      <a:pt x="284338" y="75877"/>
                      <a:pt x="240295" y="86041"/>
                      <a:pt x="236423" y="96689"/>
                    </a:cubicBezTo>
                    <a:cubicBezTo>
                      <a:pt x="228679" y="102013"/>
                      <a:pt x="206900" y="112661"/>
                      <a:pt x="204964" y="117501"/>
                    </a:cubicBezTo>
                    <a:cubicBezTo>
                      <a:pt x="198188" y="122824"/>
                      <a:pt x="190928" y="134924"/>
                      <a:pt x="184152" y="140248"/>
                    </a:cubicBezTo>
                    <a:cubicBezTo>
                      <a:pt x="144949" y="169287"/>
                      <a:pt x="132849" y="168319"/>
                      <a:pt x="121233" y="216718"/>
                    </a:cubicBezTo>
                    <a:cubicBezTo>
                      <a:pt x="113006" y="236078"/>
                      <a:pt x="96066" y="286897"/>
                      <a:pt x="87838" y="306257"/>
                    </a:cubicBezTo>
                    <a:lnTo>
                      <a:pt x="88322" y="305773"/>
                    </a:lnTo>
                    <a:cubicBezTo>
                      <a:pt x="91226" y="326100"/>
                      <a:pt x="68962" y="344008"/>
                      <a:pt x="71382" y="364335"/>
                    </a:cubicBezTo>
                    <a:cubicBezTo>
                      <a:pt x="66058" y="372079"/>
                      <a:pt x="73318" y="389019"/>
                      <a:pt x="67994" y="396763"/>
                    </a:cubicBezTo>
                    <a:cubicBezTo>
                      <a:pt x="66542" y="412734"/>
                      <a:pt x="64607" y="437418"/>
                      <a:pt x="63155" y="453390"/>
                    </a:cubicBezTo>
                    <a:cubicBezTo>
                      <a:pt x="58799" y="496949"/>
                      <a:pt x="64607" y="523568"/>
                      <a:pt x="67994" y="567127"/>
                    </a:cubicBezTo>
                    <a:cubicBezTo>
                      <a:pt x="69930" y="586003"/>
                      <a:pt x="82030" y="641178"/>
                      <a:pt x="82030" y="641178"/>
                    </a:cubicBezTo>
                    <a:cubicBezTo>
                      <a:pt x="87838" y="648437"/>
                      <a:pt x="83966" y="683285"/>
                      <a:pt x="84450" y="688125"/>
                    </a:cubicBezTo>
                    <a:cubicBezTo>
                      <a:pt x="64607" y="704096"/>
                      <a:pt x="54927" y="711356"/>
                      <a:pt x="41859" y="732652"/>
                    </a:cubicBezTo>
                    <a:lnTo>
                      <a:pt x="40407" y="747655"/>
                    </a:lnTo>
                    <a:cubicBezTo>
                      <a:pt x="36535" y="765563"/>
                      <a:pt x="28791" y="768951"/>
                      <a:pt x="18143" y="782503"/>
                    </a:cubicBezTo>
                    <a:cubicBezTo>
                      <a:pt x="-1216" y="807670"/>
                      <a:pt x="-3636" y="850261"/>
                      <a:pt x="4108" y="875913"/>
                    </a:cubicBezTo>
                    <a:cubicBezTo>
                      <a:pt x="9916" y="895756"/>
                      <a:pt x="22015" y="960127"/>
                      <a:pt x="24435" y="985778"/>
                    </a:cubicBezTo>
                    <a:cubicBezTo>
                      <a:pt x="26855" y="1010946"/>
                      <a:pt x="38955" y="1034177"/>
                      <a:pt x="63639" y="1045793"/>
                    </a:cubicBezTo>
                    <a:lnTo>
                      <a:pt x="51539" y="1042889"/>
                    </a:lnTo>
                    <a:cubicBezTo>
                      <a:pt x="61703" y="1043857"/>
                      <a:pt x="91226" y="1047729"/>
                      <a:pt x="98002" y="1059829"/>
                    </a:cubicBezTo>
                    <a:cubicBezTo>
                      <a:pt x="126557" y="1064185"/>
                      <a:pt x="146885" y="1072897"/>
                      <a:pt x="174472" y="1080157"/>
                    </a:cubicBezTo>
                    <a:cubicBezTo>
                      <a:pt x="177860" y="1058861"/>
                      <a:pt x="169632" y="1017238"/>
                      <a:pt x="168664" y="1016270"/>
                    </a:cubicBezTo>
                    <a:cubicBezTo>
                      <a:pt x="163340" y="931088"/>
                      <a:pt x="164792" y="874461"/>
                      <a:pt x="178344" y="789763"/>
                    </a:cubicBezTo>
                    <a:cubicBezTo>
                      <a:pt x="183668" y="758303"/>
                      <a:pt x="185604" y="725876"/>
                      <a:pt x="189476" y="693933"/>
                    </a:cubicBezTo>
                    <a:cubicBezTo>
                      <a:pt x="189476" y="693933"/>
                      <a:pt x="189476" y="693933"/>
                      <a:pt x="189476" y="693933"/>
                    </a:cubicBezTo>
                    <a:cubicBezTo>
                      <a:pt x="189476" y="693933"/>
                      <a:pt x="189476" y="693933"/>
                      <a:pt x="189476" y="693933"/>
                    </a:cubicBezTo>
                    <a:cubicBezTo>
                      <a:pt x="194800" y="682801"/>
                      <a:pt x="197704" y="614074"/>
                      <a:pt x="198672" y="616010"/>
                    </a:cubicBezTo>
                    <a:cubicBezTo>
                      <a:pt x="205448" y="605362"/>
                      <a:pt x="202544" y="593263"/>
                      <a:pt x="203996" y="581647"/>
                    </a:cubicBezTo>
                    <a:cubicBezTo>
                      <a:pt x="202060" y="554059"/>
                      <a:pt x="211739" y="506628"/>
                      <a:pt x="213191" y="509048"/>
                    </a:cubicBezTo>
                    <a:cubicBezTo>
                      <a:pt x="220935" y="463069"/>
                      <a:pt x="237391" y="419994"/>
                      <a:pt x="256267" y="377887"/>
                    </a:cubicBezTo>
                    <a:cubicBezTo>
                      <a:pt x="269818" y="373531"/>
                      <a:pt x="283370" y="376435"/>
                      <a:pt x="296922" y="375467"/>
                    </a:cubicBezTo>
                    <a:cubicBezTo>
                      <a:pt x="320153" y="374015"/>
                      <a:pt x="343385" y="379339"/>
                      <a:pt x="366132" y="372563"/>
                    </a:cubicBezTo>
                    <a:cubicBezTo>
                      <a:pt x="384040" y="367239"/>
                      <a:pt x="402915" y="369175"/>
                      <a:pt x="421307" y="368691"/>
                    </a:cubicBezTo>
                    <a:cubicBezTo>
                      <a:pt x="468254" y="367723"/>
                      <a:pt x="514717" y="366755"/>
                      <a:pt x="561664" y="365787"/>
                    </a:cubicBezTo>
                    <a:cubicBezTo>
                      <a:pt x="689922" y="363367"/>
                      <a:pt x="817695" y="360947"/>
                      <a:pt x="945952" y="358044"/>
                    </a:cubicBezTo>
                    <a:cubicBezTo>
                      <a:pt x="958052" y="357560"/>
                      <a:pt x="966280" y="359495"/>
                      <a:pt x="972572" y="372079"/>
                    </a:cubicBezTo>
                    <a:cubicBezTo>
                      <a:pt x="1006935" y="442258"/>
                      <a:pt x="1038878" y="513404"/>
                      <a:pt x="1063562" y="587455"/>
                    </a:cubicBezTo>
                    <a:cubicBezTo>
                      <a:pt x="1080017" y="636338"/>
                      <a:pt x="1097441" y="737492"/>
                      <a:pt x="1097441" y="737492"/>
                    </a:cubicBezTo>
                    <a:cubicBezTo>
                      <a:pt x="1097925" y="745235"/>
                      <a:pt x="1105185" y="878817"/>
                      <a:pt x="1105185" y="923828"/>
                    </a:cubicBezTo>
                    <a:cubicBezTo>
                      <a:pt x="1102281" y="948027"/>
                      <a:pt x="1079534" y="1068541"/>
                      <a:pt x="1079050" y="1083544"/>
                    </a:cubicBezTo>
                    <a:cubicBezTo>
                      <a:pt x="1082921" y="1083544"/>
                      <a:pt x="1092601" y="1087900"/>
                      <a:pt x="1095021" y="1083544"/>
                    </a:cubicBezTo>
                    <a:cubicBezTo>
                      <a:pt x="1095021" y="1083544"/>
                      <a:pt x="1108573" y="1074349"/>
                      <a:pt x="1118253" y="1071445"/>
                    </a:cubicBezTo>
                    <a:cubicBezTo>
                      <a:pt x="1118253" y="1071445"/>
                      <a:pt x="1118253" y="1071445"/>
                      <a:pt x="1118253" y="1071445"/>
                    </a:cubicBezTo>
                    <a:cubicBezTo>
                      <a:pt x="1146808" y="1080157"/>
                      <a:pt x="1171492" y="1066121"/>
                      <a:pt x="1202467" y="1062733"/>
                    </a:cubicBezTo>
                    <a:cubicBezTo>
                      <a:pt x="1183107" y="1109680"/>
                      <a:pt x="1165684" y="1143075"/>
                      <a:pt x="1135676" y="1183730"/>
                    </a:cubicBezTo>
                    <a:cubicBezTo>
                      <a:pt x="1103249" y="1227289"/>
                      <a:pt x="1073242" y="1276656"/>
                      <a:pt x="1014679" y="1292628"/>
                    </a:cubicBezTo>
                    <a:cubicBezTo>
                      <a:pt x="1014679" y="1293112"/>
                      <a:pt x="937240" y="1325539"/>
                      <a:pt x="929013" y="1326023"/>
                    </a:cubicBezTo>
                    <a:cubicBezTo>
                      <a:pt x="917397" y="1326507"/>
                      <a:pt x="919817" y="1335219"/>
                      <a:pt x="921269" y="1341511"/>
                    </a:cubicBezTo>
                    <a:cubicBezTo>
                      <a:pt x="924173" y="1352643"/>
                      <a:pt x="959020" y="1402978"/>
                      <a:pt x="969184" y="1420401"/>
                    </a:cubicBezTo>
                    <a:cubicBezTo>
                      <a:pt x="994351" y="1395718"/>
                      <a:pt x="1018551" y="1371518"/>
                      <a:pt x="1042750" y="1347803"/>
                    </a:cubicBezTo>
                    <a:cubicBezTo>
                      <a:pt x="1043234" y="1348771"/>
                      <a:pt x="1052914" y="1327959"/>
                      <a:pt x="1056302" y="1325055"/>
                    </a:cubicBezTo>
                    <a:cubicBezTo>
                      <a:pt x="1074694" y="1308116"/>
                      <a:pt x="1074694" y="1308116"/>
                      <a:pt x="1088245" y="1294564"/>
                    </a:cubicBezTo>
                    <a:cubicBezTo>
                      <a:pt x="1131320" y="1252457"/>
                      <a:pt x="1171976" y="1207930"/>
                      <a:pt x="1201983" y="1154691"/>
                    </a:cubicBezTo>
                    <a:cubicBezTo>
                      <a:pt x="1213599" y="1133879"/>
                      <a:pt x="1229570" y="1108228"/>
                      <a:pt x="1236346" y="1082576"/>
                    </a:cubicBezTo>
                    <a:cubicBezTo>
                      <a:pt x="1244574" y="1060797"/>
                      <a:pt x="1234410" y="1055957"/>
                      <a:pt x="1258126" y="1045309"/>
                    </a:cubicBezTo>
                    <a:cubicBezTo>
                      <a:pt x="1268774" y="1031273"/>
                      <a:pt x="1270226" y="1013366"/>
                      <a:pt x="1268774" y="994490"/>
                    </a:cubicBezTo>
                    <a:close/>
                  </a:path>
                </a:pathLst>
              </a:custGeom>
              <a:solidFill>
                <a:srgbClr val="080808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849A0291-8F65-4734-96FC-0A346612A17D}"/>
                  </a:ext>
                </a:extLst>
              </p:cNvPr>
              <p:cNvSpPr/>
              <p:nvPr/>
            </p:nvSpPr>
            <p:spPr>
              <a:xfrm>
                <a:off x="6277020" y="3574080"/>
                <a:ext cx="3233993" cy="3023328"/>
              </a:xfrm>
              <a:custGeom>
                <a:avLst/>
                <a:gdLst>
                  <a:gd name="connsiteX0" fmla="*/ 2648459 w 3228213"/>
                  <a:gd name="connsiteY0" fmla="*/ 2975341 h 3020096"/>
                  <a:gd name="connsiteX1" fmla="*/ 2648459 w 3228213"/>
                  <a:gd name="connsiteY1" fmla="*/ 3008253 h 3020096"/>
                  <a:gd name="connsiteX2" fmla="*/ 2528913 w 3228213"/>
                  <a:gd name="connsiteY2" fmla="*/ 3016480 h 3020096"/>
                  <a:gd name="connsiteX3" fmla="*/ 699431 w 3228213"/>
                  <a:gd name="connsiteY3" fmla="*/ 3014545 h 3020096"/>
                  <a:gd name="connsiteX4" fmla="*/ 617153 w 3228213"/>
                  <a:gd name="connsiteY4" fmla="*/ 2980181 h 3020096"/>
                  <a:gd name="connsiteX5" fmla="*/ 642804 w 3228213"/>
                  <a:gd name="connsiteY5" fmla="*/ 2669460 h 3020096"/>
                  <a:gd name="connsiteX6" fmla="*/ 544070 w 3228213"/>
                  <a:gd name="connsiteY6" fmla="*/ 2132715 h 3020096"/>
                  <a:gd name="connsiteX7" fmla="*/ 418717 w 3228213"/>
                  <a:gd name="connsiteY7" fmla="*/ 1942023 h 3020096"/>
                  <a:gd name="connsiteX8" fmla="*/ 282716 w 3228213"/>
                  <a:gd name="connsiteY8" fmla="*/ 1774078 h 3020096"/>
                  <a:gd name="connsiteX9" fmla="*/ 282716 w 3228213"/>
                  <a:gd name="connsiteY9" fmla="*/ 1774078 h 3020096"/>
                  <a:gd name="connsiteX10" fmla="*/ 232865 w 3228213"/>
                  <a:gd name="connsiteY10" fmla="*/ 1706804 h 3020096"/>
                  <a:gd name="connsiteX11" fmla="*/ 205277 w 3228213"/>
                  <a:gd name="connsiteY11" fmla="*/ 1656953 h 3020096"/>
                  <a:gd name="connsiteX12" fmla="*/ 153974 w 3228213"/>
                  <a:gd name="connsiteY12" fmla="*/ 1531115 h 3020096"/>
                  <a:gd name="connsiteX13" fmla="*/ 64920 w 3228213"/>
                  <a:gd name="connsiteY13" fmla="*/ 1322516 h 3020096"/>
                  <a:gd name="connsiteX14" fmla="*/ 49433 w 3228213"/>
                  <a:gd name="connsiteY14" fmla="*/ 1245561 h 3020096"/>
                  <a:gd name="connsiteX15" fmla="*/ 66 w 3228213"/>
                  <a:gd name="connsiteY15" fmla="*/ 785287 h 3020096"/>
                  <a:gd name="connsiteX16" fmla="*/ 68308 w 3228213"/>
                  <a:gd name="connsiteY16" fmla="*/ 599435 h 3020096"/>
                  <a:gd name="connsiteX17" fmla="*/ 362090 w 3228213"/>
                  <a:gd name="connsiteY17" fmla="*/ 396643 h 3020096"/>
                  <a:gd name="connsiteX18" fmla="*/ 653452 w 3228213"/>
                  <a:gd name="connsiteY18" fmla="*/ 221439 h 3020096"/>
                  <a:gd name="connsiteX19" fmla="*/ 737182 w 3228213"/>
                  <a:gd name="connsiteY19" fmla="*/ 167716 h 3020096"/>
                  <a:gd name="connsiteX20" fmla="*/ 826720 w 3228213"/>
                  <a:gd name="connsiteY20" fmla="*/ 24455 h 3020096"/>
                  <a:gd name="connsiteX21" fmla="*/ 848984 w 3228213"/>
                  <a:gd name="connsiteY21" fmla="*/ 3159 h 3020096"/>
                  <a:gd name="connsiteX22" fmla="*/ 889639 w 3228213"/>
                  <a:gd name="connsiteY22" fmla="*/ 5095 h 3020096"/>
                  <a:gd name="connsiteX23" fmla="*/ 893995 w 3228213"/>
                  <a:gd name="connsiteY23" fmla="*/ 22035 h 3020096"/>
                  <a:gd name="connsiteX24" fmla="*/ 903191 w 3228213"/>
                  <a:gd name="connsiteY24" fmla="*/ 57850 h 3020096"/>
                  <a:gd name="connsiteX25" fmla="*/ 1505758 w 3228213"/>
                  <a:gd name="connsiteY25" fmla="*/ 756248 h 3020096"/>
                  <a:gd name="connsiteX26" fmla="*/ 1629176 w 3228213"/>
                  <a:gd name="connsiteY26" fmla="*/ 955167 h 3020096"/>
                  <a:gd name="connsiteX27" fmla="*/ 1755981 w 3228213"/>
                  <a:gd name="connsiteY27" fmla="*/ 1167639 h 3020096"/>
                  <a:gd name="connsiteX28" fmla="*/ 1873107 w 3228213"/>
                  <a:gd name="connsiteY28" fmla="*/ 1327840 h 3020096"/>
                  <a:gd name="connsiteX29" fmla="*/ 1732266 w 3228213"/>
                  <a:gd name="connsiteY29" fmla="*/ 633314 h 3020096"/>
                  <a:gd name="connsiteX30" fmla="*/ 1666443 w 3228213"/>
                  <a:gd name="connsiteY30" fmla="*/ 176912 h 3020096"/>
                  <a:gd name="connsiteX31" fmla="*/ 1671283 w 3228213"/>
                  <a:gd name="connsiteY31" fmla="*/ 159972 h 3020096"/>
                  <a:gd name="connsiteX32" fmla="*/ 1682899 w 3228213"/>
                  <a:gd name="connsiteY32" fmla="*/ 168200 h 3020096"/>
                  <a:gd name="connsiteX33" fmla="*/ 1820352 w 3228213"/>
                  <a:gd name="connsiteY33" fmla="*/ 253382 h 3020096"/>
                  <a:gd name="connsiteX34" fmla="*/ 2311118 w 3228213"/>
                  <a:gd name="connsiteY34" fmla="*/ 446978 h 3020096"/>
                  <a:gd name="connsiteX35" fmla="*/ 2636843 w 3228213"/>
                  <a:gd name="connsiteY35" fmla="*/ 723820 h 3020096"/>
                  <a:gd name="connsiteX36" fmla="*/ 2683790 w 3228213"/>
                  <a:gd name="connsiteY36" fmla="*/ 786739 h 3020096"/>
                  <a:gd name="connsiteX37" fmla="*/ 2787364 w 3228213"/>
                  <a:gd name="connsiteY37" fmla="*/ 919352 h 3020096"/>
                  <a:gd name="connsiteX38" fmla="*/ 3089858 w 3228213"/>
                  <a:gd name="connsiteY38" fmla="*/ 1364139 h 3020096"/>
                  <a:gd name="connsiteX39" fmla="*/ 3109701 w 3228213"/>
                  <a:gd name="connsiteY39" fmla="*/ 1394146 h 3020096"/>
                  <a:gd name="connsiteX40" fmla="*/ 3134869 w 3228213"/>
                  <a:gd name="connsiteY40" fmla="*/ 1436737 h 3020096"/>
                  <a:gd name="connsiteX41" fmla="*/ 3177460 w 3228213"/>
                  <a:gd name="connsiteY41" fmla="*/ 1558703 h 3020096"/>
                  <a:gd name="connsiteX42" fmla="*/ 3220051 w 3228213"/>
                  <a:gd name="connsiteY42" fmla="*/ 1770690 h 3020096"/>
                  <a:gd name="connsiteX43" fmla="*/ 3231183 w 3228213"/>
                  <a:gd name="connsiteY43" fmla="*/ 1852485 h 3020096"/>
                  <a:gd name="connsiteX44" fmla="*/ 3203111 w 3228213"/>
                  <a:gd name="connsiteY44" fmla="*/ 1957027 h 3020096"/>
                  <a:gd name="connsiteX45" fmla="*/ 3175524 w 3228213"/>
                  <a:gd name="connsiteY45" fmla="*/ 1987518 h 3020096"/>
                  <a:gd name="connsiteX46" fmla="*/ 2777200 w 3228213"/>
                  <a:gd name="connsiteY46" fmla="*/ 2064472 h 3020096"/>
                  <a:gd name="connsiteX47" fmla="*/ 2590864 w 3228213"/>
                  <a:gd name="connsiteY47" fmla="*/ 1982678 h 3020096"/>
                  <a:gd name="connsiteX48" fmla="*/ 2485354 w 3228213"/>
                  <a:gd name="connsiteY48" fmla="*/ 2335507 h 3020096"/>
                  <a:gd name="connsiteX49" fmla="*/ 2648459 w 3228213"/>
                  <a:gd name="connsiteY49" fmla="*/ 2975341 h 3020096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77200 w 3232540"/>
                  <a:gd name="connsiteY46" fmla="*/ 2064472 h 3023327"/>
                  <a:gd name="connsiteX47" fmla="*/ 2384298 w 3232540"/>
                  <a:gd name="connsiteY47" fmla="*/ 1825688 h 3023327"/>
                  <a:gd name="connsiteX48" fmla="*/ 2485354 w 3232540"/>
                  <a:gd name="connsiteY48" fmla="*/ 2335507 h 3023327"/>
                  <a:gd name="connsiteX49" fmla="*/ 2648459 w 3232540"/>
                  <a:gd name="connsiteY49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84298 w 3232540"/>
                  <a:gd name="connsiteY47" fmla="*/ 1825688 h 3023327"/>
                  <a:gd name="connsiteX48" fmla="*/ 2485354 w 3232540"/>
                  <a:gd name="connsiteY48" fmla="*/ 2335507 h 3023327"/>
                  <a:gd name="connsiteX49" fmla="*/ 2648459 w 3232540"/>
                  <a:gd name="connsiteY49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84298 w 3232540"/>
                  <a:gd name="connsiteY47" fmla="*/ 1825688 h 3023327"/>
                  <a:gd name="connsiteX48" fmla="*/ 2407026 w 3232540"/>
                  <a:gd name="connsiteY48" fmla="*/ 2052784 h 3023327"/>
                  <a:gd name="connsiteX49" fmla="*/ 2485354 w 3232540"/>
                  <a:gd name="connsiteY49" fmla="*/ 2335507 h 3023327"/>
                  <a:gd name="connsiteX50" fmla="*/ 2648459 w 3232540"/>
                  <a:gd name="connsiteY50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84298 w 3232540"/>
                  <a:gd name="connsiteY47" fmla="*/ 1825688 h 3023327"/>
                  <a:gd name="connsiteX48" fmla="*/ 2324399 w 3232540"/>
                  <a:gd name="connsiteY48" fmla="*/ 1972912 h 3023327"/>
                  <a:gd name="connsiteX49" fmla="*/ 2485354 w 3232540"/>
                  <a:gd name="connsiteY49" fmla="*/ 2335507 h 3023327"/>
                  <a:gd name="connsiteX50" fmla="*/ 2648459 w 3232540"/>
                  <a:gd name="connsiteY50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84298 w 3232540"/>
                  <a:gd name="connsiteY47" fmla="*/ 1825688 h 3023327"/>
                  <a:gd name="connsiteX48" fmla="*/ 2324399 w 3232540"/>
                  <a:gd name="connsiteY48" fmla="*/ 1972912 h 3023327"/>
                  <a:gd name="connsiteX49" fmla="*/ 2485354 w 3232540"/>
                  <a:gd name="connsiteY49" fmla="*/ 2335507 h 3023327"/>
                  <a:gd name="connsiteX50" fmla="*/ 2648459 w 3232540"/>
                  <a:gd name="connsiteY50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84298 w 3232540"/>
                  <a:gd name="connsiteY47" fmla="*/ 1825688 h 3023327"/>
                  <a:gd name="connsiteX48" fmla="*/ 2324399 w 3232540"/>
                  <a:gd name="connsiteY48" fmla="*/ 1972912 h 3023327"/>
                  <a:gd name="connsiteX49" fmla="*/ 2485354 w 3232540"/>
                  <a:gd name="connsiteY49" fmla="*/ 2335507 h 3023327"/>
                  <a:gd name="connsiteX50" fmla="*/ 2648459 w 3232540"/>
                  <a:gd name="connsiteY50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84298 w 3232540"/>
                  <a:gd name="connsiteY47" fmla="*/ 1825688 h 3023327"/>
                  <a:gd name="connsiteX48" fmla="*/ 2324399 w 3232540"/>
                  <a:gd name="connsiteY48" fmla="*/ 1972912 h 3023327"/>
                  <a:gd name="connsiteX49" fmla="*/ 2485354 w 3232540"/>
                  <a:gd name="connsiteY49" fmla="*/ 2335507 h 3023327"/>
                  <a:gd name="connsiteX50" fmla="*/ 2648459 w 3232540"/>
                  <a:gd name="connsiteY50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84298 w 3232540"/>
                  <a:gd name="connsiteY47" fmla="*/ 1825688 h 3023327"/>
                  <a:gd name="connsiteX48" fmla="*/ 2324399 w 3232540"/>
                  <a:gd name="connsiteY48" fmla="*/ 1972912 h 3023327"/>
                  <a:gd name="connsiteX49" fmla="*/ 2485354 w 3232540"/>
                  <a:gd name="connsiteY49" fmla="*/ 2335507 h 3023327"/>
                  <a:gd name="connsiteX50" fmla="*/ 2648459 w 3232540"/>
                  <a:gd name="connsiteY50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84298 w 3232540"/>
                  <a:gd name="connsiteY47" fmla="*/ 1825688 h 3023327"/>
                  <a:gd name="connsiteX48" fmla="*/ 2324399 w 3232540"/>
                  <a:gd name="connsiteY48" fmla="*/ 1972912 h 3023327"/>
                  <a:gd name="connsiteX49" fmla="*/ 2485354 w 3232540"/>
                  <a:gd name="connsiteY49" fmla="*/ 2335507 h 3023327"/>
                  <a:gd name="connsiteX50" fmla="*/ 2648459 w 3232540"/>
                  <a:gd name="connsiteY50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84298 w 3232540"/>
                  <a:gd name="connsiteY47" fmla="*/ 1825688 h 3023327"/>
                  <a:gd name="connsiteX48" fmla="*/ 2316136 w 3232540"/>
                  <a:gd name="connsiteY48" fmla="*/ 1967403 h 3023327"/>
                  <a:gd name="connsiteX49" fmla="*/ 2485354 w 3232540"/>
                  <a:gd name="connsiteY49" fmla="*/ 2335507 h 3023327"/>
                  <a:gd name="connsiteX50" fmla="*/ 2648459 w 3232540"/>
                  <a:gd name="connsiteY50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84298 w 3232540"/>
                  <a:gd name="connsiteY47" fmla="*/ 1825688 h 3023327"/>
                  <a:gd name="connsiteX48" fmla="*/ 2316136 w 3232540"/>
                  <a:gd name="connsiteY48" fmla="*/ 1967403 h 3023327"/>
                  <a:gd name="connsiteX49" fmla="*/ 2485354 w 3232540"/>
                  <a:gd name="connsiteY49" fmla="*/ 2335507 h 3023327"/>
                  <a:gd name="connsiteX50" fmla="*/ 2648459 w 3232540"/>
                  <a:gd name="connsiteY50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84298 w 3232540"/>
                  <a:gd name="connsiteY47" fmla="*/ 1825688 h 3023327"/>
                  <a:gd name="connsiteX48" fmla="*/ 2361403 w 3232540"/>
                  <a:gd name="connsiteY48" fmla="*/ 1976456 h 3023327"/>
                  <a:gd name="connsiteX49" fmla="*/ 2485354 w 3232540"/>
                  <a:gd name="connsiteY49" fmla="*/ 2335507 h 3023327"/>
                  <a:gd name="connsiteX50" fmla="*/ 2648459 w 3232540"/>
                  <a:gd name="connsiteY50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203111 w 3232540"/>
                  <a:gd name="connsiteY44" fmla="*/ 1957027 h 3023327"/>
                  <a:gd name="connsiteX45" fmla="*/ 3175524 w 3232540"/>
                  <a:gd name="connsiteY45" fmla="*/ 1987518 h 3023327"/>
                  <a:gd name="connsiteX46" fmla="*/ 2763429 w 3232540"/>
                  <a:gd name="connsiteY46" fmla="*/ 2050701 h 3023327"/>
                  <a:gd name="connsiteX47" fmla="*/ 2393352 w 3232540"/>
                  <a:gd name="connsiteY47" fmla="*/ 1880009 h 3023327"/>
                  <a:gd name="connsiteX48" fmla="*/ 2361403 w 3232540"/>
                  <a:gd name="connsiteY48" fmla="*/ 1976456 h 3023327"/>
                  <a:gd name="connsiteX49" fmla="*/ 2485354 w 3232540"/>
                  <a:gd name="connsiteY49" fmla="*/ 2335507 h 3023327"/>
                  <a:gd name="connsiteX50" fmla="*/ 2648459 w 3232540"/>
                  <a:gd name="connsiteY50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09701 w 3232540"/>
                  <a:gd name="connsiteY39" fmla="*/ 1394146 h 3023327"/>
                  <a:gd name="connsiteX40" fmla="*/ 3134869 w 3232540"/>
                  <a:gd name="connsiteY40" fmla="*/ 1436737 h 3023327"/>
                  <a:gd name="connsiteX41" fmla="*/ 3177460 w 3232540"/>
                  <a:gd name="connsiteY41" fmla="*/ 1558703 h 3023327"/>
                  <a:gd name="connsiteX42" fmla="*/ 3220051 w 3232540"/>
                  <a:gd name="connsiteY42" fmla="*/ 1770690 h 3023327"/>
                  <a:gd name="connsiteX43" fmla="*/ 3231183 w 3232540"/>
                  <a:gd name="connsiteY43" fmla="*/ 1852485 h 3023327"/>
                  <a:gd name="connsiteX44" fmla="*/ 3175524 w 3232540"/>
                  <a:gd name="connsiteY44" fmla="*/ 1987518 h 3023327"/>
                  <a:gd name="connsiteX45" fmla="*/ 2763429 w 3232540"/>
                  <a:gd name="connsiteY45" fmla="*/ 2050701 h 3023327"/>
                  <a:gd name="connsiteX46" fmla="*/ 2393352 w 3232540"/>
                  <a:gd name="connsiteY46" fmla="*/ 1880009 h 3023327"/>
                  <a:gd name="connsiteX47" fmla="*/ 2361403 w 3232540"/>
                  <a:gd name="connsiteY47" fmla="*/ 1976456 h 3023327"/>
                  <a:gd name="connsiteX48" fmla="*/ 2485354 w 3232540"/>
                  <a:gd name="connsiteY48" fmla="*/ 2335507 h 3023327"/>
                  <a:gd name="connsiteX49" fmla="*/ 2648459 w 3232540"/>
                  <a:gd name="connsiteY49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089858 w 3232540"/>
                  <a:gd name="connsiteY38" fmla="*/ 1364139 h 3023327"/>
                  <a:gd name="connsiteX39" fmla="*/ 3134869 w 3232540"/>
                  <a:gd name="connsiteY39" fmla="*/ 1436737 h 3023327"/>
                  <a:gd name="connsiteX40" fmla="*/ 3177460 w 3232540"/>
                  <a:gd name="connsiteY40" fmla="*/ 1558703 h 3023327"/>
                  <a:gd name="connsiteX41" fmla="*/ 3220051 w 3232540"/>
                  <a:gd name="connsiteY41" fmla="*/ 1770690 h 3023327"/>
                  <a:gd name="connsiteX42" fmla="*/ 3231183 w 3232540"/>
                  <a:gd name="connsiteY42" fmla="*/ 1852485 h 3023327"/>
                  <a:gd name="connsiteX43" fmla="*/ 3175524 w 3232540"/>
                  <a:gd name="connsiteY43" fmla="*/ 1987518 h 3023327"/>
                  <a:gd name="connsiteX44" fmla="*/ 2763429 w 3232540"/>
                  <a:gd name="connsiteY44" fmla="*/ 2050701 h 3023327"/>
                  <a:gd name="connsiteX45" fmla="*/ 2393352 w 3232540"/>
                  <a:gd name="connsiteY45" fmla="*/ 1880009 h 3023327"/>
                  <a:gd name="connsiteX46" fmla="*/ 2361403 w 3232540"/>
                  <a:gd name="connsiteY46" fmla="*/ 1976456 h 3023327"/>
                  <a:gd name="connsiteX47" fmla="*/ 2485354 w 3232540"/>
                  <a:gd name="connsiteY47" fmla="*/ 2335507 h 3023327"/>
                  <a:gd name="connsiteX48" fmla="*/ 2648459 w 3232540"/>
                  <a:gd name="connsiteY48" fmla="*/ 2975341 h 3023327"/>
                  <a:gd name="connsiteX0" fmla="*/ 2648459 w 3232540"/>
                  <a:gd name="connsiteY0" fmla="*/ 2975341 h 3023327"/>
                  <a:gd name="connsiteX1" fmla="*/ 2648459 w 3232540"/>
                  <a:gd name="connsiteY1" fmla="*/ 3008253 h 3023327"/>
                  <a:gd name="connsiteX2" fmla="*/ 2528913 w 3232540"/>
                  <a:gd name="connsiteY2" fmla="*/ 3016480 h 3023327"/>
                  <a:gd name="connsiteX3" fmla="*/ 699431 w 3232540"/>
                  <a:gd name="connsiteY3" fmla="*/ 3014545 h 3023327"/>
                  <a:gd name="connsiteX4" fmla="*/ 617153 w 3232540"/>
                  <a:gd name="connsiteY4" fmla="*/ 2980181 h 3023327"/>
                  <a:gd name="connsiteX5" fmla="*/ 642804 w 3232540"/>
                  <a:gd name="connsiteY5" fmla="*/ 2669460 h 3023327"/>
                  <a:gd name="connsiteX6" fmla="*/ 544070 w 3232540"/>
                  <a:gd name="connsiteY6" fmla="*/ 2132715 h 3023327"/>
                  <a:gd name="connsiteX7" fmla="*/ 418717 w 3232540"/>
                  <a:gd name="connsiteY7" fmla="*/ 1942023 h 3023327"/>
                  <a:gd name="connsiteX8" fmla="*/ 282716 w 3232540"/>
                  <a:gd name="connsiteY8" fmla="*/ 1774078 h 3023327"/>
                  <a:gd name="connsiteX9" fmla="*/ 282716 w 3232540"/>
                  <a:gd name="connsiteY9" fmla="*/ 1774078 h 3023327"/>
                  <a:gd name="connsiteX10" fmla="*/ 232865 w 3232540"/>
                  <a:gd name="connsiteY10" fmla="*/ 1706804 h 3023327"/>
                  <a:gd name="connsiteX11" fmla="*/ 205277 w 3232540"/>
                  <a:gd name="connsiteY11" fmla="*/ 1656953 h 3023327"/>
                  <a:gd name="connsiteX12" fmla="*/ 153974 w 3232540"/>
                  <a:gd name="connsiteY12" fmla="*/ 1531115 h 3023327"/>
                  <a:gd name="connsiteX13" fmla="*/ 64920 w 3232540"/>
                  <a:gd name="connsiteY13" fmla="*/ 1322516 h 3023327"/>
                  <a:gd name="connsiteX14" fmla="*/ 49433 w 3232540"/>
                  <a:gd name="connsiteY14" fmla="*/ 1245561 h 3023327"/>
                  <a:gd name="connsiteX15" fmla="*/ 66 w 3232540"/>
                  <a:gd name="connsiteY15" fmla="*/ 785287 h 3023327"/>
                  <a:gd name="connsiteX16" fmla="*/ 68308 w 3232540"/>
                  <a:gd name="connsiteY16" fmla="*/ 599435 h 3023327"/>
                  <a:gd name="connsiteX17" fmla="*/ 362090 w 3232540"/>
                  <a:gd name="connsiteY17" fmla="*/ 396643 h 3023327"/>
                  <a:gd name="connsiteX18" fmla="*/ 653452 w 3232540"/>
                  <a:gd name="connsiteY18" fmla="*/ 221439 h 3023327"/>
                  <a:gd name="connsiteX19" fmla="*/ 737182 w 3232540"/>
                  <a:gd name="connsiteY19" fmla="*/ 167716 h 3023327"/>
                  <a:gd name="connsiteX20" fmla="*/ 826720 w 3232540"/>
                  <a:gd name="connsiteY20" fmla="*/ 24455 h 3023327"/>
                  <a:gd name="connsiteX21" fmla="*/ 848984 w 3232540"/>
                  <a:gd name="connsiteY21" fmla="*/ 3159 h 3023327"/>
                  <a:gd name="connsiteX22" fmla="*/ 889639 w 3232540"/>
                  <a:gd name="connsiteY22" fmla="*/ 5095 h 3023327"/>
                  <a:gd name="connsiteX23" fmla="*/ 893995 w 3232540"/>
                  <a:gd name="connsiteY23" fmla="*/ 22035 h 3023327"/>
                  <a:gd name="connsiteX24" fmla="*/ 903191 w 3232540"/>
                  <a:gd name="connsiteY24" fmla="*/ 57850 h 3023327"/>
                  <a:gd name="connsiteX25" fmla="*/ 1505758 w 3232540"/>
                  <a:gd name="connsiteY25" fmla="*/ 756248 h 3023327"/>
                  <a:gd name="connsiteX26" fmla="*/ 1629176 w 3232540"/>
                  <a:gd name="connsiteY26" fmla="*/ 955167 h 3023327"/>
                  <a:gd name="connsiteX27" fmla="*/ 1755981 w 3232540"/>
                  <a:gd name="connsiteY27" fmla="*/ 1167639 h 3023327"/>
                  <a:gd name="connsiteX28" fmla="*/ 1873107 w 3232540"/>
                  <a:gd name="connsiteY28" fmla="*/ 1327840 h 3023327"/>
                  <a:gd name="connsiteX29" fmla="*/ 1732266 w 3232540"/>
                  <a:gd name="connsiteY29" fmla="*/ 633314 h 3023327"/>
                  <a:gd name="connsiteX30" fmla="*/ 1666443 w 3232540"/>
                  <a:gd name="connsiteY30" fmla="*/ 176912 h 3023327"/>
                  <a:gd name="connsiteX31" fmla="*/ 1671283 w 3232540"/>
                  <a:gd name="connsiteY31" fmla="*/ 159972 h 3023327"/>
                  <a:gd name="connsiteX32" fmla="*/ 1682899 w 3232540"/>
                  <a:gd name="connsiteY32" fmla="*/ 168200 h 3023327"/>
                  <a:gd name="connsiteX33" fmla="*/ 1820352 w 3232540"/>
                  <a:gd name="connsiteY33" fmla="*/ 253382 h 3023327"/>
                  <a:gd name="connsiteX34" fmla="*/ 2311118 w 3232540"/>
                  <a:gd name="connsiteY34" fmla="*/ 446978 h 3023327"/>
                  <a:gd name="connsiteX35" fmla="*/ 2636843 w 3232540"/>
                  <a:gd name="connsiteY35" fmla="*/ 723820 h 3023327"/>
                  <a:gd name="connsiteX36" fmla="*/ 2683790 w 3232540"/>
                  <a:gd name="connsiteY36" fmla="*/ 786739 h 3023327"/>
                  <a:gd name="connsiteX37" fmla="*/ 2787364 w 3232540"/>
                  <a:gd name="connsiteY37" fmla="*/ 919352 h 3023327"/>
                  <a:gd name="connsiteX38" fmla="*/ 3134869 w 3232540"/>
                  <a:gd name="connsiteY38" fmla="*/ 1436737 h 3023327"/>
                  <a:gd name="connsiteX39" fmla="*/ 3177460 w 3232540"/>
                  <a:gd name="connsiteY39" fmla="*/ 1558703 h 3023327"/>
                  <a:gd name="connsiteX40" fmla="*/ 3220051 w 3232540"/>
                  <a:gd name="connsiteY40" fmla="*/ 1770690 h 3023327"/>
                  <a:gd name="connsiteX41" fmla="*/ 3231183 w 3232540"/>
                  <a:gd name="connsiteY41" fmla="*/ 1852485 h 3023327"/>
                  <a:gd name="connsiteX42" fmla="*/ 3175524 w 3232540"/>
                  <a:gd name="connsiteY42" fmla="*/ 1987518 h 3023327"/>
                  <a:gd name="connsiteX43" fmla="*/ 2763429 w 3232540"/>
                  <a:gd name="connsiteY43" fmla="*/ 2050701 h 3023327"/>
                  <a:gd name="connsiteX44" fmla="*/ 2393352 w 3232540"/>
                  <a:gd name="connsiteY44" fmla="*/ 1880009 h 3023327"/>
                  <a:gd name="connsiteX45" fmla="*/ 2361403 w 3232540"/>
                  <a:gd name="connsiteY45" fmla="*/ 1976456 h 3023327"/>
                  <a:gd name="connsiteX46" fmla="*/ 2485354 w 3232540"/>
                  <a:gd name="connsiteY46" fmla="*/ 2335507 h 3023327"/>
                  <a:gd name="connsiteX47" fmla="*/ 2648459 w 3232540"/>
                  <a:gd name="connsiteY47" fmla="*/ 2975341 h 3023327"/>
                  <a:gd name="connsiteX0" fmla="*/ 2648459 w 3233993"/>
                  <a:gd name="connsiteY0" fmla="*/ 2975341 h 3023327"/>
                  <a:gd name="connsiteX1" fmla="*/ 2648459 w 3233993"/>
                  <a:gd name="connsiteY1" fmla="*/ 3008253 h 3023327"/>
                  <a:gd name="connsiteX2" fmla="*/ 2528913 w 3233993"/>
                  <a:gd name="connsiteY2" fmla="*/ 3016480 h 3023327"/>
                  <a:gd name="connsiteX3" fmla="*/ 699431 w 3233993"/>
                  <a:gd name="connsiteY3" fmla="*/ 3014545 h 3023327"/>
                  <a:gd name="connsiteX4" fmla="*/ 617153 w 3233993"/>
                  <a:gd name="connsiteY4" fmla="*/ 2980181 h 3023327"/>
                  <a:gd name="connsiteX5" fmla="*/ 642804 w 3233993"/>
                  <a:gd name="connsiteY5" fmla="*/ 2669460 h 3023327"/>
                  <a:gd name="connsiteX6" fmla="*/ 544070 w 3233993"/>
                  <a:gd name="connsiteY6" fmla="*/ 2132715 h 3023327"/>
                  <a:gd name="connsiteX7" fmla="*/ 418717 w 3233993"/>
                  <a:gd name="connsiteY7" fmla="*/ 1942023 h 3023327"/>
                  <a:gd name="connsiteX8" fmla="*/ 282716 w 3233993"/>
                  <a:gd name="connsiteY8" fmla="*/ 1774078 h 3023327"/>
                  <a:gd name="connsiteX9" fmla="*/ 282716 w 3233993"/>
                  <a:gd name="connsiteY9" fmla="*/ 1774078 h 3023327"/>
                  <a:gd name="connsiteX10" fmla="*/ 232865 w 3233993"/>
                  <a:gd name="connsiteY10" fmla="*/ 1706804 h 3023327"/>
                  <a:gd name="connsiteX11" fmla="*/ 205277 w 3233993"/>
                  <a:gd name="connsiteY11" fmla="*/ 1656953 h 3023327"/>
                  <a:gd name="connsiteX12" fmla="*/ 153974 w 3233993"/>
                  <a:gd name="connsiteY12" fmla="*/ 1531115 h 3023327"/>
                  <a:gd name="connsiteX13" fmla="*/ 64920 w 3233993"/>
                  <a:gd name="connsiteY13" fmla="*/ 1322516 h 3023327"/>
                  <a:gd name="connsiteX14" fmla="*/ 49433 w 3233993"/>
                  <a:gd name="connsiteY14" fmla="*/ 1245561 h 3023327"/>
                  <a:gd name="connsiteX15" fmla="*/ 66 w 3233993"/>
                  <a:gd name="connsiteY15" fmla="*/ 785287 h 3023327"/>
                  <a:gd name="connsiteX16" fmla="*/ 68308 w 3233993"/>
                  <a:gd name="connsiteY16" fmla="*/ 599435 h 3023327"/>
                  <a:gd name="connsiteX17" fmla="*/ 362090 w 3233993"/>
                  <a:gd name="connsiteY17" fmla="*/ 396643 h 3023327"/>
                  <a:gd name="connsiteX18" fmla="*/ 653452 w 3233993"/>
                  <a:gd name="connsiteY18" fmla="*/ 221439 h 3023327"/>
                  <a:gd name="connsiteX19" fmla="*/ 737182 w 3233993"/>
                  <a:gd name="connsiteY19" fmla="*/ 167716 h 3023327"/>
                  <a:gd name="connsiteX20" fmla="*/ 826720 w 3233993"/>
                  <a:gd name="connsiteY20" fmla="*/ 24455 h 3023327"/>
                  <a:gd name="connsiteX21" fmla="*/ 848984 w 3233993"/>
                  <a:gd name="connsiteY21" fmla="*/ 3159 h 3023327"/>
                  <a:gd name="connsiteX22" fmla="*/ 889639 w 3233993"/>
                  <a:gd name="connsiteY22" fmla="*/ 5095 h 3023327"/>
                  <a:gd name="connsiteX23" fmla="*/ 893995 w 3233993"/>
                  <a:gd name="connsiteY23" fmla="*/ 22035 h 3023327"/>
                  <a:gd name="connsiteX24" fmla="*/ 903191 w 3233993"/>
                  <a:gd name="connsiteY24" fmla="*/ 57850 h 3023327"/>
                  <a:gd name="connsiteX25" fmla="*/ 1505758 w 3233993"/>
                  <a:gd name="connsiteY25" fmla="*/ 756248 h 3023327"/>
                  <a:gd name="connsiteX26" fmla="*/ 1629176 w 3233993"/>
                  <a:gd name="connsiteY26" fmla="*/ 955167 h 3023327"/>
                  <a:gd name="connsiteX27" fmla="*/ 1755981 w 3233993"/>
                  <a:gd name="connsiteY27" fmla="*/ 1167639 h 3023327"/>
                  <a:gd name="connsiteX28" fmla="*/ 1873107 w 3233993"/>
                  <a:gd name="connsiteY28" fmla="*/ 1327840 h 3023327"/>
                  <a:gd name="connsiteX29" fmla="*/ 1732266 w 3233993"/>
                  <a:gd name="connsiteY29" fmla="*/ 633314 h 3023327"/>
                  <a:gd name="connsiteX30" fmla="*/ 1666443 w 3233993"/>
                  <a:gd name="connsiteY30" fmla="*/ 176912 h 3023327"/>
                  <a:gd name="connsiteX31" fmla="*/ 1671283 w 3233993"/>
                  <a:gd name="connsiteY31" fmla="*/ 159972 h 3023327"/>
                  <a:gd name="connsiteX32" fmla="*/ 1682899 w 3233993"/>
                  <a:gd name="connsiteY32" fmla="*/ 168200 h 3023327"/>
                  <a:gd name="connsiteX33" fmla="*/ 1820352 w 3233993"/>
                  <a:gd name="connsiteY33" fmla="*/ 253382 h 3023327"/>
                  <a:gd name="connsiteX34" fmla="*/ 2311118 w 3233993"/>
                  <a:gd name="connsiteY34" fmla="*/ 446978 h 3023327"/>
                  <a:gd name="connsiteX35" fmla="*/ 2636843 w 3233993"/>
                  <a:gd name="connsiteY35" fmla="*/ 723820 h 3023327"/>
                  <a:gd name="connsiteX36" fmla="*/ 2683790 w 3233993"/>
                  <a:gd name="connsiteY36" fmla="*/ 786739 h 3023327"/>
                  <a:gd name="connsiteX37" fmla="*/ 2787364 w 3233993"/>
                  <a:gd name="connsiteY37" fmla="*/ 919352 h 3023327"/>
                  <a:gd name="connsiteX38" fmla="*/ 3134869 w 3233993"/>
                  <a:gd name="connsiteY38" fmla="*/ 1436737 h 3023327"/>
                  <a:gd name="connsiteX39" fmla="*/ 3177460 w 3233993"/>
                  <a:gd name="connsiteY39" fmla="*/ 1558703 h 3023327"/>
                  <a:gd name="connsiteX40" fmla="*/ 3231183 w 3233993"/>
                  <a:gd name="connsiteY40" fmla="*/ 1852485 h 3023327"/>
                  <a:gd name="connsiteX41" fmla="*/ 3175524 w 3233993"/>
                  <a:gd name="connsiteY41" fmla="*/ 1987518 h 3023327"/>
                  <a:gd name="connsiteX42" fmla="*/ 2763429 w 3233993"/>
                  <a:gd name="connsiteY42" fmla="*/ 2050701 h 3023327"/>
                  <a:gd name="connsiteX43" fmla="*/ 2393352 w 3233993"/>
                  <a:gd name="connsiteY43" fmla="*/ 1880009 h 3023327"/>
                  <a:gd name="connsiteX44" fmla="*/ 2361403 w 3233993"/>
                  <a:gd name="connsiteY44" fmla="*/ 1976456 h 3023327"/>
                  <a:gd name="connsiteX45" fmla="*/ 2485354 w 3233993"/>
                  <a:gd name="connsiteY45" fmla="*/ 2335507 h 3023327"/>
                  <a:gd name="connsiteX46" fmla="*/ 2648459 w 3233993"/>
                  <a:gd name="connsiteY46" fmla="*/ 2975341 h 3023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3233993" h="3023327">
                    <a:moveTo>
                      <a:pt x="2648459" y="2975341"/>
                    </a:moveTo>
                    <a:cubicBezTo>
                      <a:pt x="2651363" y="2986473"/>
                      <a:pt x="2653783" y="2998573"/>
                      <a:pt x="2648459" y="3008253"/>
                    </a:cubicBezTo>
                    <a:cubicBezTo>
                      <a:pt x="2633939" y="3035356"/>
                      <a:pt x="2551661" y="3017933"/>
                      <a:pt x="2528913" y="3016480"/>
                    </a:cubicBezTo>
                    <a:cubicBezTo>
                      <a:pt x="2465027" y="3012609"/>
                      <a:pt x="747346" y="3014545"/>
                      <a:pt x="699431" y="3014545"/>
                    </a:cubicBezTo>
                    <a:cubicBezTo>
                      <a:pt x="664100" y="3014545"/>
                      <a:pt x="612313" y="3032936"/>
                      <a:pt x="617153" y="2980181"/>
                    </a:cubicBezTo>
                    <a:cubicBezTo>
                      <a:pt x="626349" y="2877576"/>
                      <a:pt x="644256" y="2772550"/>
                      <a:pt x="642804" y="2669460"/>
                    </a:cubicBezTo>
                    <a:cubicBezTo>
                      <a:pt x="640868" y="2487964"/>
                      <a:pt x="637480" y="2291948"/>
                      <a:pt x="544070" y="2132715"/>
                    </a:cubicBezTo>
                    <a:cubicBezTo>
                      <a:pt x="505351" y="2066892"/>
                      <a:pt x="463728" y="2003490"/>
                      <a:pt x="418717" y="1942023"/>
                    </a:cubicBezTo>
                    <a:cubicBezTo>
                      <a:pt x="378062" y="1886848"/>
                      <a:pt x="335471" y="1818605"/>
                      <a:pt x="282716" y="1774078"/>
                    </a:cubicBezTo>
                    <a:lnTo>
                      <a:pt x="282716" y="1774078"/>
                    </a:lnTo>
                    <a:cubicBezTo>
                      <a:pt x="262872" y="1743587"/>
                      <a:pt x="248352" y="1730035"/>
                      <a:pt x="232865" y="1706804"/>
                    </a:cubicBezTo>
                    <a:cubicBezTo>
                      <a:pt x="212537" y="1696156"/>
                      <a:pt x="208181" y="1676796"/>
                      <a:pt x="205277" y="1656953"/>
                    </a:cubicBezTo>
                    <a:cubicBezTo>
                      <a:pt x="199469" y="1615814"/>
                      <a:pt x="169946" y="1569835"/>
                      <a:pt x="153974" y="1531115"/>
                    </a:cubicBezTo>
                    <a:cubicBezTo>
                      <a:pt x="124935" y="1461421"/>
                      <a:pt x="98800" y="1389790"/>
                      <a:pt x="64920" y="1322516"/>
                    </a:cubicBezTo>
                    <a:cubicBezTo>
                      <a:pt x="53304" y="1299284"/>
                      <a:pt x="54756" y="1271213"/>
                      <a:pt x="49433" y="1245561"/>
                    </a:cubicBezTo>
                    <a:cubicBezTo>
                      <a:pt x="19909" y="1090685"/>
                      <a:pt x="7809" y="943068"/>
                      <a:pt x="66" y="785287"/>
                    </a:cubicBezTo>
                    <a:cubicBezTo>
                      <a:pt x="-2354" y="731564"/>
                      <a:pt x="62984" y="601855"/>
                      <a:pt x="68308" y="599435"/>
                    </a:cubicBezTo>
                    <a:cubicBezTo>
                      <a:pt x="81376" y="586367"/>
                      <a:pt x="316111" y="424714"/>
                      <a:pt x="362090" y="396643"/>
                    </a:cubicBezTo>
                    <a:cubicBezTo>
                      <a:pt x="458888" y="338564"/>
                      <a:pt x="552782" y="272258"/>
                      <a:pt x="653452" y="221439"/>
                    </a:cubicBezTo>
                    <a:cubicBezTo>
                      <a:pt x="657324" y="219503"/>
                      <a:pt x="712015" y="183204"/>
                      <a:pt x="737182" y="167716"/>
                    </a:cubicBezTo>
                    <a:cubicBezTo>
                      <a:pt x="754606" y="129481"/>
                      <a:pt x="823333" y="39458"/>
                      <a:pt x="826720" y="24455"/>
                    </a:cubicBezTo>
                    <a:cubicBezTo>
                      <a:pt x="836400" y="19615"/>
                      <a:pt x="833980" y="2675"/>
                      <a:pt x="848984" y="3159"/>
                    </a:cubicBezTo>
                    <a:cubicBezTo>
                      <a:pt x="863020" y="-4101"/>
                      <a:pt x="876087" y="3159"/>
                      <a:pt x="889639" y="5095"/>
                    </a:cubicBezTo>
                    <a:cubicBezTo>
                      <a:pt x="896899" y="8967"/>
                      <a:pt x="897383" y="15743"/>
                      <a:pt x="893995" y="22035"/>
                    </a:cubicBezTo>
                    <a:cubicBezTo>
                      <a:pt x="886251" y="37039"/>
                      <a:pt x="893027" y="46718"/>
                      <a:pt x="903191" y="57850"/>
                    </a:cubicBezTo>
                    <a:cubicBezTo>
                      <a:pt x="1111307" y="284357"/>
                      <a:pt x="1334426" y="498765"/>
                      <a:pt x="1505758" y="756248"/>
                    </a:cubicBezTo>
                    <a:cubicBezTo>
                      <a:pt x="1548834" y="821102"/>
                      <a:pt x="1589005" y="888377"/>
                      <a:pt x="1629176" y="955167"/>
                    </a:cubicBezTo>
                    <a:cubicBezTo>
                      <a:pt x="1665475" y="1028250"/>
                      <a:pt x="1713874" y="1097460"/>
                      <a:pt x="1755981" y="1167639"/>
                    </a:cubicBezTo>
                    <a:cubicBezTo>
                      <a:pt x="1791797" y="1227654"/>
                      <a:pt x="1820836" y="1280409"/>
                      <a:pt x="1873107" y="1327840"/>
                    </a:cubicBezTo>
                    <a:cubicBezTo>
                      <a:pt x="1819868" y="1089233"/>
                      <a:pt x="1785989" y="871437"/>
                      <a:pt x="1732266" y="633314"/>
                    </a:cubicBezTo>
                    <a:cubicBezTo>
                      <a:pt x="1705162" y="483761"/>
                      <a:pt x="1668863" y="328401"/>
                      <a:pt x="1666443" y="176912"/>
                    </a:cubicBezTo>
                    <a:cubicBezTo>
                      <a:pt x="1667895" y="169652"/>
                      <a:pt x="1662571" y="156584"/>
                      <a:pt x="1671283" y="159972"/>
                    </a:cubicBezTo>
                    <a:cubicBezTo>
                      <a:pt x="1675639" y="161908"/>
                      <a:pt x="1680479" y="164328"/>
                      <a:pt x="1682899" y="168200"/>
                    </a:cubicBezTo>
                    <a:cubicBezTo>
                      <a:pt x="1715326" y="218051"/>
                      <a:pt x="1772437" y="232086"/>
                      <a:pt x="1820352" y="253382"/>
                    </a:cubicBezTo>
                    <a:cubicBezTo>
                      <a:pt x="1861975" y="271774"/>
                      <a:pt x="2271915" y="422779"/>
                      <a:pt x="2311118" y="446978"/>
                    </a:cubicBezTo>
                    <a:cubicBezTo>
                      <a:pt x="2366777" y="478437"/>
                      <a:pt x="2623291" y="706397"/>
                      <a:pt x="2636843" y="723820"/>
                    </a:cubicBezTo>
                    <a:cubicBezTo>
                      <a:pt x="2652815" y="744632"/>
                      <a:pt x="2666850" y="766895"/>
                      <a:pt x="2683790" y="786739"/>
                    </a:cubicBezTo>
                    <a:cubicBezTo>
                      <a:pt x="2720573" y="829330"/>
                      <a:pt x="2753969" y="873857"/>
                      <a:pt x="2787364" y="919352"/>
                    </a:cubicBezTo>
                    <a:cubicBezTo>
                      <a:pt x="2862544" y="1027685"/>
                      <a:pt x="3069853" y="1330179"/>
                      <a:pt x="3134869" y="1436737"/>
                    </a:cubicBezTo>
                    <a:cubicBezTo>
                      <a:pt x="3163908" y="1473037"/>
                      <a:pt x="3169232" y="1516112"/>
                      <a:pt x="3177460" y="1558703"/>
                    </a:cubicBezTo>
                    <a:cubicBezTo>
                      <a:pt x="3193512" y="1627994"/>
                      <a:pt x="3231506" y="1781016"/>
                      <a:pt x="3231183" y="1852485"/>
                    </a:cubicBezTo>
                    <a:cubicBezTo>
                      <a:pt x="3230860" y="1923954"/>
                      <a:pt x="3253483" y="1954482"/>
                      <a:pt x="3175524" y="1987518"/>
                    </a:cubicBezTo>
                    <a:cubicBezTo>
                      <a:pt x="3097565" y="2020554"/>
                      <a:pt x="2893791" y="2068619"/>
                      <a:pt x="2763429" y="2050701"/>
                    </a:cubicBezTo>
                    <a:cubicBezTo>
                      <a:pt x="2633067" y="2032783"/>
                      <a:pt x="2488557" y="1945763"/>
                      <a:pt x="2393352" y="1880009"/>
                    </a:cubicBezTo>
                    <a:cubicBezTo>
                      <a:pt x="2383528" y="1932686"/>
                      <a:pt x="2374857" y="1908011"/>
                      <a:pt x="2361403" y="1976456"/>
                    </a:cubicBezTo>
                    <a:cubicBezTo>
                      <a:pt x="2386509" y="2061426"/>
                      <a:pt x="2434098" y="2209290"/>
                      <a:pt x="2485354" y="2335507"/>
                    </a:cubicBezTo>
                    <a:cubicBezTo>
                      <a:pt x="2539077" y="2544590"/>
                      <a:pt x="2647007" y="2970986"/>
                      <a:pt x="2648459" y="2975341"/>
                    </a:cubicBezTo>
                    <a:close/>
                  </a:path>
                </a:pathLst>
              </a:custGeom>
              <a:solidFill>
                <a:schemeClr val="bg1"/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90687CEF-FB63-4FD0-85D4-F18CAB959D29}"/>
                  </a:ext>
                </a:extLst>
              </p:cNvPr>
              <p:cNvSpPr/>
              <p:nvPr/>
            </p:nvSpPr>
            <p:spPr>
              <a:xfrm>
                <a:off x="8189378" y="2997346"/>
                <a:ext cx="696946" cy="1476169"/>
              </a:xfrm>
              <a:custGeom>
                <a:avLst/>
                <a:gdLst>
                  <a:gd name="connsiteX0" fmla="*/ 689637 w 696945"/>
                  <a:gd name="connsiteY0" fmla="*/ 1300553 h 1476169"/>
                  <a:gd name="connsiteX1" fmla="*/ 696897 w 696945"/>
                  <a:gd name="connsiteY1" fmla="*/ 1350404 h 1476169"/>
                  <a:gd name="connsiteX2" fmla="*/ 660114 w 696945"/>
                  <a:gd name="connsiteY2" fmla="*/ 1449138 h 1476169"/>
                  <a:gd name="connsiteX3" fmla="*/ 641722 w 696945"/>
                  <a:gd name="connsiteY3" fmla="*/ 1467530 h 1476169"/>
                  <a:gd name="connsiteX4" fmla="*/ 482006 w 696945"/>
                  <a:gd name="connsiteY4" fmla="*/ 1457850 h 1476169"/>
                  <a:gd name="connsiteX5" fmla="*/ 445222 w 696945"/>
                  <a:gd name="connsiteY5" fmla="*/ 1448170 h 1476169"/>
                  <a:gd name="connsiteX6" fmla="*/ 353748 w 696945"/>
                  <a:gd name="connsiteY6" fmla="*/ 1382347 h 1476169"/>
                  <a:gd name="connsiteX7" fmla="*/ 165476 w 696945"/>
                  <a:gd name="connsiteY7" fmla="*/ 1081790 h 1476169"/>
                  <a:gd name="connsiteX8" fmla="*/ 124821 w 696945"/>
                  <a:gd name="connsiteY8" fmla="*/ 1037747 h 1476169"/>
                  <a:gd name="connsiteX9" fmla="*/ 35767 w 696945"/>
                  <a:gd name="connsiteY9" fmla="*/ 892550 h 1476169"/>
                  <a:gd name="connsiteX10" fmla="*/ 12535 w 696945"/>
                  <a:gd name="connsiteY10" fmla="*/ 737189 h 1476169"/>
                  <a:gd name="connsiteX11" fmla="*/ 16407 w 696945"/>
                  <a:gd name="connsiteY11" fmla="*/ 576988 h 1476169"/>
                  <a:gd name="connsiteX12" fmla="*/ 436 w 696945"/>
                  <a:gd name="connsiteY12" fmla="*/ 423564 h 1476169"/>
                  <a:gd name="connsiteX13" fmla="*/ 109817 w 696945"/>
                  <a:gd name="connsiteY13" fmla="*/ 645231 h 1476169"/>
                  <a:gd name="connsiteX14" fmla="*/ 109817 w 696945"/>
                  <a:gd name="connsiteY14" fmla="*/ 480674 h 1476169"/>
                  <a:gd name="connsiteX15" fmla="*/ 47867 w 696945"/>
                  <a:gd name="connsiteY15" fmla="*/ 267235 h 1476169"/>
                  <a:gd name="connsiteX16" fmla="*/ 38187 w 696945"/>
                  <a:gd name="connsiteY16" fmla="*/ 234807 h 1476169"/>
                  <a:gd name="connsiteX17" fmla="*/ 15439 w 696945"/>
                  <a:gd name="connsiteY17" fmla="*/ 94450 h 1476169"/>
                  <a:gd name="connsiteX18" fmla="*/ 52707 w 696945"/>
                  <a:gd name="connsiteY18" fmla="*/ 83803 h 1476169"/>
                  <a:gd name="connsiteX19" fmla="*/ 56578 w 696945"/>
                  <a:gd name="connsiteY19" fmla="*/ 21368 h 1476169"/>
                  <a:gd name="connsiteX20" fmla="*/ 108849 w 696945"/>
                  <a:gd name="connsiteY20" fmla="*/ 4428 h 1476169"/>
                  <a:gd name="connsiteX21" fmla="*/ 153376 w 696945"/>
                  <a:gd name="connsiteY21" fmla="*/ 34436 h 1476169"/>
                  <a:gd name="connsiteX22" fmla="*/ 182416 w 696945"/>
                  <a:gd name="connsiteY22" fmla="*/ 46051 h 1476169"/>
                  <a:gd name="connsiteX23" fmla="*/ 206615 w 696945"/>
                  <a:gd name="connsiteY23" fmla="*/ 92514 h 1476169"/>
                  <a:gd name="connsiteX24" fmla="*/ 229847 w 696945"/>
                  <a:gd name="connsiteY24" fmla="*/ 108002 h 1476169"/>
                  <a:gd name="connsiteX25" fmla="*/ 255498 w 696945"/>
                  <a:gd name="connsiteY25" fmla="*/ 137041 h 1476169"/>
                  <a:gd name="connsiteX26" fmla="*/ 281150 w 696945"/>
                  <a:gd name="connsiteY26" fmla="*/ 166081 h 1476169"/>
                  <a:gd name="connsiteX27" fmla="*/ 308737 w 696945"/>
                  <a:gd name="connsiteY27" fmla="*/ 203832 h 1476169"/>
                  <a:gd name="connsiteX28" fmla="*/ 366816 w 696945"/>
                  <a:gd name="connsiteY28" fmla="*/ 276431 h 1476169"/>
                  <a:gd name="connsiteX29" fmla="*/ 366816 w 696945"/>
                  <a:gd name="connsiteY29" fmla="*/ 276431 h 1476169"/>
                  <a:gd name="connsiteX30" fmla="*/ 396339 w 696945"/>
                  <a:gd name="connsiteY30" fmla="*/ 339349 h 1476169"/>
                  <a:gd name="connsiteX31" fmla="*/ 424895 w 696945"/>
                  <a:gd name="connsiteY31" fmla="*/ 426951 h 1476169"/>
                  <a:gd name="connsiteX32" fmla="*/ 444738 w 696945"/>
                  <a:gd name="connsiteY32" fmla="*/ 576504 h 1476169"/>
                  <a:gd name="connsiteX33" fmla="*/ 473778 w 696945"/>
                  <a:gd name="connsiteY33" fmla="*/ 944337 h 1476169"/>
                  <a:gd name="connsiteX34" fmla="*/ 689637 w 696945"/>
                  <a:gd name="connsiteY34" fmla="*/ 1300553 h 1476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96945" h="1476169">
                    <a:moveTo>
                      <a:pt x="689637" y="1300553"/>
                    </a:moveTo>
                    <a:cubicBezTo>
                      <a:pt x="700769" y="1316525"/>
                      <a:pt x="702221" y="1332497"/>
                      <a:pt x="696897" y="1350404"/>
                    </a:cubicBezTo>
                    <a:cubicBezTo>
                      <a:pt x="687701" y="1384284"/>
                      <a:pt x="679957" y="1418647"/>
                      <a:pt x="660114" y="1449138"/>
                    </a:cubicBezTo>
                    <a:cubicBezTo>
                      <a:pt x="655274" y="1456398"/>
                      <a:pt x="649950" y="1463658"/>
                      <a:pt x="641722" y="1467530"/>
                    </a:cubicBezTo>
                    <a:cubicBezTo>
                      <a:pt x="586547" y="1494149"/>
                      <a:pt x="534277" y="1473338"/>
                      <a:pt x="482006" y="1457850"/>
                    </a:cubicBezTo>
                    <a:cubicBezTo>
                      <a:pt x="469906" y="1454462"/>
                      <a:pt x="457806" y="1450106"/>
                      <a:pt x="445222" y="1448170"/>
                    </a:cubicBezTo>
                    <a:cubicBezTo>
                      <a:pt x="406019" y="1438006"/>
                      <a:pt x="376012" y="1420099"/>
                      <a:pt x="353748" y="1382347"/>
                    </a:cubicBezTo>
                    <a:cubicBezTo>
                      <a:pt x="292282" y="1278774"/>
                      <a:pt x="229363" y="1183912"/>
                      <a:pt x="165476" y="1081790"/>
                    </a:cubicBezTo>
                    <a:cubicBezTo>
                      <a:pt x="155796" y="1066302"/>
                      <a:pt x="137405" y="1049846"/>
                      <a:pt x="124821" y="1037747"/>
                    </a:cubicBezTo>
                    <a:cubicBezTo>
                      <a:pt x="82230" y="997092"/>
                      <a:pt x="56578" y="954984"/>
                      <a:pt x="35767" y="892550"/>
                    </a:cubicBezTo>
                    <a:cubicBezTo>
                      <a:pt x="26087" y="864962"/>
                      <a:pt x="13503" y="756065"/>
                      <a:pt x="12535" y="737189"/>
                    </a:cubicBezTo>
                    <a:cubicBezTo>
                      <a:pt x="9147" y="663139"/>
                      <a:pt x="22215" y="651039"/>
                      <a:pt x="16407" y="576988"/>
                    </a:cubicBezTo>
                    <a:cubicBezTo>
                      <a:pt x="14471" y="554241"/>
                      <a:pt x="-2952" y="445827"/>
                      <a:pt x="436" y="423564"/>
                    </a:cubicBezTo>
                    <a:cubicBezTo>
                      <a:pt x="59966" y="417272"/>
                      <a:pt x="98686" y="563921"/>
                      <a:pt x="109817" y="645231"/>
                    </a:cubicBezTo>
                    <a:cubicBezTo>
                      <a:pt x="113689" y="672334"/>
                      <a:pt x="114173" y="508262"/>
                      <a:pt x="109817" y="480674"/>
                    </a:cubicBezTo>
                    <a:cubicBezTo>
                      <a:pt x="98202" y="407108"/>
                      <a:pt x="71098" y="337413"/>
                      <a:pt x="47867" y="267235"/>
                    </a:cubicBezTo>
                    <a:cubicBezTo>
                      <a:pt x="44479" y="256587"/>
                      <a:pt x="40607" y="245939"/>
                      <a:pt x="38187" y="234807"/>
                    </a:cubicBezTo>
                    <a:cubicBezTo>
                      <a:pt x="40607" y="211576"/>
                      <a:pt x="-5856" y="109454"/>
                      <a:pt x="15439" y="94450"/>
                    </a:cubicBezTo>
                    <a:cubicBezTo>
                      <a:pt x="34315" y="89126"/>
                      <a:pt x="56095" y="96386"/>
                      <a:pt x="52707" y="83803"/>
                    </a:cubicBezTo>
                    <a:cubicBezTo>
                      <a:pt x="45447" y="61539"/>
                      <a:pt x="52707" y="32016"/>
                      <a:pt x="56578" y="21368"/>
                    </a:cubicBezTo>
                    <a:cubicBezTo>
                      <a:pt x="62870" y="-896"/>
                      <a:pt x="91426" y="-4284"/>
                      <a:pt x="108849" y="4428"/>
                    </a:cubicBezTo>
                    <a:cubicBezTo>
                      <a:pt x="114173" y="9752"/>
                      <a:pt x="149021" y="27176"/>
                      <a:pt x="153376" y="34436"/>
                    </a:cubicBezTo>
                    <a:cubicBezTo>
                      <a:pt x="155796" y="40727"/>
                      <a:pt x="176124" y="45567"/>
                      <a:pt x="182416" y="46051"/>
                    </a:cubicBezTo>
                    <a:cubicBezTo>
                      <a:pt x="201292" y="57667"/>
                      <a:pt x="197904" y="72671"/>
                      <a:pt x="206615" y="92514"/>
                    </a:cubicBezTo>
                    <a:cubicBezTo>
                      <a:pt x="210971" y="99290"/>
                      <a:pt x="220651" y="104614"/>
                      <a:pt x="229847" y="108002"/>
                    </a:cubicBezTo>
                    <a:cubicBezTo>
                      <a:pt x="242431" y="114778"/>
                      <a:pt x="249206" y="123974"/>
                      <a:pt x="255498" y="137041"/>
                    </a:cubicBezTo>
                    <a:cubicBezTo>
                      <a:pt x="258402" y="139945"/>
                      <a:pt x="276794" y="162209"/>
                      <a:pt x="281150" y="166081"/>
                    </a:cubicBezTo>
                    <a:lnTo>
                      <a:pt x="308737" y="203832"/>
                    </a:lnTo>
                    <a:cubicBezTo>
                      <a:pt x="323257" y="221740"/>
                      <a:pt x="361492" y="270139"/>
                      <a:pt x="366816" y="276431"/>
                    </a:cubicBezTo>
                    <a:lnTo>
                      <a:pt x="366816" y="276431"/>
                    </a:lnTo>
                    <a:cubicBezTo>
                      <a:pt x="378432" y="284658"/>
                      <a:pt x="395855" y="337897"/>
                      <a:pt x="396339" y="339349"/>
                    </a:cubicBezTo>
                    <a:cubicBezTo>
                      <a:pt x="400695" y="345157"/>
                      <a:pt x="420055" y="417756"/>
                      <a:pt x="424895" y="426951"/>
                    </a:cubicBezTo>
                    <a:cubicBezTo>
                      <a:pt x="424895" y="429855"/>
                      <a:pt x="444738" y="563437"/>
                      <a:pt x="444738" y="576504"/>
                    </a:cubicBezTo>
                    <a:cubicBezTo>
                      <a:pt x="444738" y="600704"/>
                      <a:pt x="426347" y="841247"/>
                      <a:pt x="473778" y="944337"/>
                    </a:cubicBezTo>
                    <a:cubicBezTo>
                      <a:pt x="517337" y="1017903"/>
                      <a:pt x="676570" y="1280710"/>
                      <a:pt x="689637" y="1300553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293A069-6F64-466F-B74E-20DD1B2CF84C}"/>
                  </a:ext>
                </a:extLst>
              </p:cNvPr>
              <p:cNvSpPr/>
              <p:nvPr/>
            </p:nvSpPr>
            <p:spPr>
              <a:xfrm>
                <a:off x="8593853" y="5400576"/>
                <a:ext cx="430751" cy="513029"/>
              </a:xfrm>
              <a:custGeom>
                <a:avLst/>
                <a:gdLst>
                  <a:gd name="connsiteX0" fmla="*/ 172186 w 430751"/>
                  <a:gd name="connsiteY0" fmla="*/ 513820 h 513029"/>
                  <a:gd name="connsiteX1" fmla="*/ 53125 w 430751"/>
                  <a:gd name="connsiteY1" fmla="*/ 267953 h 513029"/>
                  <a:gd name="connsiteX2" fmla="*/ 4242 w 430751"/>
                  <a:gd name="connsiteY2" fmla="*/ 158088 h 513029"/>
                  <a:gd name="connsiteX3" fmla="*/ 5210 w 430751"/>
                  <a:gd name="connsiteY3" fmla="*/ 121788 h 513029"/>
                  <a:gd name="connsiteX4" fmla="*/ 59901 w 430751"/>
                  <a:gd name="connsiteY4" fmla="*/ 17246 h 513029"/>
                  <a:gd name="connsiteX5" fmla="*/ 89908 w 430751"/>
                  <a:gd name="connsiteY5" fmla="*/ 15795 h 513029"/>
                  <a:gd name="connsiteX6" fmla="*/ 119916 w 430751"/>
                  <a:gd name="connsiteY6" fmla="*/ 40962 h 513029"/>
                  <a:gd name="connsiteX7" fmla="*/ 230265 w 430751"/>
                  <a:gd name="connsiteY7" fmla="*/ 126628 h 513029"/>
                  <a:gd name="connsiteX8" fmla="*/ 425313 w 430751"/>
                  <a:gd name="connsiteY8" fmla="*/ 217618 h 513029"/>
                  <a:gd name="connsiteX9" fmla="*/ 425313 w 430751"/>
                  <a:gd name="connsiteY9" fmla="*/ 223910 h 513029"/>
                  <a:gd name="connsiteX10" fmla="*/ 434025 w 430751"/>
                  <a:gd name="connsiteY10" fmla="*/ 306673 h 513029"/>
                  <a:gd name="connsiteX11" fmla="*/ 434025 w 430751"/>
                  <a:gd name="connsiteY11" fmla="*/ 354104 h 513029"/>
                  <a:gd name="connsiteX12" fmla="*/ 424829 w 430751"/>
                  <a:gd name="connsiteY12" fmla="*/ 407826 h 513029"/>
                  <a:gd name="connsiteX13" fmla="*/ 424345 w 430751"/>
                  <a:gd name="connsiteY13" fmla="*/ 412182 h 513029"/>
                  <a:gd name="connsiteX14" fmla="*/ 414181 w 430751"/>
                  <a:gd name="connsiteY14" fmla="*/ 432026 h 513029"/>
                  <a:gd name="connsiteX15" fmla="*/ 404985 w 430751"/>
                  <a:gd name="connsiteY15" fmla="*/ 446546 h 513029"/>
                  <a:gd name="connsiteX16" fmla="*/ 365782 w 430751"/>
                  <a:gd name="connsiteY16" fmla="*/ 480425 h 513029"/>
                  <a:gd name="connsiteX17" fmla="*/ 361426 w 430751"/>
                  <a:gd name="connsiteY17" fmla="*/ 480909 h 513029"/>
                  <a:gd name="connsiteX18" fmla="*/ 288344 w 430751"/>
                  <a:gd name="connsiteY18" fmla="*/ 499784 h 513029"/>
                  <a:gd name="connsiteX19" fmla="*/ 269468 w 430751"/>
                  <a:gd name="connsiteY19" fmla="*/ 500269 h 513029"/>
                  <a:gd name="connsiteX20" fmla="*/ 173154 w 430751"/>
                  <a:gd name="connsiteY20" fmla="*/ 505109 h 513029"/>
                  <a:gd name="connsiteX21" fmla="*/ 172186 w 430751"/>
                  <a:gd name="connsiteY21" fmla="*/ 513820 h 513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0751" h="513029">
                    <a:moveTo>
                      <a:pt x="172186" y="513820"/>
                    </a:moveTo>
                    <a:cubicBezTo>
                      <a:pt x="115560" y="440254"/>
                      <a:pt x="94264" y="349264"/>
                      <a:pt x="53125" y="267953"/>
                    </a:cubicBezTo>
                    <a:cubicBezTo>
                      <a:pt x="34733" y="232138"/>
                      <a:pt x="21181" y="194387"/>
                      <a:pt x="4242" y="158088"/>
                    </a:cubicBezTo>
                    <a:cubicBezTo>
                      <a:pt x="-1566" y="145020"/>
                      <a:pt x="-1566" y="134372"/>
                      <a:pt x="5210" y="121788"/>
                    </a:cubicBezTo>
                    <a:cubicBezTo>
                      <a:pt x="24085" y="87425"/>
                      <a:pt x="41993" y="52094"/>
                      <a:pt x="59901" y="17246"/>
                    </a:cubicBezTo>
                    <a:cubicBezTo>
                      <a:pt x="71517" y="-5501"/>
                      <a:pt x="71517" y="-5501"/>
                      <a:pt x="89908" y="15795"/>
                    </a:cubicBezTo>
                    <a:cubicBezTo>
                      <a:pt x="97652" y="26926"/>
                      <a:pt x="105880" y="37574"/>
                      <a:pt x="119916" y="40962"/>
                    </a:cubicBezTo>
                    <a:cubicBezTo>
                      <a:pt x="156699" y="69518"/>
                      <a:pt x="192998" y="99041"/>
                      <a:pt x="230265" y="126628"/>
                    </a:cubicBezTo>
                    <a:cubicBezTo>
                      <a:pt x="282052" y="164379"/>
                      <a:pt x="418053" y="208422"/>
                      <a:pt x="425313" y="217618"/>
                    </a:cubicBezTo>
                    <a:cubicBezTo>
                      <a:pt x="425313" y="219554"/>
                      <a:pt x="425313" y="221974"/>
                      <a:pt x="425313" y="223910"/>
                    </a:cubicBezTo>
                    <a:cubicBezTo>
                      <a:pt x="434025" y="251014"/>
                      <a:pt x="429669" y="279085"/>
                      <a:pt x="434025" y="306673"/>
                    </a:cubicBezTo>
                    <a:cubicBezTo>
                      <a:pt x="434025" y="322644"/>
                      <a:pt x="434025" y="338132"/>
                      <a:pt x="434025" y="354104"/>
                    </a:cubicBezTo>
                    <a:cubicBezTo>
                      <a:pt x="431121" y="372011"/>
                      <a:pt x="430153" y="390403"/>
                      <a:pt x="424829" y="407826"/>
                    </a:cubicBezTo>
                    <a:cubicBezTo>
                      <a:pt x="424345" y="409278"/>
                      <a:pt x="424345" y="410730"/>
                      <a:pt x="424345" y="412182"/>
                    </a:cubicBezTo>
                    <a:cubicBezTo>
                      <a:pt x="420957" y="418958"/>
                      <a:pt x="420473" y="426702"/>
                      <a:pt x="414181" y="432026"/>
                    </a:cubicBezTo>
                    <a:cubicBezTo>
                      <a:pt x="411278" y="436866"/>
                      <a:pt x="408373" y="441706"/>
                      <a:pt x="404985" y="446546"/>
                    </a:cubicBezTo>
                    <a:cubicBezTo>
                      <a:pt x="400146" y="466873"/>
                      <a:pt x="381754" y="472197"/>
                      <a:pt x="365782" y="480425"/>
                    </a:cubicBezTo>
                    <a:cubicBezTo>
                      <a:pt x="364330" y="480425"/>
                      <a:pt x="362879" y="480425"/>
                      <a:pt x="361426" y="480909"/>
                    </a:cubicBezTo>
                    <a:cubicBezTo>
                      <a:pt x="340615" y="500752"/>
                      <a:pt x="313512" y="497365"/>
                      <a:pt x="288344" y="499784"/>
                    </a:cubicBezTo>
                    <a:cubicBezTo>
                      <a:pt x="282052" y="499784"/>
                      <a:pt x="275760" y="500269"/>
                      <a:pt x="269468" y="500269"/>
                    </a:cubicBezTo>
                    <a:cubicBezTo>
                      <a:pt x="237525" y="505592"/>
                      <a:pt x="205098" y="499301"/>
                      <a:pt x="173154" y="505109"/>
                    </a:cubicBezTo>
                    <a:cubicBezTo>
                      <a:pt x="173638" y="507528"/>
                      <a:pt x="173154" y="510916"/>
                      <a:pt x="172186" y="513820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48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7728457-B81C-4DC1-B26A-8008FD02DC19}"/>
                </a:ext>
              </a:extLst>
            </p:cNvPr>
            <p:cNvGrpSpPr/>
            <p:nvPr/>
          </p:nvGrpSpPr>
          <p:grpSpPr>
            <a:xfrm>
              <a:off x="6825563" y="3607496"/>
              <a:ext cx="1709729" cy="1673926"/>
              <a:chOff x="6825563" y="3607496"/>
              <a:chExt cx="1709729" cy="1673926"/>
            </a:xfrm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6CBC935-4011-4DFF-9E2F-EE9FCF9CEE4B}"/>
                  </a:ext>
                </a:extLst>
              </p:cNvPr>
              <p:cNvSpPr/>
              <p:nvPr/>
            </p:nvSpPr>
            <p:spPr>
              <a:xfrm rot="19931640" flipH="1">
                <a:off x="8267087" y="4744651"/>
                <a:ext cx="268205" cy="335404"/>
              </a:xfrm>
              <a:custGeom>
                <a:avLst/>
                <a:gdLst>
                  <a:gd name="connsiteX0" fmla="*/ 64571 w 185166"/>
                  <a:gd name="connsiteY0" fmla="*/ 1778 h 185166"/>
                  <a:gd name="connsiteX1" fmla="*/ 135208 w 185166"/>
                  <a:gd name="connsiteY1" fmla="*/ 14122 h 185166"/>
                  <a:gd name="connsiteX2" fmla="*/ 183214 w 185166"/>
                  <a:gd name="connsiteY2" fmla="*/ 116306 h 185166"/>
                  <a:gd name="connsiteX3" fmla="*/ 95432 w 185166"/>
                  <a:gd name="connsiteY3" fmla="*/ 189001 h 185166"/>
                  <a:gd name="connsiteX4" fmla="*/ 3535 w 185166"/>
                  <a:gd name="connsiteY4" fmla="*/ 121107 h 185166"/>
                  <a:gd name="connsiteX5" fmla="*/ 47426 w 185166"/>
                  <a:gd name="connsiteY5" fmla="*/ 12751 h 185166"/>
                  <a:gd name="connsiteX6" fmla="*/ 64571 w 185166"/>
                  <a:gd name="connsiteY6" fmla="*/ 1778 h 185166"/>
                  <a:gd name="connsiteX0" fmla="*/ 47426 w 186130"/>
                  <a:gd name="connsiteY0" fmla="*/ 12503 h 188801"/>
                  <a:gd name="connsiteX1" fmla="*/ 135208 w 186130"/>
                  <a:gd name="connsiteY1" fmla="*/ 13874 h 188801"/>
                  <a:gd name="connsiteX2" fmla="*/ 183214 w 186130"/>
                  <a:gd name="connsiteY2" fmla="*/ 116058 h 188801"/>
                  <a:gd name="connsiteX3" fmla="*/ 95432 w 186130"/>
                  <a:gd name="connsiteY3" fmla="*/ 188753 h 188801"/>
                  <a:gd name="connsiteX4" fmla="*/ 3535 w 186130"/>
                  <a:gd name="connsiteY4" fmla="*/ 120859 h 188801"/>
                  <a:gd name="connsiteX5" fmla="*/ 47426 w 186130"/>
                  <a:gd name="connsiteY5" fmla="*/ 12503 h 18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6130" h="188801">
                    <a:moveTo>
                      <a:pt x="47426" y="12503"/>
                    </a:moveTo>
                    <a:cubicBezTo>
                      <a:pt x="69371" y="-5328"/>
                      <a:pt x="112577" y="-3385"/>
                      <a:pt x="135208" y="13874"/>
                    </a:cubicBezTo>
                    <a:cubicBezTo>
                      <a:pt x="176356" y="37191"/>
                      <a:pt x="193501" y="74225"/>
                      <a:pt x="183214" y="116058"/>
                    </a:cubicBezTo>
                    <a:cubicBezTo>
                      <a:pt x="172927" y="158578"/>
                      <a:pt x="137952" y="187382"/>
                      <a:pt x="95432" y="188753"/>
                    </a:cubicBezTo>
                    <a:cubicBezTo>
                      <a:pt x="53598" y="190125"/>
                      <a:pt x="15193" y="162007"/>
                      <a:pt x="3535" y="120859"/>
                    </a:cubicBezTo>
                    <a:cubicBezTo>
                      <a:pt x="-8124" y="79025"/>
                      <a:pt x="9707" y="36506"/>
                      <a:pt x="47426" y="12503"/>
                    </a:cubicBezTo>
                    <a:close/>
                  </a:path>
                </a:pathLst>
              </a:custGeom>
              <a:solidFill>
                <a:srgbClr val="0E0404"/>
              </a:solidFill>
              <a:ln w="6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284A7D7-3D34-4985-B879-3B58C32EADB4}"/>
                  </a:ext>
                </a:extLst>
              </p:cNvPr>
              <p:cNvSpPr/>
              <p:nvPr/>
            </p:nvSpPr>
            <p:spPr>
              <a:xfrm rot="19931640" flipH="1">
                <a:off x="8310231" y="4795846"/>
                <a:ext cx="187761" cy="231479"/>
              </a:xfrm>
              <a:custGeom>
                <a:avLst/>
                <a:gdLst>
                  <a:gd name="connsiteX0" fmla="*/ 132359 w 130302"/>
                  <a:gd name="connsiteY0" fmla="*/ 65163 h 130302"/>
                  <a:gd name="connsiteX1" fmla="*/ 65151 w 130302"/>
                  <a:gd name="connsiteY1" fmla="*/ 132371 h 130302"/>
                  <a:gd name="connsiteX2" fmla="*/ 0 w 130302"/>
                  <a:gd name="connsiteY2" fmla="*/ 66535 h 130302"/>
                  <a:gd name="connsiteX3" fmla="*/ 64465 w 130302"/>
                  <a:gd name="connsiteY3" fmla="*/ 12 h 130302"/>
                  <a:gd name="connsiteX4" fmla="*/ 132359 w 130302"/>
                  <a:gd name="connsiteY4" fmla="*/ 65163 h 130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302" h="130302">
                    <a:moveTo>
                      <a:pt x="132359" y="65163"/>
                    </a:moveTo>
                    <a:cubicBezTo>
                      <a:pt x="132359" y="102196"/>
                      <a:pt x="101498" y="133057"/>
                      <a:pt x="65151" y="132371"/>
                    </a:cubicBezTo>
                    <a:cubicBezTo>
                      <a:pt x="29489" y="131686"/>
                      <a:pt x="0" y="102196"/>
                      <a:pt x="0" y="66535"/>
                    </a:cubicBezTo>
                    <a:cubicBezTo>
                      <a:pt x="0" y="30187"/>
                      <a:pt x="28118" y="698"/>
                      <a:pt x="64465" y="12"/>
                    </a:cubicBezTo>
                    <a:cubicBezTo>
                      <a:pt x="102184" y="-674"/>
                      <a:pt x="132359" y="28130"/>
                      <a:pt x="132359" y="65163"/>
                    </a:cubicBezTo>
                    <a:close/>
                  </a:path>
                </a:pathLst>
              </a:custGeom>
              <a:solidFill>
                <a:schemeClr val="bg1"/>
              </a:solidFill>
              <a:ln w="6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FB98DCF4-C7C3-40B0-BBAE-7CE8CE52CB2A}"/>
                  </a:ext>
                </a:extLst>
              </p:cNvPr>
              <p:cNvSpPr/>
              <p:nvPr/>
            </p:nvSpPr>
            <p:spPr>
              <a:xfrm rot="19931640" flipH="1">
                <a:off x="8043551" y="3607496"/>
                <a:ext cx="197809" cy="1198955"/>
              </a:xfrm>
              <a:custGeom>
                <a:avLst/>
                <a:gdLst>
                  <a:gd name="connsiteX0" fmla="*/ 31309 w 197809"/>
                  <a:gd name="connsiteY0" fmla="*/ 0 h 1198955"/>
                  <a:gd name="connsiteX1" fmla="*/ 8623 w 197809"/>
                  <a:gd name="connsiteY1" fmla="*/ 96358 h 1198955"/>
                  <a:gd name="connsiteX2" fmla="*/ 0 w 197809"/>
                  <a:gd name="connsiteY2" fmla="*/ 226395 h 1198955"/>
                  <a:gd name="connsiteX3" fmla="*/ 143760 w 197809"/>
                  <a:gd name="connsiteY3" fmla="*/ 1179118 h 1198955"/>
                  <a:gd name="connsiteX4" fmla="*/ 197367 w 197809"/>
                  <a:gd name="connsiteY4" fmla="*/ 1176683 h 1198955"/>
                  <a:gd name="connsiteX5" fmla="*/ 116958 w 197809"/>
                  <a:gd name="connsiteY5" fmla="*/ 812404 h 1198955"/>
                  <a:gd name="connsiteX6" fmla="*/ 51170 w 197809"/>
                  <a:gd name="connsiteY6" fmla="*/ 176444 h 1198955"/>
                  <a:gd name="connsiteX7" fmla="*/ 54101 w 197809"/>
                  <a:gd name="connsiteY7" fmla="*/ 106809 h 1198955"/>
                  <a:gd name="connsiteX8" fmla="*/ 61676 w 197809"/>
                  <a:gd name="connsiteY8" fmla="*/ 57582 h 1198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809" h="1198955">
                    <a:moveTo>
                      <a:pt x="31309" y="0"/>
                    </a:moveTo>
                    <a:lnTo>
                      <a:pt x="8623" y="96358"/>
                    </a:lnTo>
                    <a:cubicBezTo>
                      <a:pt x="2589" y="138981"/>
                      <a:pt x="0" y="182536"/>
                      <a:pt x="0" y="226395"/>
                    </a:cubicBezTo>
                    <a:cubicBezTo>
                      <a:pt x="0" y="551685"/>
                      <a:pt x="77971" y="864793"/>
                      <a:pt x="143760" y="1179118"/>
                    </a:cubicBezTo>
                    <a:cubicBezTo>
                      <a:pt x="165691" y="1207140"/>
                      <a:pt x="202240" y="1204703"/>
                      <a:pt x="197367" y="1176683"/>
                    </a:cubicBezTo>
                    <a:cubicBezTo>
                      <a:pt x="176656" y="1063378"/>
                      <a:pt x="137668" y="925709"/>
                      <a:pt x="116958" y="812404"/>
                    </a:cubicBezTo>
                    <a:cubicBezTo>
                      <a:pt x="77972" y="602855"/>
                      <a:pt x="52387" y="390868"/>
                      <a:pt x="51170" y="176444"/>
                    </a:cubicBezTo>
                    <a:cubicBezTo>
                      <a:pt x="51170" y="152991"/>
                      <a:pt x="52007" y="129767"/>
                      <a:pt x="54101" y="106809"/>
                    </a:cubicBezTo>
                    <a:lnTo>
                      <a:pt x="61676" y="57582"/>
                    </a:lnTo>
                    <a:close/>
                  </a:path>
                </a:pathLst>
              </a:custGeom>
              <a:solidFill>
                <a:schemeClr val="tx1"/>
              </a:solidFill>
              <a:ln w="6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84675473-FF51-446C-A4C0-BE3AA36A880F}"/>
                  </a:ext>
                </a:extLst>
              </p:cNvPr>
              <p:cNvGrpSpPr/>
              <p:nvPr/>
            </p:nvGrpSpPr>
            <p:grpSpPr>
              <a:xfrm rot="20643887">
                <a:off x="6825563" y="3698606"/>
                <a:ext cx="884412" cy="1582816"/>
                <a:chOff x="6911434" y="4294138"/>
                <a:chExt cx="755804" cy="1352649"/>
              </a:xfrm>
            </p:grpSpPr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C290E649-E2B4-466C-9783-BBBBC3A1AD12}"/>
                    </a:ext>
                  </a:extLst>
                </p:cNvPr>
                <p:cNvSpPr/>
                <p:nvPr/>
              </p:nvSpPr>
              <p:spPr>
                <a:xfrm rot="19931640" flipH="1">
                  <a:off x="7411391" y="4964510"/>
                  <a:ext cx="255847" cy="548243"/>
                </a:xfrm>
                <a:custGeom>
                  <a:avLst/>
                  <a:gdLst>
                    <a:gd name="connsiteX0" fmla="*/ 0 w 144018"/>
                    <a:gd name="connsiteY0" fmla="*/ 4566 h 308610"/>
                    <a:gd name="connsiteX1" fmla="*/ 19888 w 144018"/>
                    <a:gd name="connsiteY1" fmla="*/ 7309 h 308610"/>
                    <a:gd name="connsiteX2" fmla="*/ 28804 w 144018"/>
                    <a:gd name="connsiteY2" fmla="*/ 73146 h 308610"/>
                    <a:gd name="connsiteX3" fmla="*/ 75438 w 144018"/>
                    <a:gd name="connsiteY3" fmla="*/ 239109 h 308610"/>
                    <a:gd name="connsiteX4" fmla="*/ 104242 w 144018"/>
                    <a:gd name="connsiteY4" fmla="*/ 280943 h 308610"/>
                    <a:gd name="connsiteX5" fmla="*/ 143332 w 144018"/>
                    <a:gd name="connsiteY5" fmla="*/ 297402 h 308610"/>
                    <a:gd name="connsiteX6" fmla="*/ 143332 w 144018"/>
                    <a:gd name="connsiteY6" fmla="*/ 314547 h 308610"/>
                    <a:gd name="connsiteX7" fmla="*/ 60350 w 144018"/>
                    <a:gd name="connsiteY7" fmla="*/ 243910 h 308610"/>
                    <a:gd name="connsiteX8" fmla="*/ 4115 w 144018"/>
                    <a:gd name="connsiteY8" fmla="*/ 29940 h 308610"/>
                    <a:gd name="connsiteX9" fmla="*/ 0 w 144018"/>
                    <a:gd name="connsiteY9" fmla="*/ 4566 h 308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44018" h="308610">
                      <a:moveTo>
                        <a:pt x="0" y="4566"/>
                      </a:moveTo>
                      <a:cubicBezTo>
                        <a:pt x="9601" y="-3664"/>
                        <a:pt x="13716" y="451"/>
                        <a:pt x="19888" y="7309"/>
                      </a:cubicBezTo>
                      <a:cubicBezTo>
                        <a:pt x="21260" y="32684"/>
                        <a:pt x="24689" y="52572"/>
                        <a:pt x="28804" y="73146"/>
                      </a:cubicBezTo>
                      <a:cubicBezTo>
                        <a:pt x="40462" y="129381"/>
                        <a:pt x="58979" y="202762"/>
                        <a:pt x="75438" y="239109"/>
                      </a:cubicBezTo>
                      <a:cubicBezTo>
                        <a:pt x="80924" y="250082"/>
                        <a:pt x="97384" y="274085"/>
                        <a:pt x="104242" y="280943"/>
                      </a:cubicBezTo>
                      <a:cubicBezTo>
                        <a:pt x="114529" y="289173"/>
                        <a:pt x="128930" y="297402"/>
                        <a:pt x="143332" y="297402"/>
                      </a:cubicBezTo>
                      <a:cubicBezTo>
                        <a:pt x="148133" y="302889"/>
                        <a:pt x="148133" y="309061"/>
                        <a:pt x="143332" y="314547"/>
                      </a:cubicBezTo>
                      <a:cubicBezTo>
                        <a:pt x="102184" y="307004"/>
                        <a:pt x="76810" y="280257"/>
                        <a:pt x="60350" y="243910"/>
                      </a:cubicBezTo>
                      <a:cubicBezTo>
                        <a:pt x="31547" y="174644"/>
                        <a:pt x="14402" y="104007"/>
                        <a:pt x="4115" y="29940"/>
                      </a:cubicBezTo>
                      <a:cubicBezTo>
                        <a:pt x="3429" y="21711"/>
                        <a:pt x="2057" y="12110"/>
                        <a:pt x="0" y="4566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68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CEF4407B-8837-4C4C-9ACB-564A74FAAEBD}"/>
                    </a:ext>
                  </a:extLst>
                </p:cNvPr>
                <p:cNvSpPr/>
                <p:nvPr/>
              </p:nvSpPr>
              <p:spPr>
                <a:xfrm rot="19931640" flipH="1">
                  <a:off x="7124440" y="5091024"/>
                  <a:ext cx="134015" cy="548243"/>
                </a:xfrm>
                <a:custGeom>
                  <a:avLst/>
                  <a:gdLst>
                    <a:gd name="connsiteX0" fmla="*/ 0 w 75438"/>
                    <a:gd name="connsiteY0" fmla="*/ 9601 h 308610"/>
                    <a:gd name="connsiteX1" fmla="*/ 17145 w 75438"/>
                    <a:gd name="connsiteY1" fmla="*/ 0 h 308610"/>
                    <a:gd name="connsiteX2" fmla="*/ 75438 w 75438"/>
                    <a:gd name="connsiteY2" fmla="*/ 233858 h 308610"/>
                    <a:gd name="connsiteX3" fmla="*/ 75438 w 75438"/>
                    <a:gd name="connsiteY3" fmla="*/ 279121 h 308610"/>
                    <a:gd name="connsiteX4" fmla="*/ 65151 w 75438"/>
                    <a:gd name="connsiteY4" fmla="*/ 311353 h 308610"/>
                    <a:gd name="connsiteX5" fmla="*/ 47320 w 75438"/>
                    <a:gd name="connsiteY5" fmla="*/ 296951 h 308610"/>
                    <a:gd name="connsiteX6" fmla="*/ 61722 w 75438"/>
                    <a:gd name="connsiteY6" fmla="*/ 256489 h 308610"/>
                    <a:gd name="connsiteX7" fmla="*/ 57607 w 75438"/>
                    <a:gd name="connsiteY7" fmla="*/ 225628 h 308610"/>
                    <a:gd name="connsiteX8" fmla="*/ 5487 w 75438"/>
                    <a:gd name="connsiteY8" fmla="*/ 25375 h 308610"/>
                    <a:gd name="connsiteX9" fmla="*/ 0 w 75438"/>
                    <a:gd name="connsiteY9" fmla="*/ 9601 h 308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5438" h="308610">
                      <a:moveTo>
                        <a:pt x="0" y="9601"/>
                      </a:moveTo>
                      <a:cubicBezTo>
                        <a:pt x="6172" y="3429"/>
                        <a:pt x="11659" y="6172"/>
                        <a:pt x="17145" y="0"/>
                      </a:cubicBezTo>
                      <a:cubicBezTo>
                        <a:pt x="45263" y="100127"/>
                        <a:pt x="62408" y="153619"/>
                        <a:pt x="75438" y="233858"/>
                      </a:cubicBezTo>
                      <a:cubicBezTo>
                        <a:pt x="78181" y="248945"/>
                        <a:pt x="78181" y="264033"/>
                        <a:pt x="75438" y="279121"/>
                      </a:cubicBezTo>
                      <a:cubicBezTo>
                        <a:pt x="71323" y="292837"/>
                        <a:pt x="69266" y="297637"/>
                        <a:pt x="65151" y="311353"/>
                      </a:cubicBezTo>
                      <a:cubicBezTo>
                        <a:pt x="56236" y="314782"/>
                        <a:pt x="53493" y="304495"/>
                        <a:pt x="47320" y="296951"/>
                      </a:cubicBezTo>
                      <a:cubicBezTo>
                        <a:pt x="58293" y="285979"/>
                        <a:pt x="61036" y="277749"/>
                        <a:pt x="61722" y="256489"/>
                      </a:cubicBezTo>
                      <a:cubicBezTo>
                        <a:pt x="59665" y="243459"/>
                        <a:pt x="60351" y="233172"/>
                        <a:pt x="57607" y="225628"/>
                      </a:cubicBezTo>
                      <a:cubicBezTo>
                        <a:pt x="44577" y="157734"/>
                        <a:pt x="28804" y="100127"/>
                        <a:pt x="5487" y="25375"/>
                      </a:cubicBezTo>
                      <a:cubicBezTo>
                        <a:pt x="4801" y="21946"/>
                        <a:pt x="2058" y="13030"/>
                        <a:pt x="0" y="9601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68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6FA7EE13-5714-47C9-B57C-716F4CFB4DEF}"/>
                    </a:ext>
                  </a:extLst>
                </p:cNvPr>
                <p:cNvSpPr/>
                <p:nvPr/>
              </p:nvSpPr>
              <p:spPr>
                <a:xfrm rot="19931640" flipH="1">
                  <a:off x="7505153" y="5519552"/>
                  <a:ext cx="48734" cy="48734"/>
                </a:xfrm>
                <a:custGeom>
                  <a:avLst/>
                  <a:gdLst>
                    <a:gd name="connsiteX0" fmla="*/ 0 w 27432"/>
                    <a:gd name="connsiteY0" fmla="*/ 24526 h 27432"/>
                    <a:gd name="connsiteX1" fmla="*/ 0 w 27432"/>
                    <a:gd name="connsiteY1" fmla="*/ 7381 h 27432"/>
                    <a:gd name="connsiteX2" fmla="*/ 30861 w 27432"/>
                    <a:gd name="connsiteY2" fmla="*/ 8067 h 27432"/>
                    <a:gd name="connsiteX3" fmla="*/ 30861 w 27432"/>
                    <a:gd name="connsiteY3" fmla="*/ 23154 h 27432"/>
                    <a:gd name="connsiteX4" fmla="*/ 0 w 27432"/>
                    <a:gd name="connsiteY4" fmla="*/ 24526 h 27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432" h="27432">
                      <a:moveTo>
                        <a:pt x="0" y="24526"/>
                      </a:moveTo>
                      <a:cubicBezTo>
                        <a:pt x="0" y="19040"/>
                        <a:pt x="0" y="12867"/>
                        <a:pt x="0" y="7381"/>
                      </a:cubicBezTo>
                      <a:cubicBezTo>
                        <a:pt x="10287" y="-2906"/>
                        <a:pt x="21260" y="-2220"/>
                        <a:pt x="30861" y="8067"/>
                      </a:cubicBezTo>
                      <a:cubicBezTo>
                        <a:pt x="35662" y="12867"/>
                        <a:pt x="34976" y="18354"/>
                        <a:pt x="30861" y="23154"/>
                      </a:cubicBezTo>
                      <a:cubicBezTo>
                        <a:pt x="21260" y="34127"/>
                        <a:pt x="10287" y="34127"/>
                        <a:pt x="0" y="2452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8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78851919-D2E1-44A8-88D7-DD22CA571E17}"/>
                    </a:ext>
                  </a:extLst>
                </p:cNvPr>
                <p:cNvSpPr/>
                <p:nvPr/>
              </p:nvSpPr>
              <p:spPr>
                <a:xfrm rot="19931640" flipH="1">
                  <a:off x="7277561" y="5585872"/>
                  <a:ext cx="60915" cy="60915"/>
                </a:xfrm>
                <a:custGeom>
                  <a:avLst/>
                  <a:gdLst>
                    <a:gd name="connsiteX0" fmla="*/ 16088 w 34290"/>
                    <a:gd name="connsiteY0" fmla="*/ 0 h 34290"/>
                    <a:gd name="connsiteX1" fmla="*/ 38719 w 34290"/>
                    <a:gd name="connsiteY1" fmla="*/ 6172 h 34290"/>
                    <a:gd name="connsiteX2" fmla="*/ 18831 w 34290"/>
                    <a:gd name="connsiteY2" fmla="*/ 35662 h 34290"/>
                    <a:gd name="connsiteX3" fmla="*/ 314 w 34290"/>
                    <a:gd name="connsiteY3" fmla="*/ 28804 h 34290"/>
                    <a:gd name="connsiteX4" fmla="*/ 16088 w 34290"/>
                    <a:gd name="connsiteY4" fmla="*/ 0 h 34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" h="34290">
                      <a:moveTo>
                        <a:pt x="16088" y="0"/>
                      </a:moveTo>
                      <a:cubicBezTo>
                        <a:pt x="23631" y="1372"/>
                        <a:pt x="32547" y="-686"/>
                        <a:pt x="38719" y="6172"/>
                      </a:cubicBezTo>
                      <a:cubicBezTo>
                        <a:pt x="40776" y="17145"/>
                        <a:pt x="32547" y="34290"/>
                        <a:pt x="18831" y="35662"/>
                      </a:cubicBezTo>
                      <a:cubicBezTo>
                        <a:pt x="11973" y="36347"/>
                        <a:pt x="2372" y="39091"/>
                        <a:pt x="314" y="28804"/>
                      </a:cubicBezTo>
                      <a:cubicBezTo>
                        <a:pt x="-1057" y="19202"/>
                        <a:pt x="1686" y="2057"/>
                        <a:pt x="16088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8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3DD7B611-E985-4C5E-B156-A65423D46EC8}"/>
                    </a:ext>
                  </a:extLst>
                </p:cNvPr>
                <p:cNvSpPr/>
                <p:nvPr/>
              </p:nvSpPr>
              <p:spPr>
                <a:xfrm rot="19931640" flipH="1">
                  <a:off x="6911434" y="4294138"/>
                  <a:ext cx="653615" cy="767278"/>
                </a:xfrm>
                <a:custGeom>
                  <a:avLst/>
                  <a:gdLst>
                    <a:gd name="connsiteX0" fmla="*/ 196 w 349758"/>
                    <a:gd name="connsiteY0" fmla="*/ 0 h 445770"/>
                    <a:gd name="connsiteX1" fmla="*/ 119525 w 349758"/>
                    <a:gd name="connsiteY1" fmla="*/ 109042 h 445770"/>
                    <a:gd name="connsiteX2" fmla="*/ 153815 w 349758"/>
                    <a:gd name="connsiteY2" fmla="*/ 161163 h 445770"/>
                    <a:gd name="connsiteX3" fmla="*/ 181247 w 349758"/>
                    <a:gd name="connsiteY3" fmla="*/ 189967 h 445770"/>
                    <a:gd name="connsiteX4" fmla="*/ 226510 w 349758"/>
                    <a:gd name="connsiteY4" fmla="*/ 200254 h 445770"/>
                    <a:gd name="connsiteX5" fmla="*/ 293033 w 349758"/>
                    <a:gd name="connsiteY5" fmla="*/ 270891 h 445770"/>
                    <a:gd name="connsiteX6" fmla="*/ 351326 w 349758"/>
                    <a:gd name="connsiteY6" fmla="*/ 407365 h 445770"/>
                    <a:gd name="connsiteX7" fmla="*/ 333495 w 349758"/>
                    <a:gd name="connsiteY7" fmla="*/ 425196 h 445770"/>
                    <a:gd name="connsiteX8" fmla="*/ 274516 w 349758"/>
                    <a:gd name="connsiteY8" fmla="*/ 291465 h 445770"/>
                    <a:gd name="connsiteX9" fmla="*/ 197707 w 349758"/>
                    <a:gd name="connsiteY9" fmla="*/ 216027 h 445770"/>
                    <a:gd name="connsiteX10" fmla="*/ 146957 w 349758"/>
                    <a:gd name="connsiteY10" fmla="*/ 228371 h 445770"/>
                    <a:gd name="connsiteX11" fmla="*/ 101009 w 349758"/>
                    <a:gd name="connsiteY11" fmla="*/ 369646 h 445770"/>
                    <a:gd name="connsiteX12" fmla="*/ 114725 w 349758"/>
                    <a:gd name="connsiteY12" fmla="*/ 447142 h 445770"/>
                    <a:gd name="connsiteX13" fmla="*/ 92779 w 349758"/>
                    <a:gd name="connsiteY13" fmla="*/ 445770 h 445770"/>
                    <a:gd name="connsiteX14" fmla="*/ 71519 w 349758"/>
                    <a:gd name="connsiteY14" fmla="*/ 350444 h 445770"/>
                    <a:gd name="connsiteX15" fmla="*/ 132556 w 349758"/>
                    <a:gd name="connsiteY15" fmla="*/ 205054 h 445770"/>
                    <a:gd name="connsiteX16" fmla="*/ 128441 w 349758"/>
                    <a:gd name="connsiteY16" fmla="*/ 176251 h 445770"/>
                    <a:gd name="connsiteX17" fmla="*/ 107181 w 349758"/>
                    <a:gd name="connsiteY17" fmla="*/ 137846 h 445770"/>
                    <a:gd name="connsiteX18" fmla="*/ 35858 w 349758"/>
                    <a:gd name="connsiteY18" fmla="*/ 63779 h 445770"/>
                    <a:gd name="connsiteX19" fmla="*/ 7740 w 349758"/>
                    <a:gd name="connsiteY19" fmla="*/ 38405 h 445770"/>
                    <a:gd name="connsiteX20" fmla="*/ 196 w 349758"/>
                    <a:gd name="connsiteY20" fmla="*/ 0 h 445770"/>
                    <a:gd name="connsiteX0" fmla="*/ 9624 w 360810"/>
                    <a:gd name="connsiteY0" fmla="*/ 4565 h 454288"/>
                    <a:gd name="connsiteX1" fmla="*/ 128953 w 360810"/>
                    <a:gd name="connsiteY1" fmla="*/ 113607 h 454288"/>
                    <a:gd name="connsiteX2" fmla="*/ 163243 w 360810"/>
                    <a:gd name="connsiteY2" fmla="*/ 165728 h 454288"/>
                    <a:gd name="connsiteX3" fmla="*/ 190675 w 360810"/>
                    <a:gd name="connsiteY3" fmla="*/ 194532 h 454288"/>
                    <a:gd name="connsiteX4" fmla="*/ 235938 w 360810"/>
                    <a:gd name="connsiteY4" fmla="*/ 204819 h 454288"/>
                    <a:gd name="connsiteX5" fmla="*/ 302461 w 360810"/>
                    <a:gd name="connsiteY5" fmla="*/ 275456 h 454288"/>
                    <a:gd name="connsiteX6" fmla="*/ 360754 w 360810"/>
                    <a:gd name="connsiteY6" fmla="*/ 411930 h 454288"/>
                    <a:gd name="connsiteX7" fmla="*/ 342923 w 360810"/>
                    <a:gd name="connsiteY7" fmla="*/ 429761 h 454288"/>
                    <a:gd name="connsiteX8" fmla="*/ 283944 w 360810"/>
                    <a:gd name="connsiteY8" fmla="*/ 296030 h 454288"/>
                    <a:gd name="connsiteX9" fmla="*/ 207135 w 360810"/>
                    <a:gd name="connsiteY9" fmla="*/ 220592 h 454288"/>
                    <a:gd name="connsiteX10" fmla="*/ 156385 w 360810"/>
                    <a:gd name="connsiteY10" fmla="*/ 232936 h 454288"/>
                    <a:gd name="connsiteX11" fmla="*/ 110437 w 360810"/>
                    <a:gd name="connsiteY11" fmla="*/ 374211 h 454288"/>
                    <a:gd name="connsiteX12" fmla="*/ 124153 w 360810"/>
                    <a:gd name="connsiteY12" fmla="*/ 451707 h 454288"/>
                    <a:gd name="connsiteX13" fmla="*/ 102207 w 360810"/>
                    <a:gd name="connsiteY13" fmla="*/ 450335 h 454288"/>
                    <a:gd name="connsiteX14" fmla="*/ 80947 w 360810"/>
                    <a:gd name="connsiteY14" fmla="*/ 355009 h 454288"/>
                    <a:gd name="connsiteX15" fmla="*/ 141984 w 360810"/>
                    <a:gd name="connsiteY15" fmla="*/ 209619 h 454288"/>
                    <a:gd name="connsiteX16" fmla="*/ 137869 w 360810"/>
                    <a:gd name="connsiteY16" fmla="*/ 180816 h 454288"/>
                    <a:gd name="connsiteX17" fmla="*/ 116609 w 360810"/>
                    <a:gd name="connsiteY17" fmla="*/ 142411 h 454288"/>
                    <a:gd name="connsiteX18" fmla="*/ 45286 w 360810"/>
                    <a:gd name="connsiteY18" fmla="*/ 68344 h 454288"/>
                    <a:gd name="connsiteX19" fmla="*/ 17168 w 360810"/>
                    <a:gd name="connsiteY19" fmla="*/ 42970 h 454288"/>
                    <a:gd name="connsiteX20" fmla="*/ 8233 w 360810"/>
                    <a:gd name="connsiteY20" fmla="*/ 22698 h 454288"/>
                    <a:gd name="connsiteX21" fmla="*/ 9624 w 360810"/>
                    <a:gd name="connsiteY21" fmla="*/ 4565 h 454288"/>
                    <a:gd name="connsiteX0" fmla="*/ 17456 w 368642"/>
                    <a:gd name="connsiteY0" fmla="*/ 3522 h 453245"/>
                    <a:gd name="connsiteX1" fmla="*/ 136785 w 368642"/>
                    <a:gd name="connsiteY1" fmla="*/ 112564 h 453245"/>
                    <a:gd name="connsiteX2" fmla="*/ 171075 w 368642"/>
                    <a:gd name="connsiteY2" fmla="*/ 164685 h 453245"/>
                    <a:gd name="connsiteX3" fmla="*/ 198507 w 368642"/>
                    <a:gd name="connsiteY3" fmla="*/ 193489 h 453245"/>
                    <a:gd name="connsiteX4" fmla="*/ 243770 w 368642"/>
                    <a:gd name="connsiteY4" fmla="*/ 203776 h 453245"/>
                    <a:gd name="connsiteX5" fmla="*/ 310293 w 368642"/>
                    <a:gd name="connsiteY5" fmla="*/ 274413 h 453245"/>
                    <a:gd name="connsiteX6" fmla="*/ 368586 w 368642"/>
                    <a:gd name="connsiteY6" fmla="*/ 410887 h 453245"/>
                    <a:gd name="connsiteX7" fmla="*/ 350755 w 368642"/>
                    <a:gd name="connsiteY7" fmla="*/ 428718 h 453245"/>
                    <a:gd name="connsiteX8" fmla="*/ 291776 w 368642"/>
                    <a:gd name="connsiteY8" fmla="*/ 294987 h 453245"/>
                    <a:gd name="connsiteX9" fmla="*/ 214967 w 368642"/>
                    <a:gd name="connsiteY9" fmla="*/ 219549 h 453245"/>
                    <a:gd name="connsiteX10" fmla="*/ 164217 w 368642"/>
                    <a:gd name="connsiteY10" fmla="*/ 231893 h 453245"/>
                    <a:gd name="connsiteX11" fmla="*/ 118269 w 368642"/>
                    <a:gd name="connsiteY11" fmla="*/ 373168 h 453245"/>
                    <a:gd name="connsiteX12" fmla="*/ 131985 w 368642"/>
                    <a:gd name="connsiteY12" fmla="*/ 450664 h 453245"/>
                    <a:gd name="connsiteX13" fmla="*/ 110039 w 368642"/>
                    <a:gd name="connsiteY13" fmla="*/ 449292 h 453245"/>
                    <a:gd name="connsiteX14" fmla="*/ 88779 w 368642"/>
                    <a:gd name="connsiteY14" fmla="*/ 353966 h 453245"/>
                    <a:gd name="connsiteX15" fmla="*/ 149816 w 368642"/>
                    <a:gd name="connsiteY15" fmla="*/ 208576 h 453245"/>
                    <a:gd name="connsiteX16" fmla="*/ 145701 w 368642"/>
                    <a:gd name="connsiteY16" fmla="*/ 179773 h 453245"/>
                    <a:gd name="connsiteX17" fmla="*/ 124441 w 368642"/>
                    <a:gd name="connsiteY17" fmla="*/ 141368 h 453245"/>
                    <a:gd name="connsiteX18" fmla="*/ 53118 w 368642"/>
                    <a:gd name="connsiteY18" fmla="*/ 67301 h 453245"/>
                    <a:gd name="connsiteX19" fmla="*/ 25000 w 368642"/>
                    <a:gd name="connsiteY19" fmla="*/ 41927 h 453245"/>
                    <a:gd name="connsiteX20" fmla="*/ 761 w 368642"/>
                    <a:gd name="connsiteY20" fmla="*/ 33027 h 453245"/>
                    <a:gd name="connsiteX21" fmla="*/ 17456 w 368642"/>
                    <a:gd name="connsiteY21" fmla="*/ 3522 h 453245"/>
                    <a:gd name="connsiteX0" fmla="*/ 35749 w 367948"/>
                    <a:gd name="connsiteY0" fmla="*/ 4556 h 442990"/>
                    <a:gd name="connsiteX1" fmla="*/ 136091 w 367948"/>
                    <a:gd name="connsiteY1" fmla="*/ 102309 h 442990"/>
                    <a:gd name="connsiteX2" fmla="*/ 170381 w 367948"/>
                    <a:gd name="connsiteY2" fmla="*/ 154430 h 442990"/>
                    <a:gd name="connsiteX3" fmla="*/ 197813 w 367948"/>
                    <a:gd name="connsiteY3" fmla="*/ 183234 h 442990"/>
                    <a:gd name="connsiteX4" fmla="*/ 243076 w 367948"/>
                    <a:gd name="connsiteY4" fmla="*/ 193521 h 442990"/>
                    <a:gd name="connsiteX5" fmla="*/ 309599 w 367948"/>
                    <a:gd name="connsiteY5" fmla="*/ 264158 h 442990"/>
                    <a:gd name="connsiteX6" fmla="*/ 367892 w 367948"/>
                    <a:gd name="connsiteY6" fmla="*/ 400632 h 442990"/>
                    <a:gd name="connsiteX7" fmla="*/ 350061 w 367948"/>
                    <a:gd name="connsiteY7" fmla="*/ 418463 h 442990"/>
                    <a:gd name="connsiteX8" fmla="*/ 291082 w 367948"/>
                    <a:gd name="connsiteY8" fmla="*/ 284732 h 442990"/>
                    <a:gd name="connsiteX9" fmla="*/ 214273 w 367948"/>
                    <a:gd name="connsiteY9" fmla="*/ 209294 h 442990"/>
                    <a:gd name="connsiteX10" fmla="*/ 163523 w 367948"/>
                    <a:gd name="connsiteY10" fmla="*/ 221638 h 442990"/>
                    <a:gd name="connsiteX11" fmla="*/ 117575 w 367948"/>
                    <a:gd name="connsiteY11" fmla="*/ 362913 h 442990"/>
                    <a:gd name="connsiteX12" fmla="*/ 131291 w 367948"/>
                    <a:gd name="connsiteY12" fmla="*/ 440409 h 442990"/>
                    <a:gd name="connsiteX13" fmla="*/ 109345 w 367948"/>
                    <a:gd name="connsiteY13" fmla="*/ 439037 h 442990"/>
                    <a:gd name="connsiteX14" fmla="*/ 88085 w 367948"/>
                    <a:gd name="connsiteY14" fmla="*/ 343711 h 442990"/>
                    <a:gd name="connsiteX15" fmla="*/ 149122 w 367948"/>
                    <a:gd name="connsiteY15" fmla="*/ 198321 h 442990"/>
                    <a:gd name="connsiteX16" fmla="*/ 145007 w 367948"/>
                    <a:gd name="connsiteY16" fmla="*/ 169518 h 442990"/>
                    <a:gd name="connsiteX17" fmla="*/ 123747 w 367948"/>
                    <a:gd name="connsiteY17" fmla="*/ 131113 h 442990"/>
                    <a:gd name="connsiteX18" fmla="*/ 52424 w 367948"/>
                    <a:gd name="connsiteY18" fmla="*/ 57046 h 442990"/>
                    <a:gd name="connsiteX19" fmla="*/ 24306 w 367948"/>
                    <a:gd name="connsiteY19" fmla="*/ 31672 h 442990"/>
                    <a:gd name="connsiteX20" fmla="*/ 67 w 367948"/>
                    <a:gd name="connsiteY20" fmla="*/ 22772 h 442990"/>
                    <a:gd name="connsiteX21" fmla="*/ 35749 w 367948"/>
                    <a:gd name="connsiteY21" fmla="*/ 4556 h 442990"/>
                    <a:gd name="connsiteX0" fmla="*/ 35721 w 367920"/>
                    <a:gd name="connsiteY0" fmla="*/ 867 h 439301"/>
                    <a:gd name="connsiteX1" fmla="*/ 136063 w 367920"/>
                    <a:gd name="connsiteY1" fmla="*/ 98620 h 439301"/>
                    <a:gd name="connsiteX2" fmla="*/ 170353 w 367920"/>
                    <a:gd name="connsiteY2" fmla="*/ 150741 h 439301"/>
                    <a:gd name="connsiteX3" fmla="*/ 197785 w 367920"/>
                    <a:gd name="connsiteY3" fmla="*/ 179545 h 439301"/>
                    <a:gd name="connsiteX4" fmla="*/ 243048 w 367920"/>
                    <a:gd name="connsiteY4" fmla="*/ 189832 h 439301"/>
                    <a:gd name="connsiteX5" fmla="*/ 309571 w 367920"/>
                    <a:gd name="connsiteY5" fmla="*/ 260469 h 439301"/>
                    <a:gd name="connsiteX6" fmla="*/ 367864 w 367920"/>
                    <a:gd name="connsiteY6" fmla="*/ 396943 h 439301"/>
                    <a:gd name="connsiteX7" fmla="*/ 350033 w 367920"/>
                    <a:gd name="connsiteY7" fmla="*/ 414774 h 439301"/>
                    <a:gd name="connsiteX8" fmla="*/ 291054 w 367920"/>
                    <a:gd name="connsiteY8" fmla="*/ 281043 h 439301"/>
                    <a:gd name="connsiteX9" fmla="*/ 214245 w 367920"/>
                    <a:gd name="connsiteY9" fmla="*/ 205605 h 439301"/>
                    <a:gd name="connsiteX10" fmla="*/ 163495 w 367920"/>
                    <a:gd name="connsiteY10" fmla="*/ 217949 h 439301"/>
                    <a:gd name="connsiteX11" fmla="*/ 117547 w 367920"/>
                    <a:gd name="connsiteY11" fmla="*/ 359224 h 439301"/>
                    <a:gd name="connsiteX12" fmla="*/ 131263 w 367920"/>
                    <a:gd name="connsiteY12" fmla="*/ 436720 h 439301"/>
                    <a:gd name="connsiteX13" fmla="*/ 109317 w 367920"/>
                    <a:gd name="connsiteY13" fmla="*/ 435348 h 439301"/>
                    <a:gd name="connsiteX14" fmla="*/ 88057 w 367920"/>
                    <a:gd name="connsiteY14" fmla="*/ 340022 h 439301"/>
                    <a:gd name="connsiteX15" fmla="*/ 149094 w 367920"/>
                    <a:gd name="connsiteY15" fmla="*/ 194632 h 439301"/>
                    <a:gd name="connsiteX16" fmla="*/ 144979 w 367920"/>
                    <a:gd name="connsiteY16" fmla="*/ 165829 h 439301"/>
                    <a:gd name="connsiteX17" fmla="*/ 123719 w 367920"/>
                    <a:gd name="connsiteY17" fmla="*/ 127424 h 439301"/>
                    <a:gd name="connsiteX18" fmla="*/ 52396 w 367920"/>
                    <a:gd name="connsiteY18" fmla="*/ 53357 h 439301"/>
                    <a:gd name="connsiteX19" fmla="*/ 24278 w 367920"/>
                    <a:gd name="connsiteY19" fmla="*/ 27983 h 439301"/>
                    <a:gd name="connsiteX20" fmla="*/ 39 w 367920"/>
                    <a:gd name="connsiteY20" fmla="*/ 19083 h 439301"/>
                    <a:gd name="connsiteX21" fmla="*/ 35721 w 367920"/>
                    <a:gd name="connsiteY21" fmla="*/ 867 h 439301"/>
                    <a:gd name="connsiteX0" fmla="*/ 48827 w 367908"/>
                    <a:gd name="connsiteY0" fmla="*/ 1999 h 428436"/>
                    <a:gd name="connsiteX1" fmla="*/ 136051 w 367908"/>
                    <a:gd name="connsiteY1" fmla="*/ 87755 h 428436"/>
                    <a:gd name="connsiteX2" fmla="*/ 170341 w 367908"/>
                    <a:gd name="connsiteY2" fmla="*/ 139876 h 428436"/>
                    <a:gd name="connsiteX3" fmla="*/ 197773 w 367908"/>
                    <a:gd name="connsiteY3" fmla="*/ 168680 h 428436"/>
                    <a:gd name="connsiteX4" fmla="*/ 243036 w 367908"/>
                    <a:gd name="connsiteY4" fmla="*/ 178967 h 428436"/>
                    <a:gd name="connsiteX5" fmla="*/ 309559 w 367908"/>
                    <a:gd name="connsiteY5" fmla="*/ 249604 h 428436"/>
                    <a:gd name="connsiteX6" fmla="*/ 367852 w 367908"/>
                    <a:gd name="connsiteY6" fmla="*/ 386078 h 428436"/>
                    <a:gd name="connsiteX7" fmla="*/ 350021 w 367908"/>
                    <a:gd name="connsiteY7" fmla="*/ 403909 h 428436"/>
                    <a:gd name="connsiteX8" fmla="*/ 291042 w 367908"/>
                    <a:gd name="connsiteY8" fmla="*/ 270178 h 428436"/>
                    <a:gd name="connsiteX9" fmla="*/ 214233 w 367908"/>
                    <a:gd name="connsiteY9" fmla="*/ 194740 h 428436"/>
                    <a:gd name="connsiteX10" fmla="*/ 163483 w 367908"/>
                    <a:gd name="connsiteY10" fmla="*/ 207084 h 428436"/>
                    <a:gd name="connsiteX11" fmla="*/ 117535 w 367908"/>
                    <a:gd name="connsiteY11" fmla="*/ 348359 h 428436"/>
                    <a:gd name="connsiteX12" fmla="*/ 131251 w 367908"/>
                    <a:gd name="connsiteY12" fmla="*/ 425855 h 428436"/>
                    <a:gd name="connsiteX13" fmla="*/ 109305 w 367908"/>
                    <a:gd name="connsiteY13" fmla="*/ 424483 h 428436"/>
                    <a:gd name="connsiteX14" fmla="*/ 88045 w 367908"/>
                    <a:gd name="connsiteY14" fmla="*/ 329157 h 428436"/>
                    <a:gd name="connsiteX15" fmla="*/ 149082 w 367908"/>
                    <a:gd name="connsiteY15" fmla="*/ 183767 h 428436"/>
                    <a:gd name="connsiteX16" fmla="*/ 144967 w 367908"/>
                    <a:gd name="connsiteY16" fmla="*/ 154964 h 428436"/>
                    <a:gd name="connsiteX17" fmla="*/ 123707 w 367908"/>
                    <a:gd name="connsiteY17" fmla="*/ 116559 h 428436"/>
                    <a:gd name="connsiteX18" fmla="*/ 52384 w 367908"/>
                    <a:gd name="connsiteY18" fmla="*/ 42492 h 428436"/>
                    <a:gd name="connsiteX19" fmla="*/ 24266 w 367908"/>
                    <a:gd name="connsiteY19" fmla="*/ 17118 h 428436"/>
                    <a:gd name="connsiteX20" fmla="*/ 27 w 367908"/>
                    <a:gd name="connsiteY20" fmla="*/ 8218 h 428436"/>
                    <a:gd name="connsiteX21" fmla="*/ 48827 w 367908"/>
                    <a:gd name="connsiteY21" fmla="*/ 1999 h 428436"/>
                    <a:gd name="connsiteX0" fmla="*/ 48827 w 367908"/>
                    <a:gd name="connsiteY0" fmla="*/ 1999 h 428436"/>
                    <a:gd name="connsiteX1" fmla="*/ 136051 w 367908"/>
                    <a:gd name="connsiteY1" fmla="*/ 87755 h 428436"/>
                    <a:gd name="connsiteX2" fmla="*/ 170341 w 367908"/>
                    <a:gd name="connsiteY2" fmla="*/ 139876 h 428436"/>
                    <a:gd name="connsiteX3" fmla="*/ 197773 w 367908"/>
                    <a:gd name="connsiteY3" fmla="*/ 168680 h 428436"/>
                    <a:gd name="connsiteX4" fmla="*/ 243036 w 367908"/>
                    <a:gd name="connsiteY4" fmla="*/ 178967 h 428436"/>
                    <a:gd name="connsiteX5" fmla="*/ 309559 w 367908"/>
                    <a:gd name="connsiteY5" fmla="*/ 249604 h 428436"/>
                    <a:gd name="connsiteX6" fmla="*/ 367852 w 367908"/>
                    <a:gd name="connsiteY6" fmla="*/ 386078 h 428436"/>
                    <a:gd name="connsiteX7" fmla="*/ 350021 w 367908"/>
                    <a:gd name="connsiteY7" fmla="*/ 403909 h 428436"/>
                    <a:gd name="connsiteX8" fmla="*/ 291042 w 367908"/>
                    <a:gd name="connsiteY8" fmla="*/ 270178 h 428436"/>
                    <a:gd name="connsiteX9" fmla="*/ 214233 w 367908"/>
                    <a:gd name="connsiteY9" fmla="*/ 194740 h 428436"/>
                    <a:gd name="connsiteX10" fmla="*/ 163483 w 367908"/>
                    <a:gd name="connsiteY10" fmla="*/ 207084 h 428436"/>
                    <a:gd name="connsiteX11" fmla="*/ 117535 w 367908"/>
                    <a:gd name="connsiteY11" fmla="*/ 348359 h 428436"/>
                    <a:gd name="connsiteX12" fmla="*/ 131251 w 367908"/>
                    <a:gd name="connsiteY12" fmla="*/ 425855 h 428436"/>
                    <a:gd name="connsiteX13" fmla="*/ 109305 w 367908"/>
                    <a:gd name="connsiteY13" fmla="*/ 424483 h 428436"/>
                    <a:gd name="connsiteX14" fmla="*/ 88045 w 367908"/>
                    <a:gd name="connsiteY14" fmla="*/ 329157 h 428436"/>
                    <a:gd name="connsiteX15" fmla="*/ 149082 w 367908"/>
                    <a:gd name="connsiteY15" fmla="*/ 183767 h 428436"/>
                    <a:gd name="connsiteX16" fmla="*/ 144967 w 367908"/>
                    <a:gd name="connsiteY16" fmla="*/ 154964 h 428436"/>
                    <a:gd name="connsiteX17" fmla="*/ 123707 w 367908"/>
                    <a:gd name="connsiteY17" fmla="*/ 116559 h 428436"/>
                    <a:gd name="connsiteX18" fmla="*/ 52384 w 367908"/>
                    <a:gd name="connsiteY18" fmla="*/ 42492 h 428436"/>
                    <a:gd name="connsiteX19" fmla="*/ 24266 w 367908"/>
                    <a:gd name="connsiteY19" fmla="*/ 17118 h 428436"/>
                    <a:gd name="connsiteX20" fmla="*/ 27 w 367908"/>
                    <a:gd name="connsiteY20" fmla="*/ 8218 h 428436"/>
                    <a:gd name="connsiteX21" fmla="*/ 48827 w 367908"/>
                    <a:gd name="connsiteY21" fmla="*/ 1999 h 428436"/>
                    <a:gd name="connsiteX0" fmla="*/ 48843 w 367924"/>
                    <a:gd name="connsiteY0" fmla="*/ 5470 h 431907"/>
                    <a:gd name="connsiteX1" fmla="*/ 136067 w 367924"/>
                    <a:gd name="connsiteY1" fmla="*/ 91226 h 431907"/>
                    <a:gd name="connsiteX2" fmla="*/ 170357 w 367924"/>
                    <a:gd name="connsiteY2" fmla="*/ 143347 h 431907"/>
                    <a:gd name="connsiteX3" fmla="*/ 197789 w 367924"/>
                    <a:gd name="connsiteY3" fmla="*/ 172151 h 431907"/>
                    <a:gd name="connsiteX4" fmla="*/ 243052 w 367924"/>
                    <a:gd name="connsiteY4" fmla="*/ 182438 h 431907"/>
                    <a:gd name="connsiteX5" fmla="*/ 309575 w 367924"/>
                    <a:gd name="connsiteY5" fmla="*/ 253075 h 431907"/>
                    <a:gd name="connsiteX6" fmla="*/ 367868 w 367924"/>
                    <a:gd name="connsiteY6" fmla="*/ 389549 h 431907"/>
                    <a:gd name="connsiteX7" fmla="*/ 350037 w 367924"/>
                    <a:gd name="connsiteY7" fmla="*/ 407380 h 431907"/>
                    <a:gd name="connsiteX8" fmla="*/ 291058 w 367924"/>
                    <a:gd name="connsiteY8" fmla="*/ 273649 h 431907"/>
                    <a:gd name="connsiteX9" fmla="*/ 214249 w 367924"/>
                    <a:gd name="connsiteY9" fmla="*/ 198211 h 431907"/>
                    <a:gd name="connsiteX10" fmla="*/ 163499 w 367924"/>
                    <a:gd name="connsiteY10" fmla="*/ 210555 h 431907"/>
                    <a:gd name="connsiteX11" fmla="*/ 117551 w 367924"/>
                    <a:gd name="connsiteY11" fmla="*/ 351830 h 431907"/>
                    <a:gd name="connsiteX12" fmla="*/ 131267 w 367924"/>
                    <a:gd name="connsiteY12" fmla="*/ 429326 h 431907"/>
                    <a:gd name="connsiteX13" fmla="*/ 109321 w 367924"/>
                    <a:gd name="connsiteY13" fmla="*/ 427954 h 431907"/>
                    <a:gd name="connsiteX14" fmla="*/ 88061 w 367924"/>
                    <a:gd name="connsiteY14" fmla="*/ 332628 h 431907"/>
                    <a:gd name="connsiteX15" fmla="*/ 149098 w 367924"/>
                    <a:gd name="connsiteY15" fmla="*/ 187238 h 431907"/>
                    <a:gd name="connsiteX16" fmla="*/ 144983 w 367924"/>
                    <a:gd name="connsiteY16" fmla="*/ 158435 h 431907"/>
                    <a:gd name="connsiteX17" fmla="*/ 123723 w 367924"/>
                    <a:gd name="connsiteY17" fmla="*/ 120030 h 431907"/>
                    <a:gd name="connsiteX18" fmla="*/ 52400 w 367924"/>
                    <a:gd name="connsiteY18" fmla="*/ 45963 h 431907"/>
                    <a:gd name="connsiteX19" fmla="*/ 24282 w 367924"/>
                    <a:gd name="connsiteY19" fmla="*/ 20589 h 431907"/>
                    <a:gd name="connsiteX20" fmla="*/ 43 w 367924"/>
                    <a:gd name="connsiteY20" fmla="*/ 11689 h 431907"/>
                    <a:gd name="connsiteX21" fmla="*/ 48843 w 367924"/>
                    <a:gd name="connsiteY21" fmla="*/ 5470 h 4319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67924" h="431907">
                      <a:moveTo>
                        <a:pt x="48843" y="5470"/>
                      </a:moveTo>
                      <a:cubicBezTo>
                        <a:pt x="79018" y="28101"/>
                        <a:pt x="115815" y="68247"/>
                        <a:pt x="136067" y="91226"/>
                      </a:cubicBezTo>
                      <a:cubicBezTo>
                        <a:pt x="156319" y="114206"/>
                        <a:pt x="159385" y="124830"/>
                        <a:pt x="170357" y="143347"/>
                      </a:cubicBezTo>
                      <a:cubicBezTo>
                        <a:pt x="179273" y="157749"/>
                        <a:pt x="179959" y="173522"/>
                        <a:pt x="197789" y="172151"/>
                      </a:cubicBezTo>
                      <a:cubicBezTo>
                        <a:pt x="214249" y="173522"/>
                        <a:pt x="232765" y="178323"/>
                        <a:pt x="243052" y="182438"/>
                      </a:cubicBezTo>
                      <a:cubicBezTo>
                        <a:pt x="273227" y="194782"/>
                        <a:pt x="296545" y="229072"/>
                        <a:pt x="309575" y="253075"/>
                      </a:cubicBezTo>
                      <a:cubicBezTo>
                        <a:pt x="333578" y="297652"/>
                        <a:pt x="352095" y="341543"/>
                        <a:pt x="367868" y="389549"/>
                      </a:cubicBezTo>
                      <a:cubicBezTo>
                        <a:pt x="368554" y="402579"/>
                        <a:pt x="363067" y="408752"/>
                        <a:pt x="350037" y="407380"/>
                      </a:cubicBezTo>
                      <a:cubicBezTo>
                        <a:pt x="326720" y="362117"/>
                        <a:pt x="320548" y="325770"/>
                        <a:pt x="291058" y="273649"/>
                      </a:cubicBezTo>
                      <a:cubicBezTo>
                        <a:pt x="274599" y="247589"/>
                        <a:pt x="264998" y="208498"/>
                        <a:pt x="214249" y="198211"/>
                      </a:cubicBezTo>
                      <a:cubicBezTo>
                        <a:pt x="201904" y="195468"/>
                        <a:pt x="173101" y="203012"/>
                        <a:pt x="163499" y="210555"/>
                      </a:cubicBezTo>
                      <a:cubicBezTo>
                        <a:pt x="120980" y="241416"/>
                        <a:pt x="105206" y="299709"/>
                        <a:pt x="117551" y="351830"/>
                      </a:cubicBezTo>
                      <a:cubicBezTo>
                        <a:pt x="123037" y="377205"/>
                        <a:pt x="128524" y="401208"/>
                        <a:pt x="131267" y="429326"/>
                      </a:cubicBezTo>
                      <a:cubicBezTo>
                        <a:pt x="129209" y="434126"/>
                        <a:pt x="116179" y="431383"/>
                        <a:pt x="109321" y="427954"/>
                      </a:cubicBezTo>
                      <a:cubicBezTo>
                        <a:pt x="101777" y="397779"/>
                        <a:pt x="90805" y="364175"/>
                        <a:pt x="88061" y="332628"/>
                      </a:cubicBezTo>
                      <a:cubicBezTo>
                        <a:pt x="83261" y="273649"/>
                        <a:pt x="105206" y="225643"/>
                        <a:pt x="149098" y="187238"/>
                      </a:cubicBezTo>
                      <a:cubicBezTo>
                        <a:pt x="158699" y="179009"/>
                        <a:pt x="151155" y="168036"/>
                        <a:pt x="144983" y="158435"/>
                      </a:cubicBezTo>
                      <a:cubicBezTo>
                        <a:pt x="144983" y="158435"/>
                        <a:pt x="134010" y="137175"/>
                        <a:pt x="123723" y="120030"/>
                      </a:cubicBezTo>
                      <a:cubicBezTo>
                        <a:pt x="111379" y="98084"/>
                        <a:pt x="84632" y="72710"/>
                        <a:pt x="52400" y="45963"/>
                      </a:cubicBezTo>
                      <a:cubicBezTo>
                        <a:pt x="44170" y="37734"/>
                        <a:pt x="32512" y="28133"/>
                        <a:pt x="24282" y="20589"/>
                      </a:cubicBezTo>
                      <a:cubicBezTo>
                        <a:pt x="18107" y="12981"/>
                        <a:pt x="1300" y="18090"/>
                        <a:pt x="43" y="11689"/>
                      </a:cubicBezTo>
                      <a:cubicBezTo>
                        <a:pt x="-1214" y="5288"/>
                        <a:pt x="25183" y="-7222"/>
                        <a:pt x="48843" y="547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8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66C68230-7FFB-40CA-89FA-AE1ECD310A71}"/>
                  </a:ext>
                </a:extLst>
              </p:cNvPr>
              <p:cNvSpPr/>
              <p:nvPr/>
            </p:nvSpPr>
            <p:spPr>
              <a:xfrm rot="19931640" flipH="1">
                <a:off x="8352688" y="4851610"/>
                <a:ext cx="100354" cy="123721"/>
              </a:xfrm>
              <a:custGeom>
                <a:avLst/>
                <a:gdLst>
                  <a:gd name="connsiteX0" fmla="*/ 132359 w 130302"/>
                  <a:gd name="connsiteY0" fmla="*/ 65163 h 130302"/>
                  <a:gd name="connsiteX1" fmla="*/ 65151 w 130302"/>
                  <a:gd name="connsiteY1" fmla="*/ 132371 h 130302"/>
                  <a:gd name="connsiteX2" fmla="*/ 0 w 130302"/>
                  <a:gd name="connsiteY2" fmla="*/ 66535 h 130302"/>
                  <a:gd name="connsiteX3" fmla="*/ 64465 w 130302"/>
                  <a:gd name="connsiteY3" fmla="*/ 12 h 130302"/>
                  <a:gd name="connsiteX4" fmla="*/ 132359 w 130302"/>
                  <a:gd name="connsiteY4" fmla="*/ 65163 h 130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302" h="130302">
                    <a:moveTo>
                      <a:pt x="132359" y="65163"/>
                    </a:moveTo>
                    <a:cubicBezTo>
                      <a:pt x="132359" y="102196"/>
                      <a:pt x="101498" y="133057"/>
                      <a:pt x="65151" y="132371"/>
                    </a:cubicBezTo>
                    <a:cubicBezTo>
                      <a:pt x="29489" y="131686"/>
                      <a:pt x="0" y="102196"/>
                      <a:pt x="0" y="66535"/>
                    </a:cubicBezTo>
                    <a:cubicBezTo>
                      <a:pt x="0" y="30187"/>
                      <a:pt x="28118" y="698"/>
                      <a:pt x="64465" y="12"/>
                    </a:cubicBezTo>
                    <a:cubicBezTo>
                      <a:pt x="102184" y="-674"/>
                      <a:pt x="132359" y="28130"/>
                      <a:pt x="132359" y="65163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9EA42F33-EEC5-4AE1-9F85-264882282CAB}"/>
              </a:ext>
            </a:extLst>
          </p:cNvPr>
          <p:cNvSpPr txBox="1"/>
          <p:nvPr/>
        </p:nvSpPr>
        <p:spPr>
          <a:xfrm>
            <a:off x="7792537" y="6136385"/>
            <a:ext cx="482048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 sz="2000">
                <a:solidFill>
                  <a:srgbClr val="E6F0FA"/>
                </a:solidFill>
              </a:defRPr>
            </a:pPr>
            <a:endParaRPr lang="ru-RU" dirty="0"/>
          </a:p>
          <a:p>
            <a:pPr>
              <a:defRPr sz="2000">
                <a:solidFill>
                  <a:srgbClr val="E6F0FA"/>
                </a:solidFill>
              </a:defRPr>
            </a:pPr>
            <a:r>
              <a:rPr lang="ru-RU" dirty="0"/>
              <a:t>Автор: </a:t>
            </a:r>
            <a:r>
              <a:rPr lang="ru-RU" dirty="0" err="1"/>
              <a:t>Хашиева</a:t>
            </a:r>
            <a:r>
              <a:rPr lang="ru-RU" dirty="0"/>
              <a:t> Хава </a:t>
            </a:r>
            <a:r>
              <a:rPr lang="ru-RU" dirty="0" err="1"/>
              <a:t>Рамзановна</a:t>
            </a:r>
            <a:endParaRPr lang="ru-RU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CC8FF4C-D454-4B26-B3A7-F6722A194465}"/>
              </a:ext>
            </a:extLst>
          </p:cNvPr>
          <p:cNvSpPr txBox="1"/>
          <p:nvPr/>
        </p:nvSpPr>
        <p:spPr>
          <a:xfrm>
            <a:off x="-76942" y="5775034"/>
            <a:ext cx="5953837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4400" b="1" dirty="0">
                <a:solidFill>
                  <a:schemeClr val="bg1"/>
                </a:solidFill>
                <a:cs typeface="Arial" pitchFamily="34" charset="0"/>
              </a:rPr>
              <a:t>Иммунная система</a:t>
            </a:r>
            <a:endParaRPr lang="ko-KR" altLang="en-US" sz="44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48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EFC499B-6B36-4F19-AE6E-41C156DCE682}"/>
              </a:ext>
            </a:extLst>
          </p:cNvPr>
          <p:cNvSpPr/>
          <p:nvPr/>
        </p:nvSpPr>
        <p:spPr>
          <a:xfrm flipH="1">
            <a:off x="3251020" y="0"/>
            <a:ext cx="8940980" cy="6858000"/>
          </a:xfrm>
          <a:custGeom>
            <a:avLst/>
            <a:gdLst>
              <a:gd name="connsiteX0" fmla="*/ 8940980 w 8940980"/>
              <a:gd name="connsiteY0" fmla="*/ 0 h 6858000"/>
              <a:gd name="connsiteX1" fmla="*/ 2278043 w 8940980"/>
              <a:gd name="connsiteY1" fmla="*/ 0 h 6858000"/>
              <a:gd name="connsiteX2" fmla="*/ 0 w 8940980"/>
              <a:gd name="connsiteY2" fmla="*/ 5319796 h 6858000"/>
              <a:gd name="connsiteX3" fmla="*/ 0 w 8940980"/>
              <a:gd name="connsiteY3" fmla="*/ 6858000 h 6858000"/>
              <a:gd name="connsiteX4" fmla="*/ 6004247 w 894098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40980" h="6858000">
                <a:moveTo>
                  <a:pt x="8940980" y="0"/>
                </a:moveTo>
                <a:lnTo>
                  <a:pt x="2278043" y="0"/>
                </a:lnTo>
                <a:lnTo>
                  <a:pt x="0" y="5319796"/>
                </a:lnTo>
                <a:lnTo>
                  <a:pt x="0" y="6858000"/>
                </a:lnTo>
                <a:lnTo>
                  <a:pt x="6004247" y="6858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6A0BEF-587B-4A93-80CD-8999022E5E6D}"/>
              </a:ext>
            </a:extLst>
          </p:cNvPr>
          <p:cNvGrpSpPr/>
          <p:nvPr/>
        </p:nvGrpSpPr>
        <p:grpSpPr>
          <a:xfrm>
            <a:off x="1757356" y="2409769"/>
            <a:ext cx="1143794" cy="2010733"/>
            <a:chOff x="4871870" y="1763729"/>
            <a:chExt cx="2448272" cy="4303935"/>
          </a:xfrm>
        </p:grpSpPr>
        <p:grpSp>
          <p:nvGrpSpPr>
            <p:cNvPr id="16" name="Group 3">
              <a:extLst>
                <a:ext uri="{FF2B5EF4-FFF2-40B4-BE49-F238E27FC236}">
                  <a16:creationId xmlns:a16="http://schemas.microsoft.com/office/drawing/2014/main" id="{D4BC684C-041F-4B88-9CF0-ECE0DDA3532B}"/>
                </a:ext>
              </a:extLst>
            </p:cNvPr>
            <p:cNvGrpSpPr/>
            <p:nvPr/>
          </p:nvGrpSpPr>
          <p:grpSpPr>
            <a:xfrm>
              <a:off x="4871870" y="1763729"/>
              <a:ext cx="2448272" cy="4303935"/>
              <a:chOff x="445712" y="1449040"/>
              <a:chExt cx="2113018" cy="3924176"/>
            </a:xfrm>
          </p:grpSpPr>
          <p:sp>
            <p:nvSpPr>
              <p:cNvPr id="18" name="Rounded Rectangle 4">
                <a:extLst>
                  <a:ext uri="{FF2B5EF4-FFF2-40B4-BE49-F238E27FC236}">
                    <a16:creationId xmlns:a16="http://schemas.microsoft.com/office/drawing/2014/main" id="{9B4A4720-3BBC-4B27-BC9F-959A89549DB8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9" name="Rectangle 5">
                <a:extLst>
                  <a:ext uri="{FF2B5EF4-FFF2-40B4-BE49-F238E27FC236}">
                    <a16:creationId xmlns:a16="http://schemas.microsoft.com/office/drawing/2014/main" id="{20F8CC13-EFAD-45FD-BA3E-7E5207421F92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grpSp>
            <p:nvGrpSpPr>
              <p:cNvPr id="20" name="Group 6">
                <a:extLst>
                  <a:ext uri="{FF2B5EF4-FFF2-40B4-BE49-F238E27FC236}">
                    <a16:creationId xmlns:a16="http://schemas.microsoft.com/office/drawing/2014/main" id="{842CD73E-6103-4AEA-A445-1D2B0CCB0F05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21" name="Oval 7">
                  <a:extLst>
                    <a:ext uri="{FF2B5EF4-FFF2-40B4-BE49-F238E27FC236}">
                      <a16:creationId xmlns:a16="http://schemas.microsoft.com/office/drawing/2014/main" id="{CD9D617B-7D93-48B9-ADD1-FB24762646B2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22" name="Rounded Rectangle 8">
                  <a:extLst>
                    <a:ext uri="{FF2B5EF4-FFF2-40B4-BE49-F238E27FC236}">
                      <a16:creationId xmlns:a16="http://schemas.microsoft.com/office/drawing/2014/main" id="{04CCA352-6596-4EE3-BCF8-248E86B334BF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  <p:sp>
          <p:nvSpPr>
            <p:cNvPr id="17" name="Picture Placeholder 2">
              <a:extLst>
                <a:ext uri="{FF2B5EF4-FFF2-40B4-BE49-F238E27FC236}">
                  <a16:creationId xmlns:a16="http://schemas.microsoft.com/office/drawing/2014/main" id="{77EB584B-0620-49F6-9167-284CAC6C356A}"/>
                </a:ext>
              </a:extLst>
            </p:cNvPr>
            <p:cNvSpPr txBox="1">
              <a:spLocks/>
            </p:cNvSpPr>
            <p:nvPr/>
          </p:nvSpPr>
          <p:spPr>
            <a:xfrm>
              <a:off x="5051890" y="2223507"/>
              <a:ext cx="2088232" cy="33843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anchor="ctr"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45722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4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6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9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1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33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56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78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</p:grpSp>
      <p:sp>
        <p:nvSpPr>
          <p:cNvPr id="46" name="Heart 45">
            <a:extLst>
              <a:ext uri="{FF2B5EF4-FFF2-40B4-BE49-F238E27FC236}">
                <a16:creationId xmlns:a16="http://schemas.microsoft.com/office/drawing/2014/main" id="{0D61234A-9078-497B-B44F-C85C29220E10}"/>
              </a:ext>
            </a:extLst>
          </p:cNvPr>
          <p:cNvSpPr/>
          <p:nvPr/>
        </p:nvSpPr>
        <p:spPr>
          <a:xfrm>
            <a:off x="1899454" y="2978692"/>
            <a:ext cx="874316" cy="874316"/>
          </a:xfrm>
          <a:prstGeom prst="hear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CEE53-7F4A-4984-ADDF-72E44539565F}"/>
              </a:ext>
            </a:extLst>
          </p:cNvPr>
          <p:cNvSpPr/>
          <p:nvPr/>
        </p:nvSpPr>
        <p:spPr>
          <a:xfrm rot="16200000">
            <a:off x="1499930" y="5979380"/>
            <a:ext cx="1645920" cy="12235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FF1C3E-318E-4D13-BF8C-EB8A9AABF41D}"/>
              </a:ext>
            </a:extLst>
          </p:cNvPr>
          <p:cNvSpPr/>
          <p:nvPr/>
        </p:nvSpPr>
        <p:spPr>
          <a:xfrm rot="16200000">
            <a:off x="2061821" y="3108294"/>
            <a:ext cx="522150" cy="52215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6">
            <a:extLst>
              <a:ext uri="{FF2B5EF4-FFF2-40B4-BE49-F238E27FC236}">
                <a16:creationId xmlns:a16="http://schemas.microsoft.com/office/drawing/2014/main" id="{8B4D6C70-F433-47A4-A279-102747793736}"/>
              </a:ext>
            </a:extLst>
          </p:cNvPr>
          <p:cNvSpPr>
            <a:spLocks/>
          </p:cNvSpPr>
          <p:nvPr/>
        </p:nvSpPr>
        <p:spPr bwMode="auto">
          <a:xfrm>
            <a:off x="1063474" y="3837822"/>
            <a:ext cx="2527532" cy="1488821"/>
          </a:xfrm>
          <a:custGeom>
            <a:avLst/>
            <a:gdLst/>
            <a:ahLst/>
            <a:cxnLst/>
            <a:rect l="l" t="t" r="r" b="b"/>
            <a:pathLst>
              <a:path w="1255887" h="739769">
                <a:moveTo>
                  <a:pt x="0" y="0"/>
                </a:moveTo>
                <a:lnTo>
                  <a:pt x="101935" y="0"/>
                </a:lnTo>
                <a:lnTo>
                  <a:pt x="126181" y="48492"/>
                </a:lnTo>
                <a:lnTo>
                  <a:pt x="165558" y="135996"/>
                </a:lnTo>
                <a:lnTo>
                  <a:pt x="194726" y="204540"/>
                </a:lnTo>
                <a:lnTo>
                  <a:pt x="223893" y="276001"/>
                </a:lnTo>
                <a:lnTo>
                  <a:pt x="255978" y="341629"/>
                </a:lnTo>
                <a:lnTo>
                  <a:pt x="288062" y="408715"/>
                </a:lnTo>
                <a:lnTo>
                  <a:pt x="327439" y="467050"/>
                </a:lnTo>
                <a:lnTo>
                  <a:pt x="369732" y="522469"/>
                </a:lnTo>
                <a:lnTo>
                  <a:pt x="423693" y="567679"/>
                </a:lnTo>
                <a:lnTo>
                  <a:pt x="452861" y="588097"/>
                </a:lnTo>
                <a:lnTo>
                  <a:pt x="489320" y="612889"/>
                </a:lnTo>
                <a:lnTo>
                  <a:pt x="528697" y="631848"/>
                </a:lnTo>
                <a:lnTo>
                  <a:pt x="573907" y="646432"/>
                </a:lnTo>
                <a:lnTo>
                  <a:pt x="622034" y="655183"/>
                </a:lnTo>
                <a:lnTo>
                  <a:pt x="674536" y="649349"/>
                </a:lnTo>
                <a:lnTo>
                  <a:pt x="741622" y="628932"/>
                </a:lnTo>
                <a:lnTo>
                  <a:pt x="799957" y="599764"/>
                </a:lnTo>
                <a:lnTo>
                  <a:pt x="849543" y="561846"/>
                </a:lnTo>
                <a:lnTo>
                  <a:pt x="894753" y="519552"/>
                </a:lnTo>
                <a:lnTo>
                  <a:pt x="935588" y="469967"/>
                </a:lnTo>
                <a:lnTo>
                  <a:pt x="969131" y="416007"/>
                </a:lnTo>
                <a:lnTo>
                  <a:pt x="998298" y="357671"/>
                </a:lnTo>
                <a:lnTo>
                  <a:pt x="1027466" y="296419"/>
                </a:lnTo>
                <a:lnTo>
                  <a:pt x="1053717" y="236625"/>
                </a:lnTo>
                <a:lnTo>
                  <a:pt x="1081427" y="175372"/>
                </a:lnTo>
                <a:lnTo>
                  <a:pt x="1107678" y="111203"/>
                </a:lnTo>
                <a:lnTo>
                  <a:pt x="1159187" y="0"/>
                </a:lnTo>
                <a:lnTo>
                  <a:pt x="1255887" y="0"/>
                </a:lnTo>
                <a:lnTo>
                  <a:pt x="1250600" y="10574"/>
                </a:lnTo>
                <a:lnTo>
                  <a:pt x="1218515" y="74743"/>
                </a:lnTo>
                <a:lnTo>
                  <a:pt x="1186431" y="140371"/>
                </a:lnTo>
                <a:lnTo>
                  <a:pt x="1160180" y="207457"/>
                </a:lnTo>
                <a:lnTo>
                  <a:pt x="1131012" y="273084"/>
                </a:lnTo>
                <a:lnTo>
                  <a:pt x="1101844" y="337254"/>
                </a:lnTo>
                <a:lnTo>
                  <a:pt x="1072676" y="399964"/>
                </a:lnTo>
                <a:lnTo>
                  <a:pt x="1040592" y="458300"/>
                </a:lnTo>
                <a:lnTo>
                  <a:pt x="1004132" y="515177"/>
                </a:lnTo>
                <a:lnTo>
                  <a:pt x="964755" y="567679"/>
                </a:lnTo>
                <a:lnTo>
                  <a:pt x="919545" y="615806"/>
                </a:lnTo>
                <a:lnTo>
                  <a:pt x="868502" y="655183"/>
                </a:lnTo>
                <a:lnTo>
                  <a:pt x="810166" y="690184"/>
                </a:lnTo>
                <a:lnTo>
                  <a:pt x="744539" y="719352"/>
                </a:lnTo>
                <a:lnTo>
                  <a:pt x="670161" y="736852"/>
                </a:lnTo>
                <a:lnTo>
                  <a:pt x="605991" y="739769"/>
                </a:lnTo>
                <a:lnTo>
                  <a:pt x="544739" y="732477"/>
                </a:lnTo>
                <a:lnTo>
                  <a:pt x="489320" y="710601"/>
                </a:lnTo>
                <a:lnTo>
                  <a:pt x="436818" y="687267"/>
                </a:lnTo>
                <a:lnTo>
                  <a:pt x="391608" y="658099"/>
                </a:lnTo>
                <a:lnTo>
                  <a:pt x="353690" y="631848"/>
                </a:lnTo>
                <a:lnTo>
                  <a:pt x="308480" y="591013"/>
                </a:lnTo>
                <a:lnTo>
                  <a:pt x="269103" y="544345"/>
                </a:lnTo>
                <a:lnTo>
                  <a:pt x="237019" y="490385"/>
                </a:lnTo>
                <a:lnTo>
                  <a:pt x="207851" y="434966"/>
                </a:lnTo>
                <a:lnTo>
                  <a:pt x="181600" y="376630"/>
                </a:lnTo>
                <a:lnTo>
                  <a:pt x="155349" y="315378"/>
                </a:lnTo>
                <a:lnTo>
                  <a:pt x="115972" y="227874"/>
                </a:lnTo>
                <a:lnTo>
                  <a:pt x="70762" y="140371"/>
                </a:lnTo>
                <a:lnTo>
                  <a:pt x="25552" y="5286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reeform 36">
            <a:extLst>
              <a:ext uri="{FF2B5EF4-FFF2-40B4-BE49-F238E27FC236}">
                <a16:creationId xmlns:a16="http://schemas.microsoft.com/office/drawing/2014/main" id="{2C5C9A3E-99C9-4205-B483-5AB38D9831DC}"/>
              </a:ext>
            </a:extLst>
          </p:cNvPr>
          <p:cNvSpPr>
            <a:spLocks/>
          </p:cNvSpPr>
          <p:nvPr/>
        </p:nvSpPr>
        <p:spPr bwMode="auto">
          <a:xfrm>
            <a:off x="842914" y="1864093"/>
            <a:ext cx="2959964" cy="1980369"/>
          </a:xfrm>
          <a:custGeom>
            <a:avLst/>
            <a:gdLst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52463 w 1608138"/>
              <a:gd name="connsiteY48" fmla="*/ 14288 h 1075928"/>
              <a:gd name="connsiteX49" fmla="*/ 655638 w 1608138"/>
              <a:gd name="connsiteY49" fmla="*/ 14288 h 1075928"/>
              <a:gd name="connsiteX50" fmla="*/ 658813 w 1608138"/>
              <a:gd name="connsiteY50" fmla="*/ 19050 h 1075928"/>
              <a:gd name="connsiteX51" fmla="*/ 663575 w 1608138"/>
              <a:gd name="connsiteY51" fmla="*/ 25400 h 1075928"/>
              <a:gd name="connsiteX52" fmla="*/ 676275 w 1608138"/>
              <a:gd name="connsiteY52" fmla="*/ 53975 h 1075928"/>
              <a:gd name="connsiteX53" fmla="*/ 676275 w 1608138"/>
              <a:gd name="connsiteY53" fmla="*/ 85725 h 1075928"/>
              <a:gd name="connsiteX54" fmla="*/ 666750 w 1608138"/>
              <a:gd name="connsiteY54" fmla="*/ 114300 h 1075928"/>
              <a:gd name="connsiteX55" fmla="*/ 649288 w 1608138"/>
              <a:gd name="connsiteY55" fmla="*/ 138113 h 1075928"/>
              <a:gd name="connsiteX56" fmla="*/ 617538 w 1608138"/>
              <a:gd name="connsiteY56" fmla="*/ 149225 h 1075928"/>
              <a:gd name="connsiteX57" fmla="*/ 585788 w 1608138"/>
              <a:gd name="connsiteY57" fmla="*/ 149225 h 1075928"/>
              <a:gd name="connsiteX58" fmla="*/ 550863 w 1608138"/>
              <a:gd name="connsiteY58" fmla="*/ 141288 h 1075928"/>
              <a:gd name="connsiteX59" fmla="*/ 517525 w 1608138"/>
              <a:gd name="connsiteY59" fmla="*/ 131763 h 1075928"/>
              <a:gd name="connsiteX60" fmla="*/ 479425 w 1608138"/>
              <a:gd name="connsiteY60" fmla="*/ 128588 h 1075928"/>
              <a:gd name="connsiteX61" fmla="*/ 441325 w 1608138"/>
              <a:gd name="connsiteY61" fmla="*/ 131763 h 1075928"/>
              <a:gd name="connsiteX62" fmla="*/ 360363 w 1608138"/>
              <a:gd name="connsiteY62" fmla="*/ 158750 h 1075928"/>
              <a:gd name="connsiteX63" fmla="*/ 292100 w 1608138"/>
              <a:gd name="connsiteY63" fmla="*/ 198438 h 1075928"/>
              <a:gd name="connsiteX64" fmla="*/ 231775 w 1608138"/>
              <a:gd name="connsiteY64" fmla="*/ 250825 h 1075928"/>
              <a:gd name="connsiteX65" fmla="*/ 182563 w 1608138"/>
              <a:gd name="connsiteY65" fmla="*/ 307975 h 1075928"/>
              <a:gd name="connsiteX66" fmla="*/ 141288 w 1608138"/>
              <a:gd name="connsiteY66" fmla="*/ 377825 h 1075928"/>
              <a:gd name="connsiteX67" fmla="*/ 109538 w 1608138"/>
              <a:gd name="connsiteY67" fmla="*/ 455613 h 1075928"/>
              <a:gd name="connsiteX68" fmla="*/ 98425 w 1608138"/>
              <a:gd name="connsiteY68" fmla="*/ 512763 h 1075928"/>
              <a:gd name="connsiteX69" fmla="*/ 92075 w 1608138"/>
              <a:gd name="connsiteY69" fmla="*/ 576263 h 1075928"/>
              <a:gd name="connsiteX70" fmla="*/ 95250 w 1608138"/>
              <a:gd name="connsiteY70" fmla="*/ 642938 h 1075928"/>
              <a:gd name="connsiteX71" fmla="*/ 101600 w 1608138"/>
              <a:gd name="connsiteY71" fmla="*/ 709613 h 1075928"/>
              <a:gd name="connsiteX72" fmla="*/ 109538 w 1608138"/>
              <a:gd name="connsiteY72" fmla="*/ 773113 h 1075928"/>
              <a:gd name="connsiteX73" fmla="*/ 123825 w 1608138"/>
              <a:gd name="connsiteY73" fmla="*/ 825500 h 1075928"/>
              <a:gd name="connsiteX74" fmla="*/ 161925 w 1608138"/>
              <a:gd name="connsiteY74" fmla="*/ 928688 h 1075928"/>
              <a:gd name="connsiteX75" fmla="*/ 207963 w 1608138"/>
              <a:gd name="connsiteY75" fmla="*/ 1030288 h 1075928"/>
              <a:gd name="connsiteX76" fmla="*/ 230783 w 1608138"/>
              <a:gd name="connsiteY76" fmla="*/ 1075928 h 1075928"/>
              <a:gd name="connsiteX77" fmla="*/ 119823 w 1608138"/>
              <a:gd name="connsiteY77" fmla="*/ 1075928 h 1075928"/>
              <a:gd name="connsiteX78" fmla="*/ 101600 w 1608138"/>
              <a:gd name="connsiteY78" fmla="*/ 1038225 h 1075928"/>
              <a:gd name="connsiteX79" fmla="*/ 60325 w 1608138"/>
              <a:gd name="connsiteY79" fmla="*/ 938213 h 1075928"/>
              <a:gd name="connsiteX80" fmla="*/ 28575 w 1608138"/>
              <a:gd name="connsiteY80" fmla="*/ 830263 h 1075928"/>
              <a:gd name="connsiteX81" fmla="*/ 14288 w 1608138"/>
              <a:gd name="connsiteY81" fmla="*/ 769938 h 1075928"/>
              <a:gd name="connsiteX82" fmla="*/ 6350 w 1608138"/>
              <a:gd name="connsiteY82" fmla="*/ 700088 h 1075928"/>
              <a:gd name="connsiteX83" fmla="*/ 0 w 1608138"/>
              <a:gd name="connsiteY83" fmla="*/ 628650 h 1075928"/>
              <a:gd name="connsiteX84" fmla="*/ 0 w 1608138"/>
              <a:gd name="connsiteY84" fmla="*/ 554038 h 1075928"/>
              <a:gd name="connsiteX85" fmla="*/ 9525 w 1608138"/>
              <a:gd name="connsiteY85" fmla="*/ 487363 h 1075928"/>
              <a:gd name="connsiteX86" fmla="*/ 23813 w 1608138"/>
              <a:gd name="connsiteY86" fmla="*/ 423863 h 1075928"/>
              <a:gd name="connsiteX87" fmla="*/ 52388 w 1608138"/>
              <a:gd name="connsiteY87" fmla="*/ 342900 h 1075928"/>
              <a:gd name="connsiteX88" fmla="*/ 95250 w 1608138"/>
              <a:gd name="connsiteY88" fmla="*/ 271463 h 1075928"/>
              <a:gd name="connsiteX89" fmla="*/ 144463 w 1608138"/>
              <a:gd name="connsiteY89" fmla="*/ 204788 h 1075928"/>
              <a:gd name="connsiteX90" fmla="*/ 204788 w 1608138"/>
              <a:gd name="connsiteY90" fmla="*/ 146050 h 1075928"/>
              <a:gd name="connsiteX91" fmla="*/ 271463 w 1608138"/>
              <a:gd name="connsiteY91" fmla="*/ 96838 h 1075928"/>
              <a:gd name="connsiteX92" fmla="*/ 346075 w 1608138"/>
              <a:gd name="connsiteY92" fmla="*/ 63500 h 1075928"/>
              <a:gd name="connsiteX93" fmla="*/ 395288 w 1608138"/>
              <a:gd name="connsiteY93" fmla="*/ 49213 h 1075928"/>
              <a:gd name="connsiteX94" fmla="*/ 447675 w 1608138"/>
              <a:gd name="connsiteY94" fmla="*/ 36513 h 1075928"/>
              <a:gd name="connsiteX95" fmla="*/ 500063 w 1608138"/>
              <a:gd name="connsiteY95" fmla="*/ 28575 h 1075928"/>
              <a:gd name="connsiteX96" fmla="*/ 549275 w 1608138"/>
              <a:gd name="connsiteY96" fmla="*/ 17463 h 1075928"/>
              <a:gd name="connsiteX97" fmla="*/ 595313 w 1608138"/>
              <a:gd name="connsiteY97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52463 w 1608138"/>
              <a:gd name="connsiteY48" fmla="*/ 14288 h 1075928"/>
              <a:gd name="connsiteX49" fmla="*/ 655638 w 1608138"/>
              <a:gd name="connsiteY49" fmla="*/ 14288 h 1075928"/>
              <a:gd name="connsiteX50" fmla="*/ 658813 w 1608138"/>
              <a:gd name="connsiteY50" fmla="*/ 19050 h 1075928"/>
              <a:gd name="connsiteX51" fmla="*/ 663575 w 1608138"/>
              <a:gd name="connsiteY51" fmla="*/ 25400 h 1075928"/>
              <a:gd name="connsiteX52" fmla="*/ 676275 w 1608138"/>
              <a:gd name="connsiteY52" fmla="*/ 53975 h 1075928"/>
              <a:gd name="connsiteX53" fmla="*/ 676275 w 1608138"/>
              <a:gd name="connsiteY53" fmla="*/ 85725 h 1075928"/>
              <a:gd name="connsiteX54" fmla="*/ 666750 w 1608138"/>
              <a:gd name="connsiteY54" fmla="*/ 114300 h 1075928"/>
              <a:gd name="connsiteX55" fmla="*/ 649288 w 1608138"/>
              <a:gd name="connsiteY55" fmla="*/ 138113 h 1075928"/>
              <a:gd name="connsiteX56" fmla="*/ 617538 w 1608138"/>
              <a:gd name="connsiteY56" fmla="*/ 149225 h 1075928"/>
              <a:gd name="connsiteX57" fmla="*/ 585788 w 1608138"/>
              <a:gd name="connsiteY57" fmla="*/ 149225 h 1075928"/>
              <a:gd name="connsiteX58" fmla="*/ 550863 w 1608138"/>
              <a:gd name="connsiteY58" fmla="*/ 141288 h 1075928"/>
              <a:gd name="connsiteX59" fmla="*/ 517525 w 1608138"/>
              <a:gd name="connsiteY59" fmla="*/ 131763 h 1075928"/>
              <a:gd name="connsiteX60" fmla="*/ 479425 w 1608138"/>
              <a:gd name="connsiteY60" fmla="*/ 128588 h 1075928"/>
              <a:gd name="connsiteX61" fmla="*/ 441325 w 1608138"/>
              <a:gd name="connsiteY61" fmla="*/ 131763 h 1075928"/>
              <a:gd name="connsiteX62" fmla="*/ 360363 w 1608138"/>
              <a:gd name="connsiteY62" fmla="*/ 158750 h 1075928"/>
              <a:gd name="connsiteX63" fmla="*/ 292100 w 1608138"/>
              <a:gd name="connsiteY63" fmla="*/ 198438 h 1075928"/>
              <a:gd name="connsiteX64" fmla="*/ 231775 w 1608138"/>
              <a:gd name="connsiteY64" fmla="*/ 250825 h 1075928"/>
              <a:gd name="connsiteX65" fmla="*/ 182563 w 1608138"/>
              <a:gd name="connsiteY65" fmla="*/ 307975 h 1075928"/>
              <a:gd name="connsiteX66" fmla="*/ 141288 w 1608138"/>
              <a:gd name="connsiteY66" fmla="*/ 377825 h 1075928"/>
              <a:gd name="connsiteX67" fmla="*/ 109538 w 1608138"/>
              <a:gd name="connsiteY67" fmla="*/ 455613 h 1075928"/>
              <a:gd name="connsiteX68" fmla="*/ 98425 w 1608138"/>
              <a:gd name="connsiteY68" fmla="*/ 512763 h 1075928"/>
              <a:gd name="connsiteX69" fmla="*/ 92075 w 1608138"/>
              <a:gd name="connsiteY69" fmla="*/ 576263 h 1075928"/>
              <a:gd name="connsiteX70" fmla="*/ 95250 w 1608138"/>
              <a:gd name="connsiteY70" fmla="*/ 642938 h 1075928"/>
              <a:gd name="connsiteX71" fmla="*/ 101600 w 1608138"/>
              <a:gd name="connsiteY71" fmla="*/ 709613 h 1075928"/>
              <a:gd name="connsiteX72" fmla="*/ 109538 w 1608138"/>
              <a:gd name="connsiteY72" fmla="*/ 773113 h 1075928"/>
              <a:gd name="connsiteX73" fmla="*/ 123825 w 1608138"/>
              <a:gd name="connsiteY73" fmla="*/ 825500 h 1075928"/>
              <a:gd name="connsiteX74" fmla="*/ 161925 w 1608138"/>
              <a:gd name="connsiteY74" fmla="*/ 928688 h 1075928"/>
              <a:gd name="connsiteX75" fmla="*/ 207963 w 1608138"/>
              <a:gd name="connsiteY75" fmla="*/ 1030288 h 1075928"/>
              <a:gd name="connsiteX76" fmla="*/ 230783 w 1608138"/>
              <a:gd name="connsiteY76" fmla="*/ 1075928 h 1075928"/>
              <a:gd name="connsiteX77" fmla="*/ 119823 w 1608138"/>
              <a:gd name="connsiteY77" fmla="*/ 1075928 h 1075928"/>
              <a:gd name="connsiteX78" fmla="*/ 101600 w 1608138"/>
              <a:gd name="connsiteY78" fmla="*/ 1038225 h 1075928"/>
              <a:gd name="connsiteX79" fmla="*/ 60325 w 1608138"/>
              <a:gd name="connsiteY79" fmla="*/ 938213 h 1075928"/>
              <a:gd name="connsiteX80" fmla="*/ 28575 w 1608138"/>
              <a:gd name="connsiteY80" fmla="*/ 830263 h 1075928"/>
              <a:gd name="connsiteX81" fmla="*/ 14288 w 1608138"/>
              <a:gd name="connsiteY81" fmla="*/ 769938 h 1075928"/>
              <a:gd name="connsiteX82" fmla="*/ 6350 w 1608138"/>
              <a:gd name="connsiteY82" fmla="*/ 700088 h 1075928"/>
              <a:gd name="connsiteX83" fmla="*/ 0 w 1608138"/>
              <a:gd name="connsiteY83" fmla="*/ 628650 h 1075928"/>
              <a:gd name="connsiteX84" fmla="*/ 0 w 1608138"/>
              <a:gd name="connsiteY84" fmla="*/ 554038 h 1075928"/>
              <a:gd name="connsiteX85" fmla="*/ 9525 w 1608138"/>
              <a:gd name="connsiteY85" fmla="*/ 487363 h 1075928"/>
              <a:gd name="connsiteX86" fmla="*/ 23813 w 1608138"/>
              <a:gd name="connsiteY86" fmla="*/ 423863 h 1075928"/>
              <a:gd name="connsiteX87" fmla="*/ 52388 w 1608138"/>
              <a:gd name="connsiteY87" fmla="*/ 342900 h 1075928"/>
              <a:gd name="connsiteX88" fmla="*/ 95250 w 1608138"/>
              <a:gd name="connsiteY88" fmla="*/ 271463 h 1075928"/>
              <a:gd name="connsiteX89" fmla="*/ 144463 w 1608138"/>
              <a:gd name="connsiteY89" fmla="*/ 204788 h 1075928"/>
              <a:gd name="connsiteX90" fmla="*/ 204788 w 1608138"/>
              <a:gd name="connsiteY90" fmla="*/ 146050 h 1075928"/>
              <a:gd name="connsiteX91" fmla="*/ 271463 w 1608138"/>
              <a:gd name="connsiteY91" fmla="*/ 96838 h 1075928"/>
              <a:gd name="connsiteX92" fmla="*/ 346075 w 1608138"/>
              <a:gd name="connsiteY92" fmla="*/ 63500 h 1075928"/>
              <a:gd name="connsiteX93" fmla="*/ 395288 w 1608138"/>
              <a:gd name="connsiteY93" fmla="*/ 49213 h 1075928"/>
              <a:gd name="connsiteX94" fmla="*/ 447675 w 1608138"/>
              <a:gd name="connsiteY94" fmla="*/ 36513 h 1075928"/>
              <a:gd name="connsiteX95" fmla="*/ 500063 w 1608138"/>
              <a:gd name="connsiteY95" fmla="*/ 28575 h 1075928"/>
              <a:gd name="connsiteX96" fmla="*/ 549275 w 1608138"/>
              <a:gd name="connsiteY96" fmla="*/ 17463 h 1075928"/>
              <a:gd name="connsiteX97" fmla="*/ 595313 w 1608138"/>
              <a:gd name="connsiteY97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52463 w 1608138"/>
              <a:gd name="connsiteY48" fmla="*/ 14288 h 1075928"/>
              <a:gd name="connsiteX49" fmla="*/ 655638 w 1608138"/>
              <a:gd name="connsiteY49" fmla="*/ 14288 h 1075928"/>
              <a:gd name="connsiteX50" fmla="*/ 658813 w 1608138"/>
              <a:gd name="connsiteY50" fmla="*/ 19050 h 1075928"/>
              <a:gd name="connsiteX51" fmla="*/ 663575 w 1608138"/>
              <a:gd name="connsiteY51" fmla="*/ 25400 h 1075928"/>
              <a:gd name="connsiteX52" fmla="*/ 676275 w 1608138"/>
              <a:gd name="connsiteY52" fmla="*/ 53975 h 1075928"/>
              <a:gd name="connsiteX53" fmla="*/ 676275 w 1608138"/>
              <a:gd name="connsiteY53" fmla="*/ 85725 h 1075928"/>
              <a:gd name="connsiteX54" fmla="*/ 666750 w 1608138"/>
              <a:gd name="connsiteY54" fmla="*/ 114300 h 1075928"/>
              <a:gd name="connsiteX55" fmla="*/ 649288 w 1608138"/>
              <a:gd name="connsiteY55" fmla="*/ 138113 h 1075928"/>
              <a:gd name="connsiteX56" fmla="*/ 617538 w 1608138"/>
              <a:gd name="connsiteY56" fmla="*/ 149225 h 1075928"/>
              <a:gd name="connsiteX57" fmla="*/ 585788 w 1608138"/>
              <a:gd name="connsiteY57" fmla="*/ 149225 h 1075928"/>
              <a:gd name="connsiteX58" fmla="*/ 550863 w 1608138"/>
              <a:gd name="connsiteY58" fmla="*/ 141288 h 1075928"/>
              <a:gd name="connsiteX59" fmla="*/ 517525 w 1608138"/>
              <a:gd name="connsiteY59" fmla="*/ 131763 h 1075928"/>
              <a:gd name="connsiteX60" fmla="*/ 479425 w 1608138"/>
              <a:gd name="connsiteY60" fmla="*/ 128588 h 1075928"/>
              <a:gd name="connsiteX61" fmla="*/ 441325 w 1608138"/>
              <a:gd name="connsiteY61" fmla="*/ 131763 h 1075928"/>
              <a:gd name="connsiteX62" fmla="*/ 360363 w 1608138"/>
              <a:gd name="connsiteY62" fmla="*/ 158750 h 1075928"/>
              <a:gd name="connsiteX63" fmla="*/ 292100 w 1608138"/>
              <a:gd name="connsiteY63" fmla="*/ 198438 h 1075928"/>
              <a:gd name="connsiteX64" fmla="*/ 231775 w 1608138"/>
              <a:gd name="connsiteY64" fmla="*/ 250825 h 1075928"/>
              <a:gd name="connsiteX65" fmla="*/ 182563 w 1608138"/>
              <a:gd name="connsiteY65" fmla="*/ 307975 h 1075928"/>
              <a:gd name="connsiteX66" fmla="*/ 141288 w 1608138"/>
              <a:gd name="connsiteY66" fmla="*/ 377825 h 1075928"/>
              <a:gd name="connsiteX67" fmla="*/ 109538 w 1608138"/>
              <a:gd name="connsiteY67" fmla="*/ 455613 h 1075928"/>
              <a:gd name="connsiteX68" fmla="*/ 98425 w 1608138"/>
              <a:gd name="connsiteY68" fmla="*/ 512763 h 1075928"/>
              <a:gd name="connsiteX69" fmla="*/ 92075 w 1608138"/>
              <a:gd name="connsiteY69" fmla="*/ 576263 h 1075928"/>
              <a:gd name="connsiteX70" fmla="*/ 95250 w 1608138"/>
              <a:gd name="connsiteY70" fmla="*/ 642938 h 1075928"/>
              <a:gd name="connsiteX71" fmla="*/ 101600 w 1608138"/>
              <a:gd name="connsiteY71" fmla="*/ 709613 h 1075928"/>
              <a:gd name="connsiteX72" fmla="*/ 109538 w 1608138"/>
              <a:gd name="connsiteY72" fmla="*/ 773113 h 1075928"/>
              <a:gd name="connsiteX73" fmla="*/ 123825 w 1608138"/>
              <a:gd name="connsiteY73" fmla="*/ 825500 h 1075928"/>
              <a:gd name="connsiteX74" fmla="*/ 161925 w 1608138"/>
              <a:gd name="connsiteY74" fmla="*/ 928688 h 1075928"/>
              <a:gd name="connsiteX75" fmla="*/ 207963 w 1608138"/>
              <a:gd name="connsiteY75" fmla="*/ 1030288 h 1075928"/>
              <a:gd name="connsiteX76" fmla="*/ 230783 w 1608138"/>
              <a:gd name="connsiteY76" fmla="*/ 1075928 h 1075928"/>
              <a:gd name="connsiteX77" fmla="*/ 119823 w 1608138"/>
              <a:gd name="connsiteY77" fmla="*/ 1075928 h 1075928"/>
              <a:gd name="connsiteX78" fmla="*/ 101600 w 1608138"/>
              <a:gd name="connsiteY78" fmla="*/ 1038225 h 1075928"/>
              <a:gd name="connsiteX79" fmla="*/ 60325 w 1608138"/>
              <a:gd name="connsiteY79" fmla="*/ 938213 h 1075928"/>
              <a:gd name="connsiteX80" fmla="*/ 28575 w 1608138"/>
              <a:gd name="connsiteY80" fmla="*/ 830263 h 1075928"/>
              <a:gd name="connsiteX81" fmla="*/ 14288 w 1608138"/>
              <a:gd name="connsiteY81" fmla="*/ 769938 h 1075928"/>
              <a:gd name="connsiteX82" fmla="*/ 6350 w 1608138"/>
              <a:gd name="connsiteY82" fmla="*/ 700088 h 1075928"/>
              <a:gd name="connsiteX83" fmla="*/ 0 w 1608138"/>
              <a:gd name="connsiteY83" fmla="*/ 628650 h 1075928"/>
              <a:gd name="connsiteX84" fmla="*/ 0 w 1608138"/>
              <a:gd name="connsiteY84" fmla="*/ 554038 h 1075928"/>
              <a:gd name="connsiteX85" fmla="*/ 9525 w 1608138"/>
              <a:gd name="connsiteY85" fmla="*/ 487363 h 1075928"/>
              <a:gd name="connsiteX86" fmla="*/ 23813 w 1608138"/>
              <a:gd name="connsiteY86" fmla="*/ 423863 h 1075928"/>
              <a:gd name="connsiteX87" fmla="*/ 52388 w 1608138"/>
              <a:gd name="connsiteY87" fmla="*/ 342900 h 1075928"/>
              <a:gd name="connsiteX88" fmla="*/ 95250 w 1608138"/>
              <a:gd name="connsiteY88" fmla="*/ 271463 h 1075928"/>
              <a:gd name="connsiteX89" fmla="*/ 144463 w 1608138"/>
              <a:gd name="connsiteY89" fmla="*/ 204788 h 1075928"/>
              <a:gd name="connsiteX90" fmla="*/ 204788 w 1608138"/>
              <a:gd name="connsiteY90" fmla="*/ 146050 h 1075928"/>
              <a:gd name="connsiteX91" fmla="*/ 271463 w 1608138"/>
              <a:gd name="connsiteY91" fmla="*/ 96838 h 1075928"/>
              <a:gd name="connsiteX92" fmla="*/ 346075 w 1608138"/>
              <a:gd name="connsiteY92" fmla="*/ 63500 h 1075928"/>
              <a:gd name="connsiteX93" fmla="*/ 395288 w 1608138"/>
              <a:gd name="connsiteY93" fmla="*/ 49213 h 1075928"/>
              <a:gd name="connsiteX94" fmla="*/ 447675 w 1608138"/>
              <a:gd name="connsiteY94" fmla="*/ 36513 h 1075928"/>
              <a:gd name="connsiteX95" fmla="*/ 500063 w 1608138"/>
              <a:gd name="connsiteY95" fmla="*/ 28575 h 1075928"/>
              <a:gd name="connsiteX96" fmla="*/ 549275 w 1608138"/>
              <a:gd name="connsiteY96" fmla="*/ 17463 h 1075928"/>
              <a:gd name="connsiteX97" fmla="*/ 595313 w 1608138"/>
              <a:gd name="connsiteY97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52463 w 1608138"/>
              <a:gd name="connsiteY48" fmla="*/ 14288 h 1075928"/>
              <a:gd name="connsiteX49" fmla="*/ 658813 w 1608138"/>
              <a:gd name="connsiteY49" fmla="*/ 19050 h 1075928"/>
              <a:gd name="connsiteX50" fmla="*/ 663575 w 1608138"/>
              <a:gd name="connsiteY50" fmla="*/ 25400 h 1075928"/>
              <a:gd name="connsiteX51" fmla="*/ 676275 w 1608138"/>
              <a:gd name="connsiteY51" fmla="*/ 53975 h 1075928"/>
              <a:gd name="connsiteX52" fmla="*/ 676275 w 1608138"/>
              <a:gd name="connsiteY52" fmla="*/ 85725 h 1075928"/>
              <a:gd name="connsiteX53" fmla="*/ 666750 w 1608138"/>
              <a:gd name="connsiteY53" fmla="*/ 114300 h 1075928"/>
              <a:gd name="connsiteX54" fmla="*/ 649288 w 1608138"/>
              <a:gd name="connsiteY54" fmla="*/ 138113 h 1075928"/>
              <a:gd name="connsiteX55" fmla="*/ 617538 w 1608138"/>
              <a:gd name="connsiteY55" fmla="*/ 149225 h 1075928"/>
              <a:gd name="connsiteX56" fmla="*/ 585788 w 1608138"/>
              <a:gd name="connsiteY56" fmla="*/ 149225 h 1075928"/>
              <a:gd name="connsiteX57" fmla="*/ 550863 w 1608138"/>
              <a:gd name="connsiteY57" fmla="*/ 141288 h 1075928"/>
              <a:gd name="connsiteX58" fmla="*/ 517525 w 1608138"/>
              <a:gd name="connsiteY58" fmla="*/ 131763 h 1075928"/>
              <a:gd name="connsiteX59" fmla="*/ 479425 w 1608138"/>
              <a:gd name="connsiteY59" fmla="*/ 128588 h 1075928"/>
              <a:gd name="connsiteX60" fmla="*/ 441325 w 1608138"/>
              <a:gd name="connsiteY60" fmla="*/ 131763 h 1075928"/>
              <a:gd name="connsiteX61" fmla="*/ 360363 w 1608138"/>
              <a:gd name="connsiteY61" fmla="*/ 158750 h 1075928"/>
              <a:gd name="connsiteX62" fmla="*/ 292100 w 1608138"/>
              <a:gd name="connsiteY62" fmla="*/ 198438 h 1075928"/>
              <a:gd name="connsiteX63" fmla="*/ 231775 w 1608138"/>
              <a:gd name="connsiteY63" fmla="*/ 250825 h 1075928"/>
              <a:gd name="connsiteX64" fmla="*/ 182563 w 1608138"/>
              <a:gd name="connsiteY64" fmla="*/ 307975 h 1075928"/>
              <a:gd name="connsiteX65" fmla="*/ 141288 w 1608138"/>
              <a:gd name="connsiteY65" fmla="*/ 377825 h 1075928"/>
              <a:gd name="connsiteX66" fmla="*/ 109538 w 1608138"/>
              <a:gd name="connsiteY66" fmla="*/ 455613 h 1075928"/>
              <a:gd name="connsiteX67" fmla="*/ 98425 w 1608138"/>
              <a:gd name="connsiteY67" fmla="*/ 512763 h 1075928"/>
              <a:gd name="connsiteX68" fmla="*/ 92075 w 1608138"/>
              <a:gd name="connsiteY68" fmla="*/ 576263 h 1075928"/>
              <a:gd name="connsiteX69" fmla="*/ 95250 w 1608138"/>
              <a:gd name="connsiteY69" fmla="*/ 642938 h 1075928"/>
              <a:gd name="connsiteX70" fmla="*/ 101600 w 1608138"/>
              <a:gd name="connsiteY70" fmla="*/ 709613 h 1075928"/>
              <a:gd name="connsiteX71" fmla="*/ 109538 w 1608138"/>
              <a:gd name="connsiteY71" fmla="*/ 773113 h 1075928"/>
              <a:gd name="connsiteX72" fmla="*/ 123825 w 1608138"/>
              <a:gd name="connsiteY72" fmla="*/ 825500 h 1075928"/>
              <a:gd name="connsiteX73" fmla="*/ 161925 w 1608138"/>
              <a:gd name="connsiteY73" fmla="*/ 928688 h 1075928"/>
              <a:gd name="connsiteX74" fmla="*/ 207963 w 1608138"/>
              <a:gd name="connsiteY74" fmla="*/ 1030288 h 1075928"/>
              <a:gd name="connsiteX75" fmla="*/ 230783 w 1608138"/>
              <a:gd name="connsiteY75" fmla="*/ 1075928 h 1075928"/>
              <a:gd name="connsiteX76" fmla="*/ 119823 w 1608138"/>
              <a:gd name="connsiteY76" fmla="*/ 1075928 h 1075928"/>
              <a:gd name="connsiteX77" fmla="*/ 101600 w 1608138"/>
              <a:gd name="connsiteY77" fmla="*/ 1038225 h 1075928"/>
              <a:gd name="connsiteX78" fmla="*/ 60325 w 1608138"/>
              <a:gd name="connsiteY78" fmla="*/ 938213 h 1075928"/>
              <a:gd name="connsiteX79" fmla="*/ 28575 w 1608138"/>
              <a:gd name="connsiteY79" fmla="*/ 830263 h 1075928"/>
              <a:gd name="connsiteX80" fmla="*/ 14288 w 1608138"/>
              <a:gd name="connsiteY80" fmla="*/ 769938 h 1075928"/>
              <a:gd name="connsiteX81" fmla="*/ 6350 w 1608138"/>
              <a:gd name="connsiteY81" fmla="*/ 700088 h 1075928"/>
              <a:gd name="connsiteX82" fmla="*/ 0 w 1608138"/>
              <a:gd name="connsiteY82" fmla="*/ 628650 h 1075928"/>
              <a:gd name="connsiteX83" fmla="*/ 0 w 1608138"/>
              <a:gd name="connsiteY83" fmla="*/ 554038 h 1075928"/>
              <a:gd name="connsiteX84" fmla="*/ 9525 w 1608138"/>
              <a:gd name="connsiteY84" fmla="*/ 487363 h 1075928"/>
              <a:gd name="connsiteX85" fmla="*/ 23813 w 1608138"/>
              <a:gd name="connsiteY85" fmla="*/ 423863 h 1075928"/>
              <a:gd name="connsiteX86" fmla="*/ 52388 w 1608138"/>
              <a:gd name="connsiteY86" fmla="*/ 342900 h 1075928"/>
              <a:gd name="connsiteX87" fmla="*/ 95250 w 1608138"/>
              <a:gd name="connsiteY87" fmla="*/ 271463 h 1075928"/>
              <a:gd name="connsiteX88" fmla="*/ 144463 w 1608138"/>
              <a:gd name="connsiteY88" fmla="*/ 204788 h 1075928"/>
              <a:gd name="connsiteX89" fmla="*/ 204788 w 1608138"/>
              <a:gd name="connsiteY89" fmla="*/ 146050 h 1075928"/>
              <a:gd name="connsiteX90" fmla="*/ 271463 w 1608138"/>
              <a:gd name="connsiteY90" fmla="*/ 96838 h 1075928"/>
              <a:gd name="connsiteX91" fmla="*/ 346075 w 1608138"/>
              <a:gd name="connsiteY91" fmla="*/ 63500 h 1075928"/>
              <a:gd name="connsiteX92" fmla="*/ 395288 w 1608138"/>
              <a:gd name="connsiteY92" fmla="*/ 49213 h 1075928"/>
              <a:gd name="connsiteX93" fmla="*/ 447675 w 1608138"/>
              <a:gd name="connsiteY93" fmla="*/ 36513 h 1075928"/>
              <a:gd name="connsiteX94" fmla="*/ 500063 w 1608138"/>
              <a:gd name="connsiteY94" fmla="*/ 28575 h 1075928"/>
              <a:gd name="connsiteX95" fmla="*/ 549275 w 1608138"/>
              <a:gd name="connsiteY95" fmla="*/ 17463 h 1075928"/>
              <a:gd name="connsiteX96" fmla="*/ 595313 w 1608138"/>
              <a:gd name="connsiteY96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58813 w 1608138"/>
              <a:gd name="connsiteY48" fmla="*/ 19050 h 1075928"/>
              <a:gd name="connsiteX49" fmla="*/ 663575 w 1608138"/>
              <a:gd name="connsiteY49" fmla="*/ 25400 h 1075928"/>
              <a:gd name="connsiteX50" fmla="*/ 676275 w 1608138"/>
              <a:gd name="connsiteY50" fmla="*/ 53975 h 1075928"/>
              <a:gd name="connsiteX51" fmla="*/ 676275 w 1608138"/>
              <a:gd name="connsiteY51" fmla="*/ 85725 h 1075928"/>
              <a:gd name="connsiteX52" fmla="*/ 666750 w 1608138"/>
              <a:gd name="connsiteY52" fmla="*/ 114300 h 1075928"/>
              <a:gd name="connsiteX53" fmla="*/ 649288 w 1608138"/>
              <a:gd name="connsiteY53" fmla="*/ 138113 h 1075928"/>
              <a:gd name="connsiteX54" fmla="*/ 617538 w 1608138"/>
              <a:gd name="connsiteY54" fmla="*/ 149225 h 1075928"/>
              <a:gd name="connsiteX55" fmla="*/ 585788 w 1608138"/>
              <a:gd name="connsiteY55" fmla="*/ 149225 h 1075928"/>
              <a:gd name="connsiteX56" fmla="*/ 550863 w 1608138"/>
              <a:gd name="connsiteY56" fmla="*/ 141288 h 1075928"/>
              <a:gd name="connsiteX57" fmla="*/ 517525 w 1608138"/>
              <a:gd name="connsiteY57" fmla="*/ 131763 h 1075928"/>
              <a:gd name="connsiteX58" fmla="*/ 479425 w 1608138"/>
              <a:gd name="connsiteY58" fmla="*/ 128588 h 1075928"/>
              <a:gd name="connsiteX59" fmla="*/ 441325 w 1608138"/>
              <a:gd name="connsiteY59" fmla="*/ 131763 h 1075928"/>
              <a:gd name="connsiteX60" fmla="*/ 360363 w 1608138"/>
              <a:gd name="connsiteY60" fmla="*/ 158750 h 1075928"/>
              <a:gd name="connsiteX61" fmla="*/ 292100 w 1608138"/>
              <a:gd name="connsiteY61" fmla="*/ 198438 h 1075928"/>
              <a:gd name="connsiteX62" fmla="*/ 231775 w 1608138"/>
              <a:gd name="connsiteY62" fmla="*/ 250825 h 1075928"/>
              <a:gd name="connsiteX63" fmla="*/ 182563 w 1608138"/>
              <a:gd name="connsiteY63" fmla="*/ 307975 h 1075928"/>
              <a:gd name="connsiteX64" fmla="*/ 141288 w 1608138"/>
              <a:gd name="connsiteY64" fmla="*/ 377825 h 1075928"/>
              <a:gd name="connsiteX65" fmla="*/ 109538 w 1608138"/>
              <a:gd name="connsiteY65" fmla="*/ 455613 h 1075928"/>
              <a:gd name="connsiteX66" fmla="*/ 98425 w 1608138"/>
              <a:gd name="connsiteY66" fmla="*/ 512763 h 1075928"/>
              <a:gd name="connsiteX67" fmla="*/ 92075 w 1608138"/>
              <a:gd name="connsiteY67" fmla="*/ 576263 h 1075928"/>
              <a:gd name="connsiteX68" fmla="*/ 95250 w 1608138"/>
              <a:gd name="connsiteY68" fmla="*/ 642938 h 1075928"/>
              <a:gd name="connsiteX69" fmla="*/ 101600 w 1608138"/>
              <a:gd name="connsiteY69" fmla="*/ 709613 h 1075928"/>
              <a:gd name="connsiteX70" fmla="*/ 109538 w 1608138"/>
              <a:gd name="connsiteY70" fmla="*/ 773113 h 1075928"/>
              <a:gd name="connsiteX71" fmla="*/ 123825 w 1608138"/>
              <a:gd name="connsiteY71" fmla="*/ 825500 h 1075928"/>
              <a:gd name="connsiteX72" fmla="*/ 161925 w 1608138"/>
              <a:gd name="connsiteY72" fmla="*/ 928688 h 1075928"/>
              <a:gd name="connsiteX73" fmla="*/ 207963 w 1608138"/>
              <a:gd name="connsiteY73" fmla="*/ 1030288 h 1075928"/>
              <a:gd name="connsiteX74" fmla="*/ 230783 w 1608138"/>
              <a:gd name="connsiteY74" fmla="*/ 1075928 h 1075928"/>
              <a:gd name="connsiteX75" fmla="*/ 119823 w 1608138"/>
              <a:gd name="connsiteY75" fmla="*/ 1075928 h 1075928"/>
              <a:gd name="connsiteX76" fmla="*/ 101600 w 1608138"/>
              <a:gd name="connsiteY76" fmla="*/ 1038225 h 1075928"/>
              <a:gd name="connsiteX77" fmla="*/ 60325 w 1608138"/>
              <a:gd name="connsiteY77" fmla="*/ 938213 h 1075928"/>
              <a:gd name="connsiteX78" fmla="*/ 28575 w 1608138"/>
              <a:gd name="connsiteY78" fmla="*/ 830263 h 1075928"/>
              <a:gd name="connsiteX79" fmla="*/ 14288 w 1608138"/>
              <a:gd name="connsiteY79" fmla="*/ 769938 h 1075928"/>
              <a:gd name="connsiteX80" fmla="*/ 6350 w 1608138"/>
              <a:gd name="connsiteY80" fmla="*/ 700088 h 1075928"/>
              <a:gd name="connsiteX81" fmla="*/ 0 w 1608138"/>
              <a:gd name="connsiteY81" fmla="*/ 628650 h 1075928"/>
              <a:gd name="connsiteX82" fmla="*/ 0 w 1608138"/>
              <a:gd name="connsiteY82" fmla="*/ 554038 h 1075928"/>
              <a:gd name="connsiteX83" fmla="*/ 9525 w 1608138"/>
              <a:gd name="connsiteY83" fmla="*/ 487363 h 1075928"/>
              <a:gd name="connsiteX84" fmla="*/ 23813 w 1608138"/>
              <a:gd name="connsiteY84" fmla="*/ 423863 h 1075928"/>
              <a:gd name="connsiteX85" fmla="*/ 52388 w 1608138"/>
              <a:gd name="connsiteY85" fmla="*/ 342900 h 1075928"/>
              <a:gd name="connsiteX86" fmla="*/ 95250 w 1608138"/>
              <a:gd name="connsiteY86" fmla="*/ 271463 h 1075928"/>
              <a:gd name="connsiteX87" fmla="*/ 144463 w 1608138"/>
              <a:gd name="connsiteY87" fmla="*/ 204788 h 1075928"/>
              <a:gd name="connsiteX88" fmla="*/ 204788 w 1608138"/>
              <a:gd name="connsiteY88" fmla="*/ 146050 h 1075928"/>
              <a:gd name="connsiteX89" fmla="*/ 271463 w 1608138"/>
              <a:gd name="connsiteY89" fmla="*/ 96838 h 1075928"/>
              <a:gd name="connsiteX90" fmla="*/ 346075 w 1608138"/>
              <a:gd name="connsiteY90" fmla="*/ 63500 h 1075928"/>
              <a:gd name="connsiteX91" fmla="*/ 395288 w 1608138"/>
              <a:gd name="connsiteY91" fmla="*/ 49213 h 1075928"/>
              <a:gd name="connsiteX92" fmla="*/ 447675 w 1608138"/>
              <a:gd name="connsiteY92" fmla="*/ 36513 h 1075928"/>
              <a:gd name="connsiteX93" fmla="*/ 500063 w 1608138"/>
              <a:gd name="connsiteY93" fmla="*/ 28575 h 1075928"/>
              <a:gd name="connsiteX94" fmla="*/ 549275 w 1608138"/>
              <a:gd name="connsiteY94" fmla="*/ 17463 h 1075928"/>
              <a:gd name="connsiteX95" fmla="*/ 595313 w 1608138"/>
              <a:gd name="connsiteY95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63575 w 1608138"/>
              <a:gd name="connsiteY48" fmla="*/ 25400 h 1075928"/>
              <a:gd name="connsiteX49" fmla="*/ 676275 w 1608138"/>
              <a:gd name="connsiteY49" fmla="*/ 53975 h 1075928"/>
              <a:gd name="connsiteX50" fmla="*/ 676275 w 1608138"/>
              <a:gd name="connsiteY50" fmla="*/ 85725 h 1075928"/>
              <a:gd name="connsiteX51" fmla="*/ 666750 w 1608138"/>
              <a:gd name="connsiteY51" fmla="*/ 114300 h 1075928"/>
              <a:gd name="connsiteX52" fmla="*/ 649288 w 1608138"/>
              <a:gd name="connsiteY52" fmla="*/ 138113 h 1075928"/>
              <a:gd name="connsiteX53" fmla="*/ 617538 w 1608138"/>
              <a:gd name="connsiteY53" fmla="*/ 149225 h 1075928"/>
              <a:gd name="connsiteX54" fmla="*/ 585788 w 1608138"/>
              <a:gd name="connsiteY54" fmla="*/ 149225 h 1075928"/>
              <a:gd name="connsiteX55" fmla="*/ 550863 w 1608138"/>
              <a:gd name="connsiteY55" fmla="*/ 141288 h 1075928"/>
              <a:gd name="connsiteX56" fmla="*/ 517525 w 1608138"/>
              <a:gd name="connsiteY56" fmla="*/ 131763 h 1075928"/>
              <a:gd name="connsiteX57" fmla="*/ 479425 w 1608138"/>
              <a:gd name="connsiteY57" fmla="*/ 128588 h 1075928"/>
              <a:gd name="connsiteX58" fmla="*/ 441325 w 1608138"/>
              <a:gd name="connsiteY58" fmla="*/ 131763 h 1075928"/>
              <a:gd name="connsiteX59" fmla="*/ 360363 w 1608138"/>
              <a:gd name="connsiteY59" fmla="*/ 158750 h 1075928"/>
              <a:gd name="connsiteX60" fmla="*/ 292100 w 1608138"/>
              <a:gd name="connsiteY60" fmla="*/ 198438 h 1075928"/>
              <a:gd name="connsiteX61" fmla="*/ 231775 w 1608138"/>
              <a:gd name="connsiteY61" fmla="*/ 250825 h 1075928"/>
              <a:gd name="connsiteX62" fmla="*/ 182563 w 1608138"/>
              <a:gd name="connsiteY62" fmla="*/ 307975 h 1075928"/>
              <a:gd name="connsiteX63" fmla="*/ 141288 w 1608138"/>
              <a:gd name="connsiteY63" fmla="*/ 377825 h 1075928"/>
              <a:gd name="connsiteX64" fmla="*/ 109538 w 1608138"/>
              <a:gd name="connsiteY64" fmla="*/ 455613 h 1075928"/>
              <a:gd name="connsiteX65" fmla="*/ 98425 w 1608138"/>
              <a:gd name="connsiteY65" fmla="*/ 512763 h 1075928"/>
              <a:gd name="connsiteX66" fmla="*/ 92075 w 1608138"/>
              <a:gd name="connsiteY66" fmla="*/ 576263 h 1075928"/>
              <a:gd name="connsiteX67" fmla="*/ 95250 w 1608138"/>
              <a:gd name="connsiteY67" fmla="*/ 642938 h 1075928"/>
              <a:gd name="connsiteX68" fmla="*/ 101600 w 1608138"/>
              <a:gd name="connsiteY68" fmla="*/ 709613 h 1075928"/>
              <a:gd name="connsiteX69" fmla="*/ 109538 w 1608138"/>
              <a:gd name="connsiteY69" fmla="*/ 773113 h 1075928"/>
              <a:gd name="connsiteX70" fmla="*/ 123825 w 1608138"/>
              <a:gd name="connsiteY70" fmla="*/ 825500 h 1075928"/>
              <a:gd name="connsiteX71" fmla="*/ 161925 w 1608138"/>
              <a:gd name="connsiteY71" fmla="*/ 928688 h 1075928"/>
              <a:gd name="connsiteX72" fmla="*/ 207963 w 1608138"/>
              <a:gd name="connsiteY72" fmla="*/ 1030288 h 1075928"/>
              <a:gd name="connsiteX73" fmla="*/ 230783 w 1608138"/>
              <a:gd name="connsiteY73" fmla="*/ 1075928 h 1075928"/>
              <a:gd name="connsiteX74" fmla="*/ 119823 w 1608138"/>
              <a:gd name="connsiteY74" fmla="*/ 1075928 h 1075928"/>
              <a:gd name="connsiteX75" fmla="*/ 101600 w 1608138"/>
              <a:gd name="connsiteY75" fmla="*/ 1038225 h 1075928"/>
              <a:gd name="connsiteX76" fmla="*/ 60325 w 1608138"/>
              <a:gd name="connsiteY76" fmla="*/ 938213 h 1075928"/>
              <a:gd name="connsiteX77" fmla="*/ 28575 w 1608138"/>
              <a:gd name="connsiteY77" fmla="*/ 830263 h 1075928"/>
              <a:gd name="connsiteX78" fmla="*/ 14288 w 1608138"/>
              <a:gd name="connsiteY78" fmla="*/ 769938 h 1075928"/>
              <a:gd name="connsiteX79" fmla="*/ 6350 w 1608138"/>
              <a:gd name="connsiteY79" fmla="*/ 700088 h 1075928"/>
              <a:gd name="connsiteX80" fmla="*/ 0 w 1608138"/>
              <a:gd name="connsiteY80" fmla="*/ 628650 h 1075928"/>
              <a:gd name="connsiteX81" fmla="*/ 0 w 1608138"/>
              <a:gd name="connsiteY81" fmla="*/ 554038 h 1075928"/>
              <a:gd name="connsiteX82" fmla="*/ 9525 w 1608138"/>
              <a:gd name="connsiteY82" fmla="*/ 487363 h 1075928"/>
              <a:gd name="connsiteX83" fmla="*/ 23813 w 1608138"/>
              <a:gd name="connsiteY83" fmla="*/ 423863 h 1075928"/>
              <a:gd name="connsiteX84" fmla="*/ 52388 w 1608138"/>
              <a:gd name="connsiteY84" fmla="*/ 342900 h 1075928"/>
              <a:gd name="connsiteX85" fmla="*/ 95250 w 1608138"/>
              <a:gd name="connsiteY85" fmla="*/ 271463 h 1075928"/>
              <a:gd name="connsiteX86" fmla="*/ 144463 w 1608138"/>
              <a:gd name="connsiteY86" fmla="*/ 204788 h 1075928"/>
              <a:gd name="connsiteX87" fmla="*/ 204788 w 1608138"/>
              <a:gd name="connsiteY87" fmla="*/ 146050 h 1075928"/>
              <a:gd name="connsiteX88" fmla="*/ 271463 w 1608138"/>
              <a:gd name="connsiteY88" fmla="*/ 96838 h 1075928"/>
              <a:gd name="connsiteX89" fmla="*/ 346075 w 1608138"/>
              <a:gd name="connsiteY89" fmla="*/ 63500 h 1075928"/>
              <a:gd name="connsiteX90" fmla="*/ 395288 w 1608138"/>
              <a:gd name="connsiteY90" fmla="*/ 49213 h 1075928"/>
              <a:gd name="connsiteX91" fmla="*/ 447675 w 1608138"/>
              <a:gd name="connsiteY91" fmla="*/ 36513 h 1075928"/>
              <a:gd name="connsiteX92" fmla="*/ 500063 w 1608138"/>
              <a:gd name="connsiteY92" fmla="*/ 28575 h 1075928"/>
              <a:gd name="connsiteX93" fmla="*/ 549275 w 1608138"/>
              <a:gd name="connsiteY93" fmla="*/ 17463 h 1075928"/>
              <a:gd name="connsiteX94" fmla="*/ 595313 w 1608138"/>
              <a:gd name="connsiteY94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63575 w 1608138"/>
              <a:gd name="connsiteY47" fmla="*/ 25400 h 1075928"/>
              <a:gd name="connsiteX48" fmla="*/ 676275 w 1608138"/>
              <a:gd name="connsiteY48" fmla="*/ 53975 h 1075928"/>
              <a:gd name="connsiteX49" fmla="*/ 676275 w 1608138"/>
              <a:gd name="connsiteY49" fmla="*/ 85725 h 1075928"/>
              <a:gd name="connsiteX50" fmla="*/ 666750 w 1608138"/>
              <a:gd name="connsiteY50" fmla="*/ 114300 h 1075928"/>
              <a:gd name="connsiteX51" fmla="*/ 649288 w 1608138"/>
              <a:gd name="connsiteY51" fmla="*/ 138113 h 1075928"/>
              <a:gd name="connsiteX52" fmla="*/ 617538 w 1608138"/>
              <a:gd name="connsiteY52" fmla="*/ 149225 h 1075928"/>
              <a:gd name="connsiteX53" fmla="*/ 585788 w 1608138"/>
              <a:gd name="connsiteY53" fmla="*/ 149225 h 1075928"/>
              <a:gd name="connsiteX54" fmla="*/ 550863 w 1608138"/>
              <a:gd name="connsiteY54" fmla="*/ 141288 h 1075928"/>
              <a:gd name="connsiteX55" fmla="*/ 517525 w 1608138"/>
              <a:gd name="connsiteY55" fmla="*/ 131763 h 1075928"/>
              <a:gd name="connsiteX56" fmla="*/ 479425 w 1608138"/>
              <a:gd name="connsiteY56" fmla="*/ 128588 h 1075928"/>
              <a:gd name="connsiteX57" fmla="*/ 441325 w 1608138"/>
              <a:gd name="connsiteY57" fmla="*/ 131763 h 1075928"/>
              <a:gd name="connsiteX58" fmla="*/ 360363 w 1608138"/>
              <a:gd name="connsiteY58" fmla="*/ 158750 h 1075928"/>
              <a:gd name="connsiteX59" fmla="*/ 292100 w 1608138"/>
              <a:gd name="connsiteY59" fmla="*/ 198438 h 1075928"/>
              <a:gd name="connsiteX60" fmla="*/ 231775 w 1608138"/>
              <a:gd name="connsiteY60" fmla="*/ 250825 h 1075928"/>
              <a:gd name="connsiteX61" fmla="*/ 182563 w 1608138"/>
              <a:gd name="connsiteY61" fmla="*/ 307975 h 1075928"/>
              <a:gd name="connsiteX62" fmla="*/ 141288 w 1608138"/>
              <a:gd name="connsiteY62" fmla="*/ 377825 h 1075928"/>
              <a:gd name="connsiteX63" fmla="*/ 109538 w 1608138"/>
              <a:gd name="connsiteY63" fmla="*/ 455613 h 1075928"/>
              <a:gd name="connsiteX64" fmla="*/ 98425 w 1608138"/>
              <a:gd name="connsiteY64" fmla="*/ 512763 h 1075928"/>
              <a:gd name="connsiteX65" fmla="*/ 92075 w 1608138"/>
              <a:gd name="connsiteY65" fmla="*/ 576263 h 1075928"/>
              <a:gd name="connsiteX66" fmla="*/ 95250 w 1608138"/>
              <a:gd name="connsiteY66" fmla="*/ 642938 h 1075928"/>
              <a:gd name="connsiteX67" fmla="*/ 101600 w 1608138"/>
              <a:gd name="connsiteY67" fmla="*/ 709613 h 1075928"/>
              <a:gd name="connsiteX68" fmla="*/ 109538 w 1608138"/>
              <a:gd name="connsiteY68" fmla="*/ 773113 h 1075928"/>
              <a:gd name="connsiteX69" fmla="*/ 123825 w 1608138"/>
              <a:gd name="connsiteY69" fmla="*/ 825500 h 1075928"/>
              <a:gd name="connsiteX70" fmla="*/ 161925 w 1608138"/>
              <a:gd name="connsiteY70" fmla="*/ 928688 h 1075928"/>
              <a:gd name="connsiteX71" fmla="*/ 207963 w 1608138"/>
              <a:gd name="connsiteY71" fmla="*/ 1030288 h 1075928"/>
              <a:gd name="connsiteX72" fmla="*/ 230783 w 1608138"/>
              <a:gd name="connsiteY72" fmla="*/ 1075928 h 1075928"/>
              <a:gd name="connsiteX73" fmla="*/ 119823 w 1608138"/>
              <a:gd name="connsiteY73" fmla="*/ 1075928 h 1075928"/>
              <a:gd name="connsiteX74" fmla="*/ 101600 w 1608138"/>
              <a:gd name="connsiteY74" fmla="*/ 1038225 h 1075928"/>
              <a:gd name="connsiteX75" fmla="*/ 60325 w 1608138"/>
              <a:gd name="connsiteY75" fmla="*/ 938213 h 1075928"/>
              <a:gd name="connsiteX76" fmla="*/ 28575 w 1608138"/>
              <a:gd name="connsiteY76" fmla="*/ 830263 h 1075928"/>
              <a:gd name="connsiteX77" fmla="*/ 14288 w 1608138"/>
              <a:gd name="connsiteY77" fmla="*/ 769938 h 1075928"/>
              <a:gd name="connsiteX78" fmla="*/ 6350 w 1608138"/>
              <a:gd name="connsiteY78" fmla="*/ 700088 h 1075928"/>
              <a:gd name="connsiteX79" fmla="*/ 0 w 1608138"/>
              <a:gd name="connsiteY79" fmla="*/ 628650 h 1075928"/>
              <a:gd name="connsiteX80" fmla="*/ 0 w 1608138"/>
              <a:gd name="connsiteY80" fmla="*/ 554038 h 1075928"/>
              <a:gd name="connsiteX81" fmla="*/ 9525 w 1608138"/>
              <a:gd name="connsiteY81" fmla="*/ 487363 h 1075928"/>
              <a:gd name="connsiteX82" fmla="*/ 23813 w 1608138"/>
              <a:gd name="connsiteY82" fmla="*/ 423863 h 1075928"/>
              <a:gd name="connsiteX83" fmla="*/ 52388 w 1608138"/>
              <a:gd name="connsiteY83" fmla="*/ 342900 h 1075928"/>
              <a:gd name="connsiteX84" fmla="*/ 95250 w 1608138"/>
              <a:gd name="connsiteY84" fmla="*/ 271463 h 1075928"/>
              <a:gd name="connsiteX85" fmla="*/ 144463 w 1608138"/>
              <a:gd name="connsiteY85" fmla="*/ 204788 h 1075928"/>
              <a:gd name="connsiteX86" fmla="*/ 204788 w 1608138"/>
              <a:gd name="connsiteY86" fmla="*/ 146050 h 1075928"/>
              <a:gd name="connsiteX87" fmla="*/ 271463 w 1608138"/>
              <a:gd name="connsiteY87" fmla="*/ 96838 h 1075928"/>
              <a:gd name="connsiteX88" fmla="*/ 346075 w 1608138"/>
              <a:gd name="connsiteY88" fmla="*/ 63500 h 1075928"/>
              <a:gd name="connsiteX89" fmla="*/ 395288 w 1608138"/>
              <a:gd name="connsiteY89" fmla="*/ 49213 h 1075928"/>
              <a:gd name="connsiteX90" fmla="*/ 447675 w 1608138"/>
              <a:gd name="connsiteY90" fmla="*/ 36513 h 1075928"/>
              <a:gd name="connsiteX91" fmla="*/ 500063 w 1608138"/>
              <a:gd name="connsiteY91" fmla="*/ 28575 h 1075928"/>
              <a:gd name="connsiteX92" fmla="*/ 549275 w 1608138"/>
              <a:gd name="connsiteY92" fmla="*/ 17463 h 1075928"/>
              <a:gd name="connsiteX93" fmla="*/ 595313 w 1608138"/>
              <a:gd name="connsiteY93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44525 w 1608138"/>
              <a:gd name="connsiteY46" fmla="*/ 7938 h 1075928"/>
              <a:gd name="connsiteX47" fmla="*/ 663575 w 1608138"/>
              <a:gd name="connsiteY47" fmla="*/ 25400 h 1075928"/>
              <a:gd name="connsiteX48" fmla="*/ 676275 w 1608138"/>
              <a:gd name="connsiteY48" fmla="*/ 53975 h 1075928"/>
              <a:gd name="connsiteX49" fmla="*/ 676275 w 1608138"/>
              <a:gd name="connsiteY49" fmla="*/ 85725 h 1075928"/>
              <a:gd name="connsiteX50" fmla="*/ 666750 w 1608138"/>
              <a:gd name="connsiteY50" fmla="*/ 114300 h 1075928"/>
              <a:gd name="connsiteX51" fmla="*/ 649288 w 1608138"/>
              <a:gd name="connsiteY51" fmla="*/ 138113 h 1075928"/>
              <a:gd name="connsiteX52" fmla="*/ 617538 w 1608138"/>
              <a:gd name="connsiteY52" fmla="*/ 149225 h 1075928"/>
              <a:gd name="connsiteX53" fmla="*/ 585788 w 1608138"/>
              <a:gd name="connsiteY53" fmla="*/ 149225 h 1075928"/>
              <a:gd name="connsiteX54" fmla="*/ 550863 w 1608138"/>
              <a:gd name="connsiteY54" fmla="*/ 141288 h 1075928"/>
              <a:gd name="connsiteX55" fmla="*/ 517525 w 1608138"/>
              <a:gd name="connsiteY55" fmla="*/ 131763 h 1075928"/>
              <a:gd name="connsiteX56" fmla="*/ 479425 w 1608138"/>
              <a:gd name="connsiteY56" fmla="*/ 128588 h 1075928"/>
              <a:gd name="connsiteX57" fmla="*/ 441325 w 1608138"/>
              <a:gd name="connsiteY57" fmla="*/ 131763 h 1075928"/>
              <a:gd name="connsiteX58" fmla="*/ 360363 w 1608138"/>
              <a:gd name="connsiteY58" fmla="*/ 158750 h 1075928"/>
              <a:gd name="connsiteX59" fmla="*/ 292100 w 1608138"/>
              <a:gd name="connsiteY59" fmla="*/ 198438 h 1075928"/>
              <a:gd name="connsiteX60" fmla="*/ 231775 w 1608138"/>
              <a:gd name="connsiteY60" fmla="*/ 250825 h 1075928"/>
              <a:gd name="connsiteX61" fmla="*/ 182563 w 1608138"/>
              <a:gd name="connsiteY61" fmla="*/ 307975 h 1075928"/>
              <a:gd name="connsiteX62" fmla="*/ 141288 w 1608138"/>
              <a:gd name="connsiteY62" fmla="*/ 377825 h 1075928"/>
              <a:gd name="connsiteX63" fmla="*/ 109538 w 1608138"/>
              <a:gd name="connsiteY63" fmla="*/ 455613 h 1075928"/>
              <a:gd name="connsiteX64" fmla="*/ 98425 w 1608138"/>
              <a:gd name="connsiteY64" fmla="*/ 512763 h 1075928"/>
              <a:gd name="connsiteX65" fmla="*/ 92075 w 1608138"/>
              <a:gd name="connsiteY65" fmla="*/ 576263 h 1075928"/>
              <a:gd name="connsiteX66" fmla="*/ 95250 w 1608138"/>
              <a:gd name="connsiteY66" fmla="*/ 642938 h 1075928"/>
              <a:gd name="connsiteX67" fmla="*/ 101600 w 1608138"/>
              <a:gd name="connsiteY67" fmla="*/ 709613 h 1075928"/>
              <a:gd name="connsiteX68" fmla="*/ 109538 w 1608138"/>
              <a:gd name="connsiteY68" fmla="*/ 773113 h 1075928"/>
              <a:gd name="connsiteX69" fmla="*/ 123825 w 1608138"/>
              <a:gd name="connsiteY69" fmla="*/ 825500 h 1075928"/>
              <a:gd name="connsiteX70" fmla="*/ 161925 w 1608138"/>
              <a:gd name="connsiteY70" fmla="*/ 928688 h 1075928"/>
              <a:gd name="connsiteX71" fmla="*/ 207963 w 1608138"/>
              <a:gd name="connsiteY71" fmla="*/ 1030288 h 1075928"/>
              <a:gd name="connsiteX72" fmla="*/ 230783 w 1608138"/>
              <a:gd name="connsiteY72" fmla="*/ 1075928 h 1075928"/>
              <a:gd name="connsiteX73" fmla="*/ 119823 w 1608138"/>
              <a:gd name="connsiteY73" fmla="*/ 1075928 h 1075928"/>
              <a:gd name="connsiteX74" fmla="*/ 101600 w 1608138"/>
              <a:gd name="connsiteY74" fmla="*/ 1038225 h 1075928"/>
              <a:gd name="connsiteX75" fmla="*/ 60325 w 1608138"/>
              <a:gd name="connsiteY75" fmla="*/ 938213 h 1075928"/>
              <a:gd name="connsiteX76" fmla="*/ 28575 w 1608138"/>
              <a:gd name="connsiteY76" fmla="*/ 830263 h 1075928"/>
              <a:gd name="connsiteX77" fmla="*/ 14288 w 1608138"/>
              <a:gd name="connsiteY77" fmla="*/ 769938 h 1075928"/>
              <a:gd name="connsiteX78" fmla="*/ 6350 w 1608138"/>
              <a:gd name="connsiteY78" fmla="*/ 700088 h 1075928"/>
              <a:gd name="connsiteX79" fmla="*/ 0 w 1608138"/>
              <a:gd name="connsiteY79" fmla="*/ 628650 h 1075928"/>
              <a:gd name="connsiteX80" fmla="*/ 0 w 1608138"/>
              <a:gd name="connsiteY80" fmla="*/ 554038 h 1075928"/>
              <a:gd name="connsiteX81" fmla="*/ 9525 w 1608138"/>
              <a:gd name="connsiteY81" fmla="*/ 487363 h 1075928"/>
              <a:gd name="connsiteX82" fmla="*/ 23813 w 1608138"/>
              <a:gd name="connsiteY82" fmla="*/ 423863 h 1075928"/>
              <a:gd name="connsiteX83" fmla="*/ 52388 w 1608138"/>
              <a:gd name="connsiteY83" fmla="*/ 342900 h 1075928"/>
              <a:gd name="connsiteX84" fmla="*/ 95250 w 1608138"/>
              <a:gd name="connsiteY84" fmla="*/ 271463 h 1075928"/>
              <a:gd name="connsiteX85" fmla="*/ 144463 w 1608138"/>
              <a:gd name="connsiteY85" fmla="*/ 204788 h 1075928"/>
              <a:gd name="connsiteX86" fmla="*/ 204788 w 1608138"/>
              <a:gd name="connsiteY86" fmla="*/ 146050 h 1075928"/>
              <a:gd name="connsiteX87" fmla="*/ 271463 w 1608138"/>
              <a:gd name="connsiteY87" fmla="*/ 96838 h 1075928"/>
              <a:gd name="connsiteX88" fmla="*/ 346075 w 1608138"/>
              <a:gd name="connsiteY88" fmla="*/ 63500 h 1075928"/>
              <a:gd name="connsiteX89" fmla="*/ 395288 w 1608138"/>
              <a:gd name="connsiteY89" fmla="*/ 49213 h 1075928"/>
              <a:gd name="connsiteX90" fmla="*/ 447675 w 1608138"/>
              <a:gd name="connsiteY90" fmla="*/ 36513 h 1075928"/>
              <a:gd name="connsiteX91" fmla="*/ 500063 w 1608138"/>
              <a:gd name="connsiteY91" fmla="*/ 28575 h 1075928"/>
              <a:gd name="connsiteX92" fmla="*/ 549275 w 1608138"/>
              <a:gd name="connsiteY92" fmla="*/ 17463 h 1075928"/>
              <a:gd name="connsiteX93" fmla="*/ 595313 w 1608138"/>
              <a:gd name="connsiteY93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63575 w 1608138"/>
              <a:gd name="connsiteY46" fmla="*/ 25400 h 1075928"/>
              <a:gd name="connsiteX47" fmla="*/ 676275 w 1608138"/>
              <a:gd name="connsiteY47" fmla="*/ 53975 h 1075928"/>
              <a:gd name="connsiteX48" fmla="*/ 676275 w 1608138"/>
              <a:gd name="connsiteY48" fmla="*/ 85725 h 1075928"/>
              <a:gd name="connsiteX49" fmla="*/ 666750 w 1608138"/>
              <a:gd name="connsiteY49" fmla="*/ 114300 h 1075928"/>
              <a:gd name="connsiteX50" fmla="*/ 649288 w 1608138"/>
              <a:gd name="connsiteY50" fmla="*/ 138113 h 1075928"/>
              <a:gd name="connsiteX51" fmla="*/ 617538 w 1608138"/>
              <a:gd name="connsiteY51" fmla="*/ 149225 h 1075928"/>
              <a:gd name="connsiteX52" fmla="*/ 585788 w 1608138"/>
              <a:gd name="connsiteY52" fmla="*/ 149225 h 1075928"/>
              <a:gd name="connsiteX53" fmla="*/ 550863 w 1608138"/>
              <a:gd name="connsiteY53" fmla="*/ 141288 h 1075928"/>
              <a:gd name="connsiteX54" fmla="*/ 517525 w 1608138"/>
              <a:gd name="connsiteY54" fmla="*/ 131763 h 1075928"/>
              <a:gd name="connsiteX55" fmla="*/ 479425 w 1608138"/>
              <a:gd name="connsiteY55" fmla="*/ 128588 h 1075928"/>
              <a:gd name="connsiteX56" fmla="*/ 441325 w 1608138"/>
              <a:gd name="connsiteY56" fmla="*/ 131763 h 1075928"/>
              <a:gd name="connsiteX57" fmla="*/ 360363 w 1608138"/>
              <a:gd name="connsiteY57" fmla="*/ 158750 h 1075928"/>
              <a:gd name="connsiteX58" fmla="*/ 292100 w 1608138"/>
              <a:gd name="connsiteY58" fmla="*/ 198438 h 1075928"/>
              <a:gd name="connsiteX59" fmla="*/ 231775 w 1608138"/>
              <a:gd name="connsiteY59" fmla="*/ 250825 h 1075928"/>
              <a:gd name="connsiteX60" fmla="*/ 182563 w 1608138"/>
              <a:gd name="connsiteY60" fmla="*/ 307975 h 1075928"/>
              <a:gd name="connsiteX61" fmla="*/ 141288 w 1608138"/>
              <a:gd name="connsiteY61" fmla="*/ 377825 h 1075928"/>
              <a:gd name="connsiteX62" fmla="*/ 109538 w 1608138"/>
              <a:gd name="connsiteY62" fmla="*/ 455613 h 1075928"/>
              <a:gd name="connsiteX63" fmla="*/ 98425 w 1608138"/>
              <a:gd name="connsiteY63" fmla="*/ 512763 h 1075928"/>
              <a:gd name="connsiteX64" fmla="*/ 92075 w 1608138"/>
              <a:gd name="connsiteY64" fmla="*/ 576263 h 1075928"/>
              <a:gd name="connsiteX65" fmla="*/ 95250 w 1608138"/>
              <a:gd name="connsiteY65" fmla="*/ 642938 h 1075928"/>
              <a:gd name="connsiteX66" fmla="*/ 101600 w 1608138"/>
              <a:gd name="connsiteY66" fmla="*/ 709613 h 1075928"/>
              <a:gd name="connsiteX67" fmla="*/ 109538 w 1608138"/>
              <a:gd name="connsiteY67" fmla="*/ 773113 h 1075928"/>
              <a:gd name="connsiteX68" fmla="*/ 123825 w 1608138"/>
              <a:gd name="connsiteY68" fmla="*/ 825500 h 1075928"/>
              <a:gd name="connsiteX69" fmla="*/ 161925 w 1608138"/>
              <a:gd name="connsiteY69" fmla="*/ 928688 h 1075928"/>
              <a:gd name="connsiteX70" fmla="*/ 207963 w 1608138"/>
              <a:gd name="connsiteY70" fmla="*/ 1030288 h 1075928"/>
              <a:gd name="connsiteX71" fmla="*/ 230783 w 1608138"/>
              <a:gd name="connsiteY71" fmla="*/ 1075928 h 1075928"/>
              <a:gd name="connsiteX72" fmla="*/ 119823 w 1608138"/>
              <a:gd name="connsiteY72" fmla="*/ 1075928 h 1075928"/>
              <a:gd name="connsiteX73" fmla="*/ 101600 w 1608138"/>
              <a:gd name="connsiteY73" fmla="*/ 1038225 h 1075928"/>
              <a:gd name="connsiteX74" fmla="*/ 60325 w 1608138"/>
              <a:gd name="connsiteY74" fmla="*/ 938213 h 1075928"/>
              <a:gd name="connsiteX75" fmla="*/ 28575 w 1608138"/>
              <a:gd name="connsiteY75" fmla="*/ 830263 h 1075928"/>
              <a:gd name="connsiteX76" fmla="*/ 14288 w 1608138"/>
              <a:gd name="connsiteY76" fmla="*/ 769938 h 1075928"/>
              <a:gd name="connsiteX77" fmla="*/ 6350 w 1608138"/>
              <a:gd name="connsiteY77" fmla="*/ 700088 h 1075928"/>
              <a:gd name="connsiteX78" fmla="*/ 0 w 1608138"/>
              <a:gd name="connsiteY78" fmla="*/ 628650 h 1075928"/>
              <a:gd name="connsiteX79" fmla="*/ 0 w 1608138"/>
              <a:gd name="connsiteY79" fmla="*/ 554038 h 1075928"/>
              <a:gd name="connsiteX80" fmla="*/ 9525 w 1608138"/>
              <a:gd name="connsiteY80" fmla="*/ 487363 h 1075928"/>
              <a:gd name="connsiteX81" fmla="*/ 23813 w 1608138"/>
              <a:gd name="connsiteY81" fmla="*/ 423863 h 1075928"/>
              <a:gd name="connsiteX82" fmla="*/ 52388 w 1608138"/>
              <a:gd name="connsiteY82" fmla="*/ 342900 h 1075928"/>
              <a:gd name="connsiteX83" fmla="*/ 95250 w 1608138"/>
              <a:gd name="connsiteY83" fmla="*/ 271463 h 1075928"/>
              <a:gd name="connsiteX84" fmla="*/ 144463 w 1608138"/>
              <a:gd name="connsiteY84" fmla="*/ 204788 h 1075928"/>
              <a:gd name="connsiteX85" fmla="*/ 204788 w 1608138"/>
              <a:gd name="connsiteY85" fmla="*/ 146050 h 1075928"/>
              <a:gd name="connsiteX86" fmla="*/ 271463 w 1608138"/>
              <a:gd name="connsiteY86" fmla="*/ 96838 h 1075928"/>
              <a:gd name="connsiteX87" fmla="*/ 346075 w 1608138"/>
              <a:gd name="connsiteY87" fmla="*/ 63500 h 1075928"/>
              <a:gd name="connsiteX88" fmla="*/ 395288 w 1608138"/>
              <a:gd name="connsiteY88" fmla="*/ 49213 h 1075928"/>
              <a:gd name="connsiteX89" fmla="*/ 447675 w 1608138"/>
              <a:gd name="connsiteY89" fmla="*/ 36513 h 1075928"/>
              <a:gd name="connsiteX90" fmla="*/ 500063 w 1608138"/>
              <a:gd name="connsiteY90" fmla="*/ 28575 h 1075928"/>
              <a:gd name="connsiteX91" fmla="*/ 549275 w 1608138"/>
              <a:gd name="connsiteY91" fmla="*/ 17463 h 1075928"/>
              <a:gd name="connsiteX92" fmla="*/ 595313 w 1608138"/>
              <a:gd name="connsiteY92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63575 w 1608138"/>
              <a:gd name="connsiteY46" fmla="*/ 25400 h 1075928"/>
              <a:gd name="connsiteX47" fmla="*/ 676275 w 1608138"/>
              <a:gd name="connsiteY47" fmla="*/ 53975 h 1075928"/>
              <a:gd name="connsiteX48" fmla="*/ 666750 w 1608138"/>
              <a:gd name="connsiteY48" fmla="*/ 114300 h 1075928"/>
              <a:gd name="connsiteX49" fmla="*/ 649288 w 1608138"/>
              <a:gd name="connsiteY49" fmla="*/ 138113 h 1075928"/>
              <a:gd name="connsiteX50" fmla="*/ 617538 w 1608138"/>
              <a:gd name="connsiteY50" fmla="*/ 149225 h 1075928"/>
              <a:gd name="connsiteX51" fmla="*/ 585788 w 1608138"/>
              <a:gd name="connsiteY51" fmla="*/ 149225 h 1075928"/>
              <a:gd name="connsiteX52" fmla="*/ 550863 w 1608138"/>
              <a:gd name="connsiteY52" fmla="*/ 141288 h 1075928"/>
              <a:gd name="connsiteX53" fmla="*/ 517525 w 1608138"/>
              <a:gd name="connsiteY53" fmla="*/ 131763 h 1075928"/>
              <a:gd name="connsiteX54" fmla="*/ 479425 w 1608138"/>
              <a:gd name="connsiteY54" fmla="*/ 128588 h 1075928"/>
              <a:gd name="connsiteX55" fmla="*/ 441325 w 1608138"/>
              <a:gd name="connsiteY55" fmla="*/ 131763 h 1075928"/>
              <a:gd name="connsiteX56" fmla="*/ 360363 w 1608138"/>
              <a:gd name="connsiteY56" fmla="*/ 158750 h 1075928"/>
              <a:gd name="connsiteX57" fmla="*/ 292100 w 1608138"/>
              <a:gd name="connsiteY57" fmla="*/ 198438 h 1075928"/>
              <a:gd name="connsiteX58" fmla="*/ 231775 w 1608138"/>
              <a:gd name="connsiteY58" fmla="*/ 250825 h 1075928"/>
              <a:gd name="connsiteX59" fmla="*/ 182563 w 1608138"/>
              <a:gd name="connsiteY59" fmla="*/ 307975 h 1075928"/>
              <a:gd name="connsiteX60" fmla="*/ 141288 w 1608138"/>
              <a:gd name="connsiteY60" fmla="*/ 377825 h 1075928"/>
              <a:gd name="connsiteX61" fmla="*/ 109538 w 1608138"/>
              <a:gd name="connsiteY61" fmla="*/ 455613 h 1075928"/>
              <a:gd name="connsiteX62" fmla="*/ 98425 w 1608138"/>
              <a:gd name="connsiteY62" fmla="*/ 512763 h 1075928"/>
              <a:gd name="connsiteX63" fmla="*/ 92075 w 1608138"/>
              <a:gd name="connsiteY63" fmla="*/ 576263 h 1075928"/>
              <a:gd name="connsiteX64" fmla="*/ 95250 w 1608138"/>
              <a:gd name="connsiteY64" fmla="*/ 642938 h 1075928"/>
              <a:gd name="connsiteX65" fmla="*/ 101600 w 1608138"/>
              <a:gd name="connsiteY65" fmla="*/ 709613 h 1075928"/>
              <a:gd name="connsiteX66" fmla="*/ 109538 w 1608138"/>
              <a:gd name="connsiteY66" fmla="*/ 773113 h 1075928"/>
              <a:gd name="connsiteX67" fmla="*/ 123825 w 1608138"/>
              <a:gd name="connsiteY67" fmla="*/ 825500 h 1075928"/>
              <a:gd name="connsiteX68" fmla="*/ 161925 w 1608138"/>
              <a:gd name="connsiteY68" fmla="*/ 928688 h 1075928"/>
              <a:gd name="connsiteX69" fmla="*/ 207963 w 1608138"/>
              <a:gd name="connsiteY69" fmla="*/ 1030288 h 1075928"/>
              <a:gd name="connsiteX70" fmla="*/ 230783 w 1608138"/>
              <a:gd name="connsiteY70" fmla="*/ 1075928 h 1075928"/>
              <a:gd name="connsiteX71" fmla="*/ 119823 w 1608138"/>
              <a:gd name="connsiteY71" fmla="*/ 1075928 h 1075928"/>
              <a:gd name="connsiteX72" fmla="*/ 101600 w 1608138"/>
              <a:gd name="connsiteY72" fmla="*/ 1038225 h 1075928"/>
              <a:gd name="connsiteX73" fmla="*/ 60325 w 1608138"/>
              <a:gd name="connsiteY73" fmla="*/ 938213 h 1075928"/>
              <a:gd name="connsiteX74" fmla="*/ 28575 w 1608138"/>
              <a:gd name="connsiteY74" fmla="*/ 830263 h 1075928"/>
              <a:gd name="connsiteX75" fmla="*/ 14288 w 1608138"/>
              <a:gd name="connsiteY75" fmla="*/ 769938 h 1075928"/>
              <a:gd name="connsiteX76" fmla="*/ 6350 w 1608138"/>
              <a:gd name="connsiteY76" fmla="*/ 700088 h 1075928"/>
              <a:gd name="connsiteX77" fmla="*/ 0 w 1608138"/>
              <a:gd name="connsiteY77" fmla="*/ 628650 h 1075928"/>
              <a:gd name="connsiteX78" fmla="*/ 0 w 1608138"/>
              <a:gd name="connsiteY78" fmla="*/ 554038 h 1075928"/>
              <a:gd name="connsiteX79" fmla="*/ 9525 w 1608138"/>
              <a:gd name="connsiteY79" fmla="*/ 487363 h 1075928"/>
              <a:gd name="connsiteX80" fmla="*/ 23813 w 1608138"/>
              <a:gd name="connsiteY80" fmla="*/ 423863 h 1075928"/>
              <a:gd name="connsiteX81" fmla="*/ 52388 w 1608138"/>
              <a:gd name="connsiteY81" fmla="*/ 342900 h 1075928"/>
              <a:gd name="connsiteX82" fmla="*/ 95250 w 1608138"/>
              <a:gd name="connsiteY82" fmla="*/ 271463 h 1075928"/>
              <a:gd name="connsiteX83" fmla="*/ 144463 w 1608138"/>
              <a:gd name="connsiteY83" fmla="*/ 204788 h 1075928"/>
              <a:gd name="connsiteX84" fmla="*/ 204788 w 1608138"/>
              <a:gd name="connsiteY84" fmla="*/ 146050 h 1075928"/>
              <a:gd name="connsiteX85" fmla="*/ 271463 w 1608138"/>
              <a:gd name="connsiteY85" fmla="*/ 96838 h 1075928"/>
              <a:gd name="connsiteX86" fmla="*/ 346075 w 1608138"/>
              <a:gd name="connsiteY86" fmla="*/ 63500 h 1075928"/>
              <a:gd name="connsiteX87" fmla="*/ 395288 w 1608138"/>
              <a:gd name="connsiteY87" fmla="*/ 49213 h 1075928"/>
              <a:gd name="connsiteX88" fmla="*/ 447675 w 1608138"/>
              <a:gd name="connsiteY88" fmla="*/ 36513 h 1075928"/>
              <a:gd name="connsiteX89" fmla="*/ 500063 w 1608138"/>
              <a:gd name="connsiteY89" fmla="*/ 28575 h 1075928"/>
              <a:gd name="connsiteX90" fmla="*/ 549275 w 1608138"/>
              <a:gd name="connsiteY90" fmla="*/ 17463 h 1075928"/>
              <a:gd name="connsiteX91" fmla="*/ 595313 w 1608138"/>
              <a:gd name="connsiteY91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66750 w 1608138"/>
              <a:gd name="connsiteY47" fmla="*/ 114300 h 1075928"/>
              <a:gd name="connsiteX48" fmla="*/ 649288 w 1608138"/>
              <a:gd name="connsiteY48" fmla="*/ 138113 h 1075928"/>
              <a:gd name="connsiteX49" fmla="*/ 617538 w 1608138"/>
              <a:gd name="connsiteY49" fmla="*/ 149225 h 1075928"/>
              <a:gd name="connsiteX50" fmla="*/ 585788 w 1608138"/>
              <a:gd name="connsiteY50" fmla="*/ 149225 h 1075928"/>
              <a:gd name="connsiteX51" fmla="*/ 550863 w 1608138"/>
              <a:gd name="connsiteY51" fmla="*/ 141288 h 1075928"/>
              <a:gd name="connsiteX52" fmla="*/ 517525 w 1608138"/>
              <a:gd name="connsiteY52" fmla="*/ 131763 h 1075928"/>
              <a:gd name="connsiteX53" fmla="*/ 479425 w 1608138"/>
              <a:gd name="connsiteY53" fmla="*/ 128588 h 1075928"/>
              <a:gd name="connsiteX54" fmla="*/ 441325 w 1608138"/>
              <a:gd name="connsiteY54" fmla="*/ 131763 h 1075928"/>
              <a:gd name="connsiteX55" fmla="*/ 360363 w 1608138"/>
              <a:gd name="connsiteY55" fmla="*/ 158750 h 1075928"/>
              <a:gd name="connsiteX56" fmla="*/ 292100 w 1608138"/>
              <a:gd name="connsiteY56" fmla="*/ 198438 h 1075928"/>
              <a:gd name="connsiteX57" fmla="*/ 231775 w 1608138"/>
              <a:gd name="connsiteY57" fmla="*/ 250825 h 1075928"/>
              <a:gd name="connsiteX58" fmla="*/ 182563 w 1608138"/>
              <a:gd name="connsiteY58" fmla="*/ 307975 h 1075928"/>
              <a:gd name="connsiteX59" fmla="*/ 141288 w 1608138"/>
              <a:gd name="connsiteY59" fmla="*/ 377825 h 1075928"/>
              <a:gd name="connsiteX60" fmla="*/ 109538 w 1608138"/>
              <a:gd name="connsiteY60" fmla="*/ 455613 h 1075928"/>
              <a:gd name="connsiteX61" fmla="*/ 98425 w 1608138"/>
              <a:gd name="connsiteY61" fmla="*/ 512763 h 1075928"/>
              <a:gd name="connsiteX62" fmla="*/ 92075 w 1608138"/>
              <a:gd name="connsiteY62" fmla="*/ 576263 h 1075928"/>
              <a:gd name="connsiteX63" fmla="*/ 95250 w 1608138"/>
              <a:gd name="connsiteY63" fmla="*/ 642938 h 1075928"/>
              <a:gd name="connsiteX64" fmla="*/ 101600 w 1608138"/>
              <a:gd name="connsiteY64" fmla="*/ 709613 h 1075928"/>
              <a:gd name="connsiteX65" fmla="*/ 109538 w 1608138"/>
              <a:gd name="connsiteY65" fmla="*/ 773113 h 1075928"/>
              <a:gd name="connsiteX66" fmla="*/ 123825 w 1608138"/>
              <a:gd name="connsiteY66" fmla="*/ 825500 h 1075928"/>
              <a:gd name="connsiteX67" fmla="*/ 161925 w 1608138"/>
              <a:gd name="connsiteY67" fmla="*/ 928688 h 1075928"/>
              <a:gd name="connsiteX68" fmla="*/ 207963 w 1608138"/>
              <a:gd name="connsiteY68" fmla="*/ 1030288 h 1075928"/>
              <a:gd name="connsiteX69" fmla="*/ 230783 w 1608138"/>
              <a:gd name="connsiteY69" fmla="*/ 1075928 h 1075928"/>
              <a:gd name="connsiteX70" fmla="*/ 119823 w 1608138"/>
              <a:gd name="connsiteY70" fmla="*/ 1075928 h 1075928"/>
              <a:gd name="connsiteX71" fmla="*/ 101600 w 1608138"/>
              <a:gd name="connsiteY71" fmla="*/ 1038225 h 1075928"/>
              <a:gd name="connsiteX72" fmla="*/ 60325 w 1608138"/>
              <a:gd name="connsiteY72" fmla="*/ 938213 h 1075928"/>
              <a:gd name="connsiteX73" fmla="*/ 28575 w 1608138"/>
              <a:gd name="connsiteY73" fmla="*/ 830263 h 1075928"/>
              <a:gd name="connsiteX74" fmla="*/ 14288 w 1608138"/>
              <a:gd name="connsiteY74" fmla="*/ 769938 h 1075928"/>
              <a:gd name="connsiteX75" fmla="*/ 6350 w 1608138"/>
              <a:gd name="connsiteY75" fmla="*/ 700088 h 1075928"/>
              <a:gd name="connsiteX76" fmla="*/ 0 w 1608138"/>
              <a:gd name="connsiteY76" fmla="*/ 628650 h 1075928"/>
              <a:gd name="connsiteX77" fmla="*/ 0 w 1608138"/>
              <a:gd name="connsiteY77" fmla="*/ 554038 h 1075928"/>
              <a:gd name="connsiteX78" fmla="*/ 9525 w 1608138"/>
              <a:gd name="connsiteY78" fmla="*/ 487363 h 1075928"/>
              <a:gd name="connsiteX79" fmla="*/ 23813 w 1608138"/>
              <a:gd name="connsiteY79" fmla="*/ 423863 h 1075928"/>
              <a:gd name="connsiteX80" fmla="*/ 52388 w 1608138"/>
              <a:gd name="connsiteY80" fmla="*/ 342900 h 1075928"/>
              <a:gd name="connsiteX81" fmla="*/ 95250 w 1608138"/>
              <a:gd name="connsiteY81" fmla="*/ 271463 h 1075928"/>
              <a:gd name="connsiteX82" fmla="*/ 144463 w 1608138"/>
              <a:gd name="connsiteY82" fmla="*/ 204788 h 1075928"/>
              <a:gd name="connsiteX83" fmla="*/ 204788 w 1608138"/>
              <a:gd name="connsiteY83" fmla="*/ 146050 h 1075928"/>
              <a:gd name="connsiteX84" fmla="*/ 271463 w 1608138"/>
              <a:gd name="connsiteY84" fmla="*/ 96838 h 1075928"/>
              <a:gd name="connsiteX85" fmla="*/ 346075 w 1608138"/>
              <a:gd name="connsiteY85" fmla="*/ 63500 h 1075928"/>
              <a:gd name="connsiteX86" fmla="*/ 395288 w 1608138"/>
              <a:gd name="connsiteY86" fmla="*/ 49213 h 1075928"/>
              <a:gd name="connsiteX87" fmla="*/ 447675 w 1608138"/>
              <a:gd name="connsiteY87" fmla="*/ 36513 h 1075928"/>
              <a:gd name="connsiteX88" fmla="*/ 500063 w 1608138"/>
              <a:gd name="connsiteY88" fmla="*/ 28575 h 1075928"/>
              <a:gd name="connsiteX89" fmla="*/ 549275 w 1608138"/>
              <a:gd name="connsiteY89" fmla="*/ 17463 h 1075928"/>
              <a:gd name="connsiteX90" fmla="*/ 595313 w 1608138"/>
              <a:gd name="connsiteY90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66750 w 1608138"/>
              <a:gd name="connsiteY47" fmla="*/ 114300 h 1075928"/>
              <a:gd name="connsiteX48" fmla="*/ 649288 w 1608138"/>
              <a:gd name="connsiteY48" fmla="*/ 138113 h 1075928"/>
              <a:gd name="connsiteX49" fmla="*/ 617538 w 1608138"/>
              <a:gd name="connsiteY49" fmla="*/ 149225 h 1075928"/>
              <a:gd name="connsiteX50" fmla="*/ 585788 w 1608138"/>
              <a:gd name="connsiteY50" fmla="*/ 149225 h 1075928"/>
              <a:gd name="connsiteX51" fmla="*/ 550863 w 1608138"/>
              <a:gd name="connsiteY51" fmla="*/ 141288 h 1075928"/>
              <a:gd name="connsiteX52" fmla="*/ 517525 w 1608138"/>
              <a:gd name="connsiteY52" fmla="*/ 131763 h 1075928"/>
              <a:gd name="connsiteX53" fmla="*/ 479425 w 1608138"/>
              <a:gd name="connsiteY53" fmla="*/ 128588 h 1075928"/>
              <a:gd name="connsiteX54" fmla="*/ 441325 w 1608138"/>
              <a:gd name="connsiteY54" fmla="*/ 131763 h 1075928"/>
              <a:gd name="connsiteX55" fmla="*/ 360363 w 1608138"/>
              <a:gd name="connsiteY55" fmla="*/ 158750 h 1075928"/>
              <a:gd name="connsiteX56" fmla="*/ 292100 w 1608138"/>
              <a:gd name="connsiteY56" fmla="*/ 198438 h 1075928"/>
              <a:gd name="connsiteX57" fmla="*/ 231775 w 1608138"/>
              <a:gd name="connsiteY57" fmla="*/ 250825 h 1075928"/>
              <a:gd name="connsiteX58" fmla="*/ 182563 w 1608138"/>
              <a:gd name="connsiteY58" fmla="*/ 307975 h 1075928"/>
              <a:gd name="connsiteX59" fmla="*/ 141288 w 1608138"/>
              <a:gd name="connsiteY59" fmla="*/ 377825 h 1075928"/>
              <a:gd name="connsiteX60" fmla="*/ 109538 w 1608138"/>
              <a:gd name="connsiteY60" fmla="*/ 455613 h 1075928"/>
              <a:gd name="connsiteX61" fmla="*/ 98425 w 1608138"/>
              <a:gd name="connsiteY61" fmla="*/ 512763 h 1075928"/>
              <a:gd name="connsiteX62" fmla="*/ 92075 w 1608138"/>
              <a:gd name="connsiteY62" fmla="*/ 576263 h 1075928"/>
              <a:gd name="connsiteX63" fmla="*/ 95250 w 1608138"/>
              <a:gd name="connsiteY63" fmla="*/ 642938 h 1075928"/>
              <a:gd name="connsiteX64" fmla="*/ 101600 w 1608138"/>
              <a:gd name="connsiteY64" fmla="*/ 709613 h 1075928"/>
              <a:gd name="connsiteX65" fmla="*/ 109538 w 1608138"/>
              <a:gd name="connsiteY65" fmla="*/ 773113 h 1075928"/>
              <a:gd name="connsiteX66" fmla="*/ 123825 w 1608138"/>
              <a:gd name="connsiteY66" fmla="*/ 825500 h 1075928"/>
              <a:gd name="connsiteX67" fmla="*/ 161925 w 1608138"/>
              <a:gd name="connsiteY67" fmla="*/ 928688 h 1075928"/>
              <a:gd name="connsiteX68" fmla="*/ 207963 w 1608138"/>
              <a:gd name="connsiteY68" fmla="*/ 1030288 h 1075928"/>
              <a:gd name="connsiteX69" fmla="*/ 230783 w 1608138"/>
              <a:gd name="connsiteY69" fmla="*/ 1075928 h 1075928"/>
              <a:gd name="connsiteX70" fmla="*/ 119823 w 1608138"/>
              <a:gd name="connsiteY70" fmla="*/ 1075928 h 1075928"/>
              <a:gd name="connsiteX71" fmla="*/ 101600 w 1608138"/>
              <a:gd name="connsiteY71" fmla="*/ 1038225 h 1075928"/>
              <a:gd name="connsiteX72" fmla="*/ 60325 w 1608138"/>
              <a:gd name="connsiteY72" fmla="*/ 938213 h 1075928"/>
              <a:gd name="connsiteX73" fmla="*/ 28575 w 1608138"/>
              <a:gd name="connsiteY73" fmla="*/ 830263 h 1075928"/>
              <a:gd name="connsiteX74" fmla="*/ 14288 w 1608138"/>
              <a:gd name="connsiteY74" fmla="*/ 769938 h 1075928"/>
              <a:gd name="connsiteX75" fmla="*/ 6350 w 1608138"/>
              <a:gd name="connsiteY75" fmla="*/ 700088 h 1075928"/>
              <a:gd name="connsiteX76" fmla="*/ 0 w 1608138"/>
              <a:gd name="connsiteY76" fmla="*/ 628650 h 1075928"/>
              <a:gd name="connsiteX77" fmla="*/ 0 w 1608138"/>
              <a:gd name="connsiteY77" fmla="*/ 554038 h 1075928"/>
              <a:gd name="connsiteX78" fmla="*/ 9525 w 1608138"/>
              <a:gd name="connsiteY78" fmla="*/ 487363 h 1075928"/>
              <a:gd name="connsiteX79" fmla="*/ 23813 w 1608138"/>
              <a:gd name="connsiteY79" fmla="*/ 423863 h 1075928"/>
              <a:gd name="connsiteX80" fmla="*/ 52388 w 1608138"/>
              <a:gd name="connsiteY80" fmla="*/ 342900 h 1075928"/>
              <a:gd name="connsiteX81" fmla="*/ 95250 w 1608138"/>
              <a:gd name="connsiteY81" fmla="*/ 271463 h 1075928"/>
              <a:gd name="connsiteX82" fmla="*/ 144463 w 1608138"/>
              <a:gd name="connsiteY82" fmla="*/ 204788 h 1075928"/>
              <a:gd name="connsiteX83" fmla="*/ 204788 w 1608138"/>
              <a:gd name="connsiteY83" fmla="*/ 146050 h 1075928"/>
              <a:gd name="connsiteX84" fmla="*/ 271463 w 1608138"/>
              <a:gd name="connsiteY84" fmla="*/ 96838 h 1075928"/>
              <a:gd name="connsiteX85" fmla="*/ 346075 w 1608138"/>
              <a:gd name="connsiteY85" fmla="*/ 63500 h 1075928"/>
              <a:gd name="connsiteX86" fmla="*/ 395288 w 1608138"/>
              <a:gd name="connsiteY86" fmla="*/ 49213 h 1075928"/>
              <a:gd name="connsiteX87" fmla="*/ 447675 w 1608138"/>
              <a:gd name="connsiteY87" fmla="*/ 36513 h 1075928"/>
              <a:gd name="connsiteX88" fmla="*/ 500063 w 1608138"/>
              <a:gd name="connsiteY88" fmla="*/ 28575 h 1075928"/>
              <a:gd name="connsiteX89" fmla="*/ 549275 w 1608138"/>
              <a:gd name="connsiteY89" fmla="*/ 17463 h 1075928"/>
              <a:gd name="connsiteX90" fmla="*/ 595313 w 1608138"/>
              <a:gd name="connsiteY90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66750 w 1608138"/>
              <a:gd name="connsiteY47" fmla="*/ 114300 h 1075928"/>
              <a:gd name="connsiteX48" fmla="*/ 649288 w 1608138"/>
              <a:gd name="connsiteY48" fmla="*/ 138113 h 1075928"/>
              <a:gd name="connsiteX49" fmla="*/ 617538 w 1608138"/>
              <a:gd name="connsiteY49" fmla="*/ 149225 h 1075928"/>
              <a:gd name="connsiteX50" fmla="*/ 585788 w 1608138"/>
              <a:gd name="connsiteY50" fmla="*/ 149225 h 1075928"/>
              <a:gd name="connsiteX51" fmla="*/ 550863 w 1608138"/>
              <a:gd name="connsiteY51" fmla="*/ 141288 h 1075928"/>
              <a:gd name="connsiteX52" fmla="*/ 517525 w 1608138"/>
              <a:gd name="connsiteY52" fmla="*/ 131763 h 1075928"/>
              <a:gd name="connsiteX53" fmla="*/ 479425 w 1608138"/>
              <a:gd name="connsiteY53" fmla="*/ 128588 h 1075928"/>
              <a:gd name="connsiteX54" fmla="*/ 441325 w 1608138"/>
              <a:gd name="connsiteY54" fmla="*/ 131763 h 1075928"/>
              <a:gd name="connsiteX55" fmla="*/ 360363 w 1608138"/>
              <a:gd name="connsiteY55" fmla="*/ 158750 h 1075928"/>
              <a:gd name="connsiteX56" fmla="*/ 292100 w 1608138"/>
              <a:gd name="connsiteY56" fmla="*/ 198438 h 1075928"/>
              <a:gd name="connsiteX57" fmla="*/ 231775 w 1608138"/>
              <a:gd name="connsiteY57" fmla="*/ 250825 h 1075928"/>
              <a:gd name="connsiteX58" fmla="*/ 182563 w 1608138"/>
              <a:gd name="connsiteY58" fmla="*/ 307975 h 1075928"/>
              <a:gd name="connsiteX59" fmla="*/ 141288 w 1608138"/>
              <a:gd name="connsiteY59" fmla="*/ 377825 h 1075928"/>
              <a:gd name="connsiteX60" fmla="*/ 109538 w 1608138"/>
              <a:gd name="connsiteY60" fmla="*/ 455613 h 1075928"/>
              <a:gd name="connsiteX61" fmla="*/ 98425 w 1608138"/>
              <a:gd name="connsiteY61" fmla="*/ 512763 h 1075928"/>
              <a:gd name="connsiteX62" fmla="*/ 92075 w 1608138"/>
              <a:gd name="connsiteY62" fmla="*/ 576263 h 1075928"/>
              <a:gd name="connsiteX63" fmla="*/ 95250 w 1608138"/>
              <a:gd name="connsiteY63" fmla="*/ 642938 h 1075928"/>
              <a:gd name="connsiteX64" fmla="*/ 101600 w 1608138"/>
              <a:gd name="connsiteY64" fmla="*/ 709613 h 1075928"/>
              <a:gd name="connsiteX65" fmla="*/ 109538 w 1608138"/>
              <a:gd name="connsiteY65" fmla="*/ 773113 h 1075928"/>
              <a:gd name="connsiteX66" fmla="*/ 123825 w 1608138"/>
              <a:gd name="connsiteY66" fmla="*/ 825500 h 1075928"/>
              <a:gd name="connsiteX67" fmla="*/ 161925 w 1608138"/>
              <a:gd name="connsiteY67" fmla="*/ 928688 h 1075928"/>
              <a:gd name="connsiteX68" fmla="*/ 207963 w 1608138"/>
              <a:gd name="connsiteY68" fmla="*/ 1030288 h 1075928"/>
              <a:gd name="connsiteX69" fmla="*/ 230783 w 1608138"/>
              <a:gd name="connsiteY69" fmla="*/ 1075928 h 1075928"/>
              <a:gd name="connsiteX70" fmla="*/ 119823 w 1608138"/>
              <a:gd name="connsiteY70" fmla="*/ 1075928 h 1075928"/>
              <a:gd name="connsiteX71" fmla="*/ 101600 w 1608138"/>
              <a:gd name="connsiteY71" fmla="*/ 1038225 h 1075928"/>
              <a:gd name="connsiteX72" fmla="*/ 60325 w 1608138"/>
              <a:gd name="connsiteY72" fmla="*/ 938213 h 1075928"/>
              <a:gd name="connsiteX73" fmla="*/ 28575 w 1608138"/>
              <a:gd name="connsiteY73" fmla="*/ 830263 h 1075928"/>
              <a:gd name="connsiteX74" fmla="*/ 14288 w 1608138"/>
              <a:gd name="connsiteY74" fmla="*/ 769938 h 1075928"/>
              <a:gd name="connsiteX75" fmla="*/ 6350 w 1608138"/>
              <a:gd name="connsiteY75" fmla="*/ 700088 h 1075928"/>
              <a:gd name="connsiteX76" fmla="*/ 0 w 1608138"/>
              <a:gd name="connsiteY76" fmla="*/ 628650 h 1075928"/>
              <a:gd name="connsiteX77" fmla="*/ 0 w 1608138"/>
              <a:gd name="connsiteY77" fmla="*/ 554038 h 1075928"/>
              <a:gd name="connsiteX78" fmla="*/ 9525 w 1608138"/>
              <a:gd name="connsiteY78" fmla="*/ 487363 h 1075928"/>
              <a:gd name="connsiteX79" fmla="*/ 23813 w 1608138"/>
              <a:gd name="connsiteY79" fmla="*/ 423863 h 1075928"/>
              <a:gd name="connsiteX80" fmla="*/ 52388 w 1608138"/>
              <a:gd name="connsiteY80" fmla="*/ 342900 h 1075928"/>
              <a:gd name="connsiteX81" fmla="*/ 95250 w 1608138"/>
              <a:gd name="connsiteY81" fmla="*/ 271463 h 1075928"/>
              <a:gd name="connsiteX82" fmla="*/ 144463 w 1608138"/>
              <a:gd name="connsiteY82" fmla="*/ 204788 h 1075928"/>
              <a:gd name="connsiteX83" fmla="*/ 204788 w 1608138"/>
              <a:gd name="connsiteY83" fmla="*/ 146050 h 1075928"/>
              <a:gd name="connsiteX84" fmla="*/ 271463 w 1608138"/>
              <a:gd name="connsiteY84" fmla="*/ 96838 h 1075928"/>
              <a:gd name="connsiteX85" fmla="*/ 346075 w 1608138"/>
              <a:gd name="connsiteY85" fmla="*/ 63500 h 1075928"/>
              <a:gd name="connsiteX86" fmla="*/ 395288 w 1608138"/>
              <a:gd name="connsiteY86" fmla="*/ 49213 h 1075928"/>
              <a:gd name="connsiteX87" fmla="*/ 447675 w 1608138"/>
              <a:gd name="connsiteY87" fmla="*/ 36513 h 1075928"/>
              <a:gd name="connsiteX88" fmla="*/ 500063 w 1608138"/>
              <a:gd name="connsiteY88" fmla="*/ 28575 h 1075928"/>
              <a:gd name="connsiteX89" fmla="*/ 549275 w 1608138"/>
              <a:gd name="connsiteY89" fmla="*/ 17463 h 1075928"/>
              <a:gd name="connsiteX90" fmla="*/ 595313 w 1608138"/>
              <a:gd name="connsiteY90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49288 w 1608138"/>
              <a:gd name="connsiteY47" fmla="*/ 138113 h 1075928"/>
              <a:gd name="connsiteX48" fmla="*/ 617538 w 1608138"/>
              <a:gd name="connsiteY48" fmla="*/ 149225 h 1075928"/>
              <a:gd name="connsiteX49" fmla="*/ 585788 w 1608138"/>
              <a:gd name="connsiteY49" fmla="*/ 149225 h 1075928"/>
              <a:gd name="connsiteX50" fmla="*/ 550863 w 1608138"/>
              <a:gd name="connsiteY50" fmla="*/ 141288 h 1075928"/>
              <a:gd name="connsiteX51" fmla="*/ 517525 w 1608138"/>
              <a:gd name="connsiteY51" fmla="*/ 131763 h 1075928"/>
              <a:gd name="connsiteX52" fmla="*/ 479425 w 1608138"/>
              <a:gd name="connsiteY52" fmla="*/ 128588 h 1075928"/>
              <a:gd name="connsiteX53" fmla="*/ 441325 w 1608138"/>
              <a:gd name="connsiteY53" fmla="*/ 131763 h 1075928"/>
              <a:gd name="connsiteX54" fmla="*/ 360363 w 1608138"/>
              <a:gd name="connsiteY54" fmla="*/ 158750 h 1075928"/>
              <a:gd name="connsiteX55" fmla="*/ 292100 w 1608138"/>
              <a:gd name="connsiteY55" fmla="*/ 198438 h 1075928"/>
              <a:gd name="connsiteX56" fmla="*/ 231775 w 1608138"/>
              <a:gd name="connsiteY56" fmla="*/ 250825 h 1075928"/>
              <a:gd name="connsiteX57" fmla="*/ 182563 w 1608138"/>
              <a:gd name="connsiteY57" fmla="*/ 307975 h 1075928"/>
              <a:gd name="connsiteX58" fmla="*/ 141288 w 1608138"/>
              <a:gd name="connsiteY58" fmla="*/ 377825 h 1075928"/>
              <a:gd name="connsiteX59" fmla="*/ 109538 w 1608138"/>
              <a:gd name="connsiteY59" fmla="*/ 455613 h 1075928"/>
              <a:gd name="connsiteX60" fmla="*/ 98425 w 1608138"/>
              <a:gd name="connsiteY60" fmla="*/ 512763 h 1075928"/>
              <a:gd name="connsiteX61" fmla="*/ 92075 w 1608138"/>
              <a:gd name="connsiteY61" fmla="*/ 576263 h 1075928"/>
              <a:gd name="connsiteX62" fmla="*/ 95250 w 1608138"/>
              <a:gd name="connsiteY62" fmla="*/ 642938 h 1075928"/>
              <a:gd name="connsiteX63" fmla="*/ 101600 w 1608138"/>
              <a:gd name="connsiteY63" fmla="*/ 709613 h 1075928"/>
              <a:gd name="connsiteX64" fmla="*/ 109538 w 1608138"/>
              <a:gd name="connsiteY64" fmla="*/ 773113 h 1075928"/>
              <a:gd name="connsiteX65" fmla="*/ 123825 w 1608138"/>
              <a:gd name="connsiteY65" fmla="*/ 825500 h 1075928"/>
              <a:gd name="connsiteX66" fmla="*/ 161925 w 1608138"/>
              <a:gd name="connsiteY66" fmla="*/ 928688 h 1075928"/>
              <a:gd name="connsiteX67" fmla="*/ 207963 w 1608138"/>
              <a:gd name="connsiteY67" fmla="*/ 1030288 h 1075928"/>
              <a:gd name="connsiteX68" fmla="*/ 230783 w 1608138"/>
              <a:gd name="connsiteY68" fmla="*/ 1075928 h 1075928"/>
              <a:gd name="connsiteX69" fmla="*/ 119823 w 1608138"/>
              <a:gd name="connsiteY69" fmla="*/ 1075928 h 1075928"/>
              <a:gd name="connsiteX70" fmla="*/ 101600 w 1608138"/>
              <a:gd name="connsiteY70" fmla="*/ 1038225 h 1075928"/>
              <a:gd name="connsiteX71" fmla="*/ 60325 w 1608138"/>
              <a:gd name="connsiteY71" fmla="*/ 938213 h 1075928"/>
              <a:gd name="connsiteX72" fmla="*/ 28575 w 1608138"/>
              <a:gd name="connsiteY72" fmla="*/ 830263 h 1075928"/>
              <a:gd name="connsiteX73" fmla="*/ 14288 w 1608138"/>
              <a:gd name="connsiteY73" fmla="*/ 769938 h 1075928"/>
              <a:gd name="connsiteX74" fmla="*/ 6350 w 1608138"/>
              <a:gd name="connsiteY74" fmla="*/ 700088 h 1075928"/>
              <a:gd name="connsiteX75" fmla="*/ 0 w 1608138"/>
              <a:gd name="connsiteY75" fmla="*/ 628650 h 1075928"/>
              <a:gd name="connsiteX76" fmla="*/ 0 w 1608138"/>
              <a:gd name="connsiteY76" fmla="*/ 554038 h 1075928"/>
              <a:gd name="connsiteX77" fmla="*/ 9525 w 1608138"/>
              <a:gd name="connsiteY77" fmla="*/ 487363 h 1075928"/>
              <a:gd name="connsiteX78" fmla="*/ 23813 w 1608138"/>
              <a:gd name="connsiteY78" fmla="*/ 423863 h 1075928"/>
              <a:gd name="connsiteX79" fmla="*/ 52388 w 1608138"/>
              <a:gd name="connsiteY79" fmla="*/ 342900 h 1075928"/>
              <a:gd name="connsiteX80" fmla="*/ 95250 w 1608138"/>
              <a:gd name="connsiteY80" fmla="*/ 271463 h 1075928"/>
              <a:gd name="connsiteX81" fmla="*/ 144463 w 1608138"/>
              <a:gd name="connsiteY81" fmla="*/ 204788 h 1075928"/>
              <a:gd name="connsiteX82" fmla="*/ 204788 w 1608138"/>
              <a:gd name="connsiteY82" fmla="*/ 146050 h 1075928"/>
              <a:gd name="connsiteX83" fmla="*/ 271463 w 1608138"/>
              <a:gd name="connsiteY83" fmla="*/ 96838 h 1075928"/>
              <a:gd name="connsiteX84" fmla="*/ 346075 w 1608138"/>
              <a:gd name="connsiteY84" fmla="*/ 63500 h 1075928"/>
              <a:gd name="connsiteX85" fmla="*/ 395288 w 1608138"/>
              <a:gd name="connsiteY85" fmla="*/ 49213 h 1075928"/>
              <a:gd name="connsiteX86" fmla="*/ 447675 w 1608138"/>
              <a:gd name="connsiteY86" fmla="*/ 36513 h 1075928"/>
              <a:gd name="connsiteX87" fmla="*/ 500063 w 1608138"/>
              <a:gd name="connsiteY87" fmla="*/ 28575 h 1075928"/>
              <a:gd name="connsiteX88" fmla="*/ 549275 w 1608138"/>
              <a:gd name="connsiteY88" fmla="*/ 17463 h 1075928"/>
              <a:gd name="connsiteX89" fmla="*/ 595313 w 1608138"/>
              <a:gd name="connsiteY89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49288 w 1608138"/>
              <a:gd name="connsiteY47" fmla="*/ 138113 h 1075928"/>
              <a:gd name="connsiteX48" fmla="*/ 617538 w 1608138"/>
              <a:gd name="connsiteY48" fmla="*/ 149225 h 1075928"/>
              <a:gd name="connsiteX49" fmla="*/ 585788 w 1608138"/>
              <a:gd name="connsiteY49" fmla="*/ 149225 h 1075928"/>
              <a:gd name="connsiteX50" fmla="*/ 550863 w 1608138"/>
              <a:gd name="connsiteY50" fmla="*/ 141288 h 1075928"/>
              <a:gd name="connsiteX51" fmla="*/ 517525 w 1608138"/>
              <a:gd name="connsiteY51" fmla="*/ 131763 h 1075928"/>
              <a:gd name="connsiteX52" fmla="*/ 479425 w 1608138"/>
              <a:gd name="connsiteY52" fmla="*/ 128588 h 1075928"/>
              <a:gd name="connsiteX53" fmla="*/ 441325 w 1608138"/>
              <a:gd name="connsiteY53" fmla="*/ 131763 h 1075928"/>
              <a:gd name="connsiteX54" fmla="*/ 360363 w 1608138"/>
              <a:gd name="connsiteY54" fmla="*/ 158750 h 1075928"/>
              <a:gd name="connsiteX55" fmla="*/ 292100 w 1608138"/>
              <a:gd name="connsiteY55" fmla="*/ 198438 h 1075928"/>
              <a:gd name="connsiteX56" fmla="*/ 231775 w 1608138"/>
              <a:gd name="connsiteY56" fmla="*/ 250825 h 1075928"/>
              <a:gd name="connsiteX57" fmla="*/ 182563 w 1608138"/>
              <a:gd name="connsiteY57" fmla="*/ 307975 h 1075928"/>
              <a:gd name="connsiteX58" fmla="*/ 141288 w 1608138"/>
              <a:gd name="connsiteY58" fmla="*/ 377825 h 1075928"/>
              <a:gd name="connsiteX59" fmla="*/ 109538 w 1608138"/>
              <a:gd name="connsiteY59" fmla="*/ 455613 h 1075928"/>
              <a:gd name="connsiteX60" fmla="*/ 98425 w 1608138"/>
              <a:gd name="connsiteY60" fmla="*/ 512763 h 1075928"/>
              <a:gd name="connsiteX61" fmla="*/ 92075 w 1608138"/>
              <a:gd name="connsiteY61" fmla="*/ 576263 h 1075928"/>
              <a:gd name="connsiteX62" fmla="*/ 95250 w 1608138"/>
              <a:gd name="connsiteY62" fmla="*/ 642938 h 1075928"/>
              <a:gd name="connsiteX63" fmla="*/ 101600 w 1608138"/>
              <a:gd name="connsiteY63" fmla="*/ 709613 h 1075928"/>
              <a:gd name="connsiteX64" fmla="*/ 109538 w 1608138"/>
              <a:gd name="connsiteY64" fmla="*/ 773113 h 1075928"/>
              <a:gd name="connsiteX65" fmla="*/ 123825 w 1608138"/>
              <a:gd name="connsiteY65" fmla="*/ 825500 h 1075928"/>
              <a:gd name="connsiteX66" fmla="*/ 161925 w 1608138"/>
              <a:gd name="connsiteY66" fmla="*/ 928688 h 1075928"/>
              <a:gd name="connsiteX67" fmla="*/ 207963 w 1608138"/>
              <a:gd name="connsiteY67" fmla="*/ 1030288 h 1075928"/>
              <a:gd name="connsiteX68" fmla="*/ 230783 w 1608138"/>
              <a:gd name="connsiteY68" fmla="*/ 1075928 h 1075928"/>
              <a:gd name="connsiteX69" fmla="*/ 119823 w 1608138"/>
              <a:gd name="connsiteY69" fmla="*/ 1075928 h 1075928"/>
              <a:gd name="connsiteX70" fmla="*/ 101600 w 1608138"/>
              <a:gd name="connsiteY70" fmla="*/ 1038225 h 1075928"/>
              <a:gd name="connsiteX71" fmla="*/ 60325 w 1608138"/>
              <a:gd name="connsiteY71" fmla="*/ 938213 h 1075928"/>
              <a:gd name="connsiteX72" fmla="*/ 28575 w 1608138"/>
              <a:gd name="connsiteY72" fmla="*/ 830263 h 1075928"/>
              <a:gd name="connsiteX73" fmla="*/ 14288 w 1608138"/>
              <a:gd name="connsiteY73" fmla="*/ 769938 h 1075928"/>
              <a:gd name="connsiteX74" fmla="*/ 6350 w 1608138"/>
              <a:gd name="connsiteY74" fmla="*/ 700088 h 1075928"/>
              <a:gd name="connsiteX75" fmla="*/ 0 w 1608138"/>
              <a:gd name="connsiteY75" fmla="*/ 628650 h 1075928"/>
              <a:gd name="connsiteX76" fmla="*/ 0 w 1608138"/>
              <a:gd name="connsiteY76" fmla="*/ 554038 h 1075928"/>
              <a:gd name="connsiteX77" fmla="*/ 9525 w 1608138"/>
              <a:gd name="connsiteY77" fmla="*/ 487363 h 1075928"/>
              <a:gd name="connsiteX78" fmla="*/ 23813 w 1608138"/>
              <a:gd name="connsiteY78" fmla="*/ 423863 h 1075928"/>
              <a:gd name="connsiteX79" fmla="*/ 52388 w 1608138"/>
              <a:gd name="connsiteY79" fmla="*/ 342900 h 1075928"/>
              <a:gd name="connsiteX80" fmla="*/ 95250 w 1608138"/>
              <a:gd name="connsiteY80" fmla="*/ 271463 h 1075928"/>
              <a:gd name="connsiteX81" fmla="*/ 144463 w 1608138"/>
              <a:gd name="connsiteY81" fmla="*/ 204788 h 1075928"/>
              <a:gd name="connsiteX82" fmla="*/ 204788 w 1608138"/>
              <a:gd name="connsiteY82" fmla="*/ 146050 h 1075928"/>
              <a:gd name="connsiteX83" fmla="*/ 271463 w 1608138"/>
              <a:gd name="connsiteY83" fmla="*/ 96838 h 1075928"/>
              <a:gd name="connsiteX84" fmla="*/ 346075 w 1608138"/>
              <a:gd name="connsiteY84" fmla="*/ 63500 h 1075928"/>
              <a:gd name="connsiteX85" fmla="*/ 395288 w 1608138"/>
              <a:gd name="connsiteY85" fmla="*/ 49213 h 1075928"/>
              <a:gd name="connsiteX86" fmla="*/ 447675 w 1608138"/>
              <a:gd name="connsiteY86" fmla="*/ 36513 h 1075928"/>
              <a:gd name="connsiteX87" fmla="*/ 500063 w 1608138"/>
              <a:gd name="connsiteY87" fmla="*/ 28575 h 1075928"/>
              <a:gd name="connsiteX88" fmla="*/ 549275 w 1608138"/>
              <a:gd name="connsiteY88" fmla="*/ 17463 h 1075928"/>
              <a:gd name="connsiteX89" fmla="*/ 595313 w 1608138"/>
              <a:gd name="connsiteY89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49288 w 1608138"/>
              <a:gd name="connsiteY47" fmla="*/ 138113 h 1075928"/>
              <a:gd name="connsiteX48" fmla="*/ 617538 w 1608138"/>
              <a:gd name="connsiteY48" fmla="*/ 149225 h 1075928"/>
              <a:gd name="connsiteX49" fmla="*/ 585788 w 1608138"/>
              <a:gd name="connsiteY49" fmla="*/ 149225 h 1075928"/>
              <a:gd name="connsiteX50" fmla="*/ 550863 w 1608138"/>
              <a:gd name="connsiteY50" fmla="*/ 141288 h 1075928"/>
              <a:gd name="connsiteX51" fmla="*/ 517525 w 1608138"/>
              <a:gd name="connsiteY51" fmla="*/ 131763 h 1075928"/>
              <a:gd name="connsiteX52" fmla="*/ 479425 w 1608138"/>
              <a:gd name="connsiteY52" fmla="*/ 128588 h 1075928"/>
              <a:gd name="connsiteX53" fmla="*/ 441325 w 1608138"/>
              <a:gd name="connsiteY53" fmla="*/ 131763 h 1075928"/>
              <a:gd name="connsiteX54" fmla="*/ 360363 w 1608138"/>
              <a:gd name="connsiteY54" fmla="*/ 158750 h 1075928"/>
              <a:gd name="connsiteX55" fmla="*/ 292100 w 1608138"/>
              <a:gd name="connsiteY55" fmla="*/ 198438 h 1075928"/>
              <a:gd name="connsiteX56" fmla="*/ 231775 w 1608138"/>
              <a:gd name="connsiteY56" fmla="*/ 250825 h 1075928"/>
              <a:gd name="connsiteX57" fmla="*/ 182563 w 1608138"/>
              <a:gd name="connsiteY57" fmla="*/ 307975 h 1075928"/>
              <a:gd name="connsiteX58" fmla="*/ 141288 w 1608138"/>
              <a:gd name="connsiteY58" fmla="*/ 377825 h 1075928"/>
              <a:gd name="connsiteX59" fmla="*/ 109538 w 1608138"/>
              <a:gd name="connsiteY59" fmla="*/ 455613 h 1075928"/>
              <a:gd name="connsiteX60" fmla="*/ 98425 w 1608138"/>
              <a:gd name="connsiteY60" fmla="*/ 512763 h 1075928"/>
              <a:gd name="connsiteX61" fmla="*/ 92075 w 1608138"/>
              <a:gd name="connsiteY61" fmla="*/ 576263 h 1075928"/>
              <a:gd name="connsiteX62" fmla="*/ 95250 w 1608138"/>
              <a:gd name="connsiteY62" fmla="*/ 642938 h 1075928"/>
              <a:gd name="connsiteX63" fmla="*/ 101600 w 1608138"/>
              <a:gd name="connsiteY63" fmla="*/ 709613 h 1075928"/>
              <a:gd name="connsiteX64" fmla="*/ 109538 w 1608138"/>
              <a:gd name="connsiteY64" fmla="*/ 773113 h 1075928"/>
              <a:gd name="connsiteX65" fmla="*/ 123825 w 1608138"/>
              <a:gd name="connsiteY65" fmla="*/ 825500 h 1075928"/>
              <a:gd name="connsiteX66" fmla="*/ 161925 w 1608138"/>
              <a:gd name="connsiteY66" fmla="*/ 928688 h 1075928"/>
              <a:gd name="connsiteX67" fmla="*/ 207963 w 1608138"/>
              <a:gd name="connsiteY67" fmla="*/ 1030288 h 1075928"/>
              <a:gd name="connsiteX68" fmla="*/ 230783 w 1608138"/>
              <a:gd name="connsiteY68" fmla="*/ 1075928 h 1075928"/>
              <a:gd name="connsiteX69" fmla="*/ 119823 w 1608138"/>
              <a:gd name="connsiteY69" fmla="*/ 1075928 h 1075928"/>
              <a:gd name="connsiteX70" fmla="*/ 101600 w 1608138"/>
              <a:gd name="connsiteY70" fmla="*/ 1038225 h 1075928"/>
              <a:gd name="connsiteX71" fmla="*/ 60325 w 1608138"/>
              <a:gd name="connsiteY71" fmla="*/ 938213 h 1075928"/>
              <a:gd name="connsiteX72" fmla="*/ 28575 w 1608138"/>
              <a:gd name="connsiteY72" fmla="*/ 830263 h 1075928"/>
              <a:gd name="connsiteX73" fmla="*/ 14288 w 1608138"/>
              <a:gd name="connsiteY73" fmla="*/ 769938 h 1075928"/>
              <a:gd name="connsiteX74" fmla="*/ 6350 w 1608138"/>
              <a:gd name="connsiteY74" fmla="*/ 700088 h 1075928"/>
              <a:gd name="connsiteX75" fmla="*/ 0 w 1608138"/>
              <a:gd name="connsiteY75" fmla="*/ 628650 h 1075928"/>
              <a:gd name="connsiteX76" fmla="*/ 0 w 1608138"/>
              <a:gd name="connsiteY76" fmla="*/ 554038 h 1075928"/>
              <a:gd name="connsiteX77" fmla="*/ 9525 w 1608138"/>
              <a:gd name="connsiteY77" fmla="*/ 487363 h 1075928"/>
              <a:gd name="connsiteX78" fmla="*/ 23813 w 1608138"/>
              <a:gd name="connsiteY78" fmla="*/ 423863 h 1075928"/>
              <a:gd name="connsiteX79" fmla="*/ 52388 w 1608138"/>
              <a:gd name="connsiteY79" fmla="*/ 342900 h 1075928"/>
              <a:gd name="connsiteX80" fmla="*/ 95250 w 1608138"/>
              <a:gd name="connsiteY80" fmla="*/ 271463 h 1075928"/>
              <a:gd name="connsiteX81" fmla="*/ 144463 w 1608138"/>
              <a:gd name="connsiteY81" fmla="*/ 204788 h 1075928"/>
              <a:gd name="connsiteX82" fmla="*/ 204788 w 1608138"/>
              <a:gd name="connsiteY82" fmla="*/ 146050 h 1075928"/>
              <a:gd name="connsiteX83" fmla="*/ 271463 w 1608138"/>
              <a:gd name="connsiteY83" fmla="*/ 96838 h 1075928"/>
              <a:gd name="connsiteX84" fmla="*/ 346075 w 1608138"/>
              <a:gd name="connsiteY84" fmla="*/ 63500 h 1075928"/>
              <a:gd name="connsiteX85" fmla="*/ 395288 w 1608138"/>
              <a:gd name="connsiteY85" fmla="*/ 49213 h 1075928"/>
              <a:gd name="connsiteX86" fmla="*/ 447675 w 1608138"/>
              <a:gd name="connsiteY86" fmla="*/ 36513 h 1075928"/>
              <a:gd name="connsiteX87" fmla="*/ 500063 w 1608138"/>
              <a:gd name="connsiteY87" fmla="*/ 28575 h 1075928"/>
              <a:gd name="connsiteX88" fmla="*/ 549275 w 1608138"/>
              <a:gd name="connsiteY88" fmla="*/ 17463 h 1075928"/>
              <a:gd name="connsiteX89" fmla="*/ 595313 w 1608138"/>
              <a:gd name="connsiteY89" fmla="*/ 0 h 1075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608138" h="1075928">
                <a:moveTo>
                  <a:pt x="1012825" y="4763"/>
                </a:moveTo>
                <a:lnTo>
                  <a:pt x="1062038" y="4763"/>
                </a:lnTo>
                <a:lnTo>
                  <a:pt x="1108075" y="17463"/>
                </a:lnTo>
                <a:lnTo>
                  <a:pt x="1157288" y="36513"/>
                </a:lnTo>
                <a:lnTo>
                  <a:pt x="1201738" y="57150"/>
                </a:lnTo>
                <a:lnTo>
                  <a:pt x="1241425" y="74613"/>
                </a:lnTo>
                <a:lnTo>
                  <a:pt x="1301750" y="106363"/>
                </a:lnTo>
                <a:lnTo>
                  <a:pt x="1365250" y="149225"/>
                </a:lnTo>
                <a:lnTo>
                  <a:pt x="1423988" y="198438"/>
                </a:lnTo>
                <a:lnTo>
                  <a:pt x="1474788" y="258763"/>
                </a:lnTo>
                <a:lnTo>
                  <a:pt x="1520826" y="328613"/>
                </a:lnTo>
                <a:lnTo>
                  <a:pt x="1558926" y="406400"/>
                </a:lnTo>
                <a:lnTo>
                  <a:pt x="1587501" y="490538"/>
                </a:lnTo>
                <a:lnTo>
                  <a:pt x="1604963" y="579438"/>
                </a:lnTo>
                <a:lnTo>
                  <a:pt x="1608138" y="677863"/>
                </a:lnTo>
                <a:lnTo>
                  <a:pt x="1597026" y="779463"/>
                </a:lnTo>
                <a:lnTo>
                  <a:pt x="1576388" y="865188"/>
                </a:lnTo>
                <a:lnTo>
                  <a:pt x="1547813" y="942975"/>
                </a:lnTo>
                <a:lnTo>
                  <a:pt x="1516063" y="1017588"/>
                </a:lnTo>
                <a:lnTo>
                  <a:pt x="1486893" y="1075928"/>
                </a:lnTo>
                <a:lnTo>
                  <a:pt x="1381632" y="1075928"/>
                </a:lnTo>
                <a:lnTo>
                  <a:pt x="1495426" y="830263"/>
                </a:lnTo>
                <a:lnTo>
                  <a:pt x="1506538" y="762000"/>
                </a:lnTo>
                <a:lnTo>
                  <a:pt x="1509713" y="685800"/>
                </a:lnTo>
                <a:lnTo>
                  <a:pt x="1506538" y="608013"/>
                </a:lnTo>
                <a:lnTo>
                  <a:pt x="1495426" y="536575"/>
                </a:lnTo>
                <a:lnTo>
                  <a:pt x="1477963" y="466725"/>
                </a:lnTo>
                <a:lnTo>
                  <a:pt x="1457326" y="403225"/>
                </a:lnTo>
                <a:lnTo>
                  <a:pt x="1431926" y="354013"/>
                </a:lnTo>
                <a:lnTo>
                  <a:pt x="1389063" y="296863"/>
                </a:lnTo>
                <a:lnTo>
                  <a:pt x="1336675" y="239713"/>
                </a:lnTo>
                <a:lnTo>
                  <a:pt x="1273175" y="190500"/>
                </a:lnTo>
                <a:lnTo>
                  <a:pt x="1201738" y="149225"/>
                </a:lnTo>
                <a:lnTo>
                  <a:pt x="1125538" y="127000"/>
                </a:lnTo>
                <a:lnTo>
                  <a:pt x="1096963" y="123825"/>
                </a:lnTo>
                <a:lnTo>
                  <a:pt x="1071563" y="131763"/>
                </a:lnTo>
                <a:lnTo>
                  <a:pt x="1042988" y="138113"/>
                </a:lnTo>
                <a:lnTo>
                  <a:pt x="1012825" y="146050"/>
                </a:lnTo>
                <a:lnTo>
                  <a:pt x="981075" y="144463"/>
                </a:lnTo>
                <a:lnTo>
                  <a:pt x="966788" y="127000"/>
                </a:lnTo>
                <a:lnTo>
                  <a:pt x="958850" y="100013"/>
                </a:lnTo>
                <a:lnTo>
                  <a:pt x="955675" y="71438"/>
                </a:lnTo>
                <a:lnTo>
                  <a:pt x="962025" y="42863"/>
                </a:lnTo>
                <a:cubicBezTo>
                  <a:pt x="968676" y="19878"/>
                  <a:pt x="973268" y="9235"/>
                  <a:pt x="1012825" y="4763"/>
                </a:cubicBezTo>
                <a:close/>
                <a:moveTo>
                  <a:pt x="595313" y="0"/>
                </a:moveTo>
                <a:lnTo>
                  <a:pt x="638177" y="4762"/>
                </a:lnTo>
                <a:cubicBezTo>
                  <a:pt x="650876" y="21166"/>
                  <a:pt x="663578" y="17002"/>
                  <a:pt x="676275" y="53975"/>
                </a:cubicBezTo>
                <a:cubicBezTo>
                  <a:pt x="678127" y="76200"/>
                  <a:pt x="679649" y="118123"/>
                  <a:pt x="649288" y="138113"/>
                </a:cubicBezTo>
                <a:lnTo>
                  <a:pt x="617538" y="149225"/>
                </a:lnTo>
                <a:lnTo>
                  <a:pt x="585788" y="149225"/>
                </a:lnTo>
                <a:lnTo>
                  <a:pt x="550863" y="141288"/>
                </a:lnTo>
                <a:lnTo>
                  <a:pt x="517525" y="131763"/>
                </a:lnTo>
                <a:lnTo>
                  <a:pt x="479425" y="128588"/>
                </a:lnTo>
                <a:lnTo>
                  <a:pt x="441325" y="131763"/>
                </a:lnTo>
                <a:lnTo>
                  <a:pt x="360363" y="158750"/>
                </a:lnTo>
                <a:lnTo>
                  <a:pt x="292100" y="198438"/>
                </a:lnTo>
                <a:lnTo>
                  <a:pt x="231775" y="250825"/>
                </a:lnTo>
                <a:lnTo>
                  <a:pt x="182563" y="307975"/>
                </a:lnTo>
                <a:lnTo>
                  <a:pt x="141288" y="377825"/>
                </a:lnTo>
                <a:lnTo>
                  <a:pt x="109538" y="455613"/>
                </a:lnTo>
                <a:lnTo>
                  <a:pt x="98425" y="512763"/>
                </a:lnTo>
                <a:lnTo>
                  <a:pt x="92075" y="576263"/>
                </a:lnTo>
                <a:lnTo>
                  <a:pt x="95250" y="642938"/>
                </a:lnTo>
                <a:lnTo>
                  <a:pt x="101600" y="709613"/>
                </a:lnTo>
                <a:lnTo>
                  <a:pt x="109538" y="773113"/>
                </a:lnTo>
                <a:lnTo>
                  <a:pt x="123825" y="825500"/>
                </a:lnTo>
                <a:lnTo>
                  <a:pt x="161925" y="928688"/>
                </a:lnTo>
                <a:lnTo>
                  <a:pt x="207963" y="1030288"/>
                </a:lnTo>
                <a:lnTo>
                  <a:pt x="230783" y="1075928"/>
                </a:lnTo>
                <a:lnTo>
                  <a:pt x="119823" y="1075928"/>
                </a:lnTo>
                <a:lnTo>
                  <a:pt x="101600" y="1038225"/>
                </a:lnTo>
                <a:lnTo>
                  <a:pt x="60325" y="938213"/>
                </a:lnTo>
                <a:lnTo>
                  <a:pt x="28575" y="830263"/>
                </a:lnTo>
                <a:lnTo>
                  <a:pt x="14288" y="769938"/>
                </a:lnTo>
                <a:lnTo>
                  <a:pt x="6350" y="700088"/>
                </a:lnTo>
                <a:lnTo>
                  <a:pt x="0" y="628650"/>
                </a:lnTo>
                <a:lnTo>
                  <a:pt x="0" y="554038"/>
                </a:lnTo>
                <a:lnTo>
                  <a:pt x="9525" y="487363"/>
                </a:lnTo>
                <a:lnTo>
                  <a:pt x="23813" y="423863"/>
                </a:lnTo>
                <a:lnTo>
                  <a:pt x="52388" y="342900"/>
                </a:lnTo>
                <a:lnTo>
                  <a:pt x="95250" y="271463"/>
                </a:lnTo>
                <a:lnTo>
                  <a:pt x="144463" y="204788"/>
                </a:lnTo>
                <a:lnTo>
                  <a:pt x="204788" y="146050"/>
                </a:lnTo>
                <a:lnTo>
                  <a:pt x="271463" y="96838"/>
                </a:lnTo>
                <a:lnTo>
                  <a:pt x="346075" y="63500"/>
                </a:lnTo>
                <a:lnTo>
                  <a:pt x="395288" y="49213"/>
                </a:lnTo>
                <a:lnTo>
                  <a:pt x="447675" y="36513"/>
                </a:lnTo>
                <a:lnTo>
                  <a:pt x="500063" y="28575"/>
                </a:lnTo>
                <a:lnTo>
                  <a:pt x="549275" y="17463"/>
                </a:lnTo>
                <a:lnTo>
                  <a:pt x="595313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5C9091-E2CC-453B-AE70-FBCB4E70649E}"/>
              </a:ext>
            </a:extLst>
          </p:cNvPr>
          <p:cNvSpPr txBox="1"/>
          <p:nvPr/>
        </p:nvSpPr>
        <p:spPr>
          <a:xfrm>
            <a:off x="4267245" y="344127"/>
            <a:ext cx="6025744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4400" dirty="0">
                <a:solidFill>
                  <a:schemeClr val="bg1"/>
                </a:solidFill>
                <a:cs typeface="Arial" pitchFamily="34" charset="0"/>
              </a:rPr>
              <a:t>Понятие иммунитета</a:t>
            </a:r>
            <a:endParaRPr lang="ko-KR" altLang="en-US" sz="4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17FB75-26BA-4171-83BA-2C690240D132}"/>
              </a:ext>
            </a:extLst>
          </p:cNvPr>
          <p:cNvGrpSpPr/>
          <p:nvPr/>
        </p:nvGrpSpPr>
        <p:grpSpPr>
          <a:xfrm>
            <a:off x="4830135" y="1728239"/>
            <a:ext cx="5351450" cy="1181745"/>
            <a:chOff x="5616952" y="2519949"/>
            <a:chExt cx="5351450" cy="118174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94794E4-49F3-4DD8-BB68-0BC6F3467870}"/>
                </a:ext>
              </a:extLst>
            </p:cNvPr>
            <p:cNvGrpSpPr/>
            <p:nvPr/>
          </p:nvGrpSpPr>
          <p:grpSpPr>
            <a:xfrm>
              <a:off x="6387374" y="2586722"/>
              <a:ext cx="4581028" cy="1114972"/>
              <a:chOff x="6697115" y="1621976"/>
              <a:chExt cx="4581028" cy="111497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1CA996-43E9-4B53-AC2B-BB97D70E01F3}"/>
                  </a:ext>
                </a:extLst>
              </p:cNvPr>
              <p:cNvSpPr txBox="1"/>
              <p:nvPr/>
            </p:nvSpPr>
            <p:spPr>
              <a:xfrm>
                <a:off x="6770451" y="2090617"/>
                <a:ext cx="45076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altLang="ko-KR" sz="1200" dirty="0">
                    <a:solidFill>
                      <a:schemeClr val="bg1"/>
                    </a:solidFill>
                    <a:cs typeface="Arial" pitchFamily="34" charset="0"/>
                  </a:rPr>
                  <a:t>это совокупность защитных механизмов организма, направленных на распознавание и устранение генетически чужеродных агентов (антигенов).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5ED36-8D40-4B78-B6BC-F03C74264789}"/>
                  </a:ext>
                </a:extLst>
              </p:cNvPr>
              <p:cNvSpPr txBox="1"/>
              <p:nvPr/>
            </p:nvSpPr>
            <p:spPr>
              <a:xfrm>
                <a:off x="6697115" y="1621976"/>
                <a:ext cx="4507692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ru-RU" altLang="ko-KR" sz="2700" b="1" dirty="0">
                    <a:solidFill>
                      <a:schemeClr val="bg1"/>
                    </a:solidFill>
                    <a:cs typeface="Arial" pitchFamily="34" charset="0"/>
                  </a:rPr>
                  <a:t>Иммунитет 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6E7021E-F2A3-48E7-8ECE-C457F15E7944}"/>
                </a:ext>
              </a:extLst>
            </p:cNvPr>
            <p:cNvSpPr txBox="1"/>
            <p:nvPr/>
          </p:nvSpPr>
          <p:spPr>
            <a:xfrm>
              <a:off x="5616952" y="2519949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A7DB320-28D6-47BE-999C-80FCDBF642E3}"/>
              </a:ext>
            </a:extLst>
          </p:cNvPr>
          <p:cNvGrpSpPr/>
          <p:nvPr/>
        </p:nvGrpSpPr>
        <p:grpSpPr>
          <a:xfrm>
            <a:off x="5302381" y="2834470"/>
            <a:ext cx="5351450" cy="997079"/>
            <a:chOff x="5616952" y="2519949"/>
            <a:chExt cx="5351450" cy="99707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5418451-C216-47DB-B80F-A60C249DAF3F}"/>
                </a:ext>
              </a:extLst>
            </p:cNvPr>
            <p:cNvGrpSpPr/>
            <p:nvPr/>
          </p:nvGrpSpPr>
          <p:grpSpPr>
            <a:xfrm>
              <a:off x="6442238" y="2630866"/>
              <a:ext cx="4526164" cy="886162"/>
              <a:chOff x="6751979" y="1666120"/>
              <a:chExt cx="4526164" cy="88616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021FBEB-CC27-42D1-A8F5-CFC7A787EF9A}"/>
                  </a:ext>
                </a:extLst>
              </p:cNvPr>
              <p:cNvSpPr txBox="1"/>
              <p:nvPr/>
            </p:nvSpPr>
            <p:spPr>
              <a:xfrm>
                <a:off x="6770451" y="2090617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altLang="ko-KR" sz="1200" dirty="0">
                    <a:solidFill>
                      <a:schemeClr val="bg1"/>
                    </a:solidFill>
                    <a:cs typeface="Arial" pitchFamily="34" charset="0"/>
                  </a:rPr>
                  <a:t>Он обеспечивает биологическую индивидуальность организма.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2DD5AC9-180A-444A-A011-CE85A5231801}"/>
                  </a:ext>
                </a:extLst>
              </p:cNvPr>
              <p:cNvSpPr txBox="1"/>
              <p:nvPr/>
            </p:nvSpPr>
            <p:spPr>
              <a:xfrm>
                <a:off x="6751979" y="1666120"/>
                <a:ext cx="4507692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ru-RU" altLang="ko-KR" sz="2700" b="1" dirty="0">
                    <a:solidFill>
                      <a:schemeClr val="bg1"/>
                    </a:solidFill>
                    <a:cs typeface="Arial" pitchFamily="34" charset="0"/>
                  </a:rPr>
                  <a:t>Что он делает?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109A621-6ACF-4774-B967-865A20E7C217}"/>
                </a:ext>
              </a:extLst>
            </p:cNvPr>
            <p:cNvSpPr txBox="1"/>
            <p:nvPr/>
          </p:nvSpPr>
          <p:spPr>
            <a:xfrm>
              <a:off x="5616952" y="2519949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C77D5-2587-46D8-A268-CA228B4A098C}"/>
              </a:ext>
            </a:extLst>
          </p:cNvPr>
          <p:cNvSpPr/>
          <p:nvPr/>
        </p:nvSpPr>
        <p:spPr>
          <a:xfrm rot="16200000">
            <a:off x="690692" y="1573052"/>
            <a:ext cx="3291840" cy="12235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CD9DB49-0254-44A0-BE69-F368A157C8BA}"/>
              </a:ext>
            </a:extLst>
          </p:cNvPr>
          <p:cNvGrpSpPr/>
          <p:nvPr/>
        </p:nvGrpSpPr>
        <p:grpSpPr>
          <a:xfrm>
            <a:off x="2134833" y="3181305"/>
            <a:ext cx="376126" cy="376126"/>
            <a:chOff x="1733181" y="3181305"/>
            <a:chExt cx="376126" cy="37612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533CAEC-985A-4B21-955A-E622106FA4B4}"/>
                </a:ext>
              </a:extLst>
            </p:cNvPr>
            <p:cNvSpPr/>
            <p:nvPr/>
          </p:nvSpPr>
          <p:spPr>
            <a:xfrm rot="16200000">
              <a:off x="1733181" y="3181305"/>
              <a:ext cx="376126" cy="37612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CC6A506-154C-470E-A60B-988C7FC2B1BA}"/>
                </a:ext>
              </a:extLst>
            </p:cNvPr>
            <p:cNvSpPr/>
            <p:nvPr/>
          </p:nvSpPr>
          <p:spPr>
            <a:xfrm rot="16200000">
              <a:off x="1770777" y="3218901"/>
              <a:ext cx="300935" cy="300935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CDE85E2-17CB-4EE3-9E0F-D4D1CFA65AD6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904378" y="3352502"/>
              <a:ext cx="33732" cy="3373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13">
            <a:extLst>
              <a:ext uri="{FF2B5EF4-FFF2-40B4-BE49-F238E27FC236}">
                <a16:creationId xmlns:a16="http://schemas.microsoft.com/office/drawing/2014/main" id="{A1672F21-8930-4AAC-B5C4-0C48C936004A}"/>
              </a:ext>
            </a:extLst>
          </p:cNvPr>
          <p:cNvGrpSpPr/>
          <p:nvPr/>
        </p:nvGrpSpPr>
        <p:grpSpPr>
          <a:xfrm>
            <a:off x="8152616" y="5011120"/>
            <a:ext cx="3167829" cy="1614615"/>
            <a:chOff x="394498" y="4213077"/>
            <a:chExt cx="4289882" cy="2186516"/>
          </a:xfrm>
        </p:grpSpPr>
        <p:sp>
          <p:nvSpPr>
            <p:cNvPr id="48" name="Freeform: Shape 14">
              <a:extLst>
                <a:ext uri="{FF2B5EF4-FFF2-40B4-BE49-F238E27FC236}">
                  <a16:creationId xmlns:a16="http://schemas.microsoft.com/office/drawing/2014/main" id="{B7A6C49E-59AB-46A3-95ED-0057899E0428}"/>
                </a:ext>
              </a:extLst>
            </p:cNvPr>
            <p:cNvSpPr/>
            <p:nvPr/>
          </p:nvSpPr>
          <p:spPr>
            <a:xfrm>
              <a:off x="441750" y="4594260"/>
              <a:ext cx="4166378" cy="864277"/>
            </a:xfrm>
            <a:custGeom>
              <a:avLst/>
              <a:gdLst>
                <a:gd name="connsiteX0" fmla="*/ 1095321 w 8448675"/>
                <a:gd name="connsiteY0" fmla="*/ 750076 h 1752600"/>
                <a:gd name="connsiteX1" fmla="*/ 1468701 w 8448675"/>
                <a:gd name="connsiteY1" fmla="*/ 32843 h 1752600"/>
                <a:gd name="connsiteX2" fmla="*/ 1524899 w 8448675"/>
                <a:gd name="connsiteY2" fmla="*/ 458 h 1752600"/>
                <a:gd name="connsiteX3" fmla="*/ 1572524 w 8448675"/>
                <a:gd name="connsiteY3" fmla="*/ 458 h 1752600"/>
                <a:gd name="connsiteX4" fmla="*/ 8214306 w 8448675"/>
                <a:gd name="connsiteY4" fmla="*/ 458 h 1752600"/>
                <a:gd name="connsiteX5" fmla="*/ 8287649 w 8448675"/>
                <a:gd name="connsiteY5" fmla="*/ 69991 h 1752600"/>
                <a:gd name="connsiteX6" fmla="*/ 8369564 w 8448675"/>
                <a:gd name="connsiteY6" fmla="*/ 859613 h 1752600"/>
                <a:gd name="connsiteX7" fmla="*/ 8449574 w 8448675"/>
                <a:gd name="connsiteY7" fmla="*/ 1653998 h 1752600"/>
                <a:gd name="connsiteX8" fmla="*/ 8457194 w 8448675"/>
                <a:gd name="connsiteY8" fmla="*/ 1734008 h 1752600"/>
                <a:gd name="connsiteX9" fmla="*/ 8410522 w 8448675"/>
                <a:gd name="connsiteY9" fmla="*/ 1753058 h 1752600"/>
                <a:gd name="connsiteX10" fmla="*/ 8358134 w 8448675"/>
                <a:gd name="connsiteY10" fmla="*/ 1754011 h 1752600"/>
                <a:gd name="connsiteX11" fmla="*/ 99006 w 8448675"/>
                <a:gd name="connsiteY11" fmla="*/ 1753058 h 1752600"/>
                <a:gd name="connsiteX12" fmla="*/ 899 w 8448675"/>
                <a:gd name="connsiteY12" fmla="*/ 1732103 h 1752600"/>
                <a:gd name="connsiteX13" fmla="*/ 90434 w 8448675"/>
                <a:gd name="connsiteY13" fmla="*/ 1601611 h 1752600"/>
                <a:gd name="connsiteX14" fmla="*/ 742896 w 8448675"/>
                <a:gd name="connsiteY14" fmla="*/ 1328243 h 1752600"/>
                <a:gd name="connsiteX15" fmla="*/ 840051 w 8448675"/>
                <a:gd name="connsiteY15" fmla="*/ 1239661 h 1752600"/>
                <a:gd name="connsiteX16" fmla="*/ 892439 w 8448675"/>
                <a:gd name="connsiteY16" fmla="*/ 1139648 h 1752600"/>
                <a:gd name="connsiteX17" fmla="*/ 901011 w 8448675"/>
                <a:gd name="connsiteY17" fmla="*/ 1223468 h 1752600"/>
                <a:gd name="connsiteX18" fmla="*/ 927681 w 8448675"/>
                <a:gd name="connsiteY18" fmla="*/ 1265378 h 1752600"/>
                <a:gd name="connsiteX19" fmla="*/ 1165807 w 8448675"/>
                <a:gd name="connsiteY19" fmla="*/ 1308241 h 1752600"/>
                <a:gd name="connsiteX20" fmla="*/ 1209621 w 8448675"/>
                <a:gd name="connsiteY20" fmla="*/ 1273951 h 1752600"/>
                <a:gd name="connsiteX21" fmla="*/ 1284869 w 8448675"/>
                <a:gd name="connsiteY21" fmla="*/ 1267283 h 1752600"/>
                <a:gd name="connsiteX22" fmla="*/ 2232607 w 8448675"/>
                <a:gd name="connsiteY22" fmla="*/ 1267283 h 1752600"/>
                <a:gd name="connsiteX23" fmla="*/ 2303092 w 8448675"/>
                <a:gd name="connsiteY23" fmla="*/ 1198703 h 1752600"/>
                <a:gd name="connsiteX24" fmla="*/ 2303092 w 8448675"/>
                <a:gd name="connsiteY24" fmla="*/ 279541 h 1752600"/>
                <a:gd name="connsiteX25" fmla="*/ 2232607 w 8448675"/>
                <a:gd name="connsiteY25" fmla="*/ 210961 h 1752600"/>
                <a:gd name="connsiteX26" fmla="*/ 1623007 w 8448675"/>
                <a:gd name="connsiteY26" fmla="*/ 209056 h 1752600"/>
                <a:gd name="connsiteX27" fmla="*/ 1514421 w 8448675"/>
                <a:gd name="connsiteY27" fmla="*/ 278588 h 1752600"/>
                <a:gd name="connsiteX28" fmla="*/ 1262962 w 8448675"/>
                <a:gd name="connsiteY28" fmla="*/ 791986 h 1752600"/>
                <a:gd name="connsiteX29" fmla="*/ 1222004 w 8448675"/>
                <a:gd name="connsiteY29" fmla="*/ 850088 h 1752600"/>
                <a:gd name="connsiteX30" fmla="*/ 1195334 w 8448675"/>
                <a:gd name="connsiteY30" fmla="*/ 850088 h 1752600"/>
                <a:gd name="connsiteX31" fmla="*/ 1095321 w 8448675"/>
                <a:gd name="connsiteY31" fmla="*/ 750076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448675" h="1752600">
                  <a:moveTo>
                    <a:pt x="1095321" y="750076"/>
                  </a:moveTo>
                  <a:cubicBezTo>
                    <a:pt x="1220099" y="510998"/>
                    <a:pt x="1344876" y="271921"/>
                    <a:pt x="1468701" y="32843"/>
                  </a:cubicBezTo>
                  <a:cubicBezTo>
                    <a:pt x="1481084" y="8078"/>
                    <a:pt x="1497276" y="-2399"/>
                    <a:pt x="1524899" y="458"/>
                  </a:cubicBezTo>
                  <a:cubicBezTo>
                    <a:pt x="1540139" y="2363"/>
                    <a:pt x="1556332" y="458"/>
                    <a:pt x="1572524" y="458"/>
                  </a:cubicBezTo>
                  <a:cubicBezTo>
                    <a:pt x="3786134" y="458"/>
                    <a:pt x="6000697" y="458"/>
                    <a:pt x="8214306" y="458"/>
                  </a:cubicBezTo>
                  <a:cubicBezTo>
                    <a:pt x="8281934" y="458"/>
                    <a:pt x="8280029" y="458"/>
                    <a:pt x="8287649" y="69991"/>
                  </a:cubicBezTo>
                  <a:cubicBezTo>
                    <a:pt x="8314319" y="332881"/>
                    <a:pt x="8342894" y="596723"/>
                    <a:pt x="8369564" y="859613"/>
                  </a:cubicBezTo>
                  <a:cubicBezTo>
                    <a:pt x="8397186" y="1124408"/>
                    <a:pt x="8422904" y="1389203"/>
                    <a:pt x="8449574" y="1653998"/>
                  </a:cubicBezTo>
                  <a:cubicBezTo>
                    <a:pt x="8452431" y="1680668"/>
                    <a:pt x="8454336" y="1707338"/>
                    <a:pt x="8457194" y="1734008"/>
                  </a:cubicBezTo>
                  <a:cubicBezTo>
                    <a:pt x="8444811" y="1748296"/>
                    <a:pt x="8428619" y="1753058"/>
                    <a:pt x="8410522" y="1753058"/>
                  </a:cubicBezTo>
                  <a:cubicBezTo>
                    <a:pt x="8393377" y="1753058"/>
                    <a:pt x="8375279" y="1754011"/>
                    <a:pt x="8358134" y="1754011"/>
                  </a:cubicBezTo>
                  <a:cubicBezTo>
                    <a:pt x="5605409" y="1754011"/>
                    <a:pt x="2852684" y="1754011"/>
                    <a:pt x="99006" y="1753058"/>
                  </a:cubicBezTo>
                  <a:cubicBezTo>
                    <a:pt x="65669" y="1753058"/>
                    <a:pt x="28521" y="1765441"/>
                    <a:pt x="899" y="1732103"/>
                  </a:cubicBezTo>
                  <a:cubicBezTo>
                    <a:pt x="-5769" y="1663523"/>
                    <a:pt x="24711" y="1627328"/>
                    <a:pt x="90434" y="1601611"/>
                  </a:cubicBezTo>
                  <a:cubicBezTo>
                    <a:pt x="309509" y="1514933"/>
                    <a:pt x="524774" y="1418731"/>
                    <a:pt x="742896" y="1328243"/>
                  </a:cubicBezTo>
                  <a:cubicBezTo>
                    <a:pt x="787664" y="1309193"/>
                    <a:pt x="821954" y="1286333"/>
                    <a:pt x="840051" y="1239661"/>
                  </a:cubicBezTo>
                  <a:cubicBezTo>
                    <a:pt x="852434" y="1208228"/>
                    <a:pt x="871484" y="1178701"/>
                    <a:pt x="892439" y="1139648"/>
                  </a:cubicBezTo>
                  <a:cubicBezTo>
                    <a:pt x="896249" y="1174891"/>
                    <a:pt x="898154" y="1198703"/>
                    <a:pt x="901011" y="1223468"/>
                  </a:cubicBezTo>
                  <a:cubicBezTo>
                    <a:pt x="921014" y="1230136"/>
                    <a:pt x="921014" y="1250138"/>
                    <a:pt x="927681" y="1265378"/>
                  </a:cubicBezTo>
                  <a:cubicBezTo>
                    <a:pt x="977211" y="1371106"/>
                    <a:pt x="1084844" y="1391108"/>
                    <a:pt x="1165807" y="1308241"/>
                  </a:cubicBezTo>
                  <a:cubicBezTo>
                    <a:pt x="1179141" y="1294906"/>
                    <a:pt x="1189619" y="1278713"/>
                    <a:pt x="1209621" y="1273951"/>
                  </a:cubicBezTo>
                  <a:cubicBezTo>
                    <a:pt x="1234387" y="1265378"/>
                    <a:pt x="1260104" y="1267283"/>
                    <a:pt x="1284869" y="1267283"/>
                  </a:cubicBezTo>
                  <a:cubicBezTo>
                    <a:pt x="1601099" y="1267283"/>
                    <a:pt x="1916376" y="1267283"/>
                    <a:pt x="2232607" y="1267283"/>
                  </a:cubicBezTo>
                  <a:cubicBezTo>
                    <a:pt x="2301187" y="1267283"/>
                    <a:pt x="2303092" y="1265378"/>
                    <a:pt x="2303092" y="1198703"/>
                  </a:cubicBezTo>
                  <a:cubicBezTo>
                    <a:pt x="2303092" y="891998"/>
                    <a:pt x="2303092" y="586246"/>
                    <a:pt x="2303092" y="279541"/>
                  </a:cubicBezTo>
                  <a:cubicBezTo>
                    <a:pt x="2303092" y="212866"/>
                    <a:pt x="2301187" y="210961"/>
                    <a:pt x="2232607" y="210961"/>
                  </a:cubicBezTo>
                  <a:cubicBezTo>
                    <a:pt x="2029724" y="210961"/>
                    <a:pt x="1825889" y="212866"/>
                    <a:pt x="1623007" y="209056"/>
                  </a:cubicBezTo>
                  <a:cubicBezTo>
                    <a:pt x="1565857" y="208103"/>
                    <a:pt x="1536329" y="229058"/>
                    <a:pt x="1514421" y="278588"/>
                  </a:cubicBezTo>
                  <a:cubicBezTo>
                    <a:pt x="1438221" y="452896"/>
                    <a:pt x="1346782" y="620536"/>
                    <a:pt x="1262962" y="791986"/>
                  </a:cubicBezTo>
                  <a:cubicBezTo>
                    <a:pt x="1252484" y="812941"/>
                    <a:pt x="1242959" y="835801"/>
                    <a:pt x="1222004" y="850088"/>
                  </a:cubicBezTo>
                  <a:cubicBezTo>
                    <a:pt x="1213432" y="854851"/>
                    <a:pt x="1202001" y="857708"/>
                    <a:pt x="1195334" y="850088"/>
                  </a:cubicBezTo>
                  <a:cubicBezTo>
                    <a:pt x="1167712" y="812941"/>
                    <a:pt x="1121991" y="791033"/>
                    <a:pt x="1095321" y="750076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15">
              <a:extLst>
                <a:ext uri="{FF2B5EF4-FFF2-40B4-BE49-F238E27FC236}">
                  <a16:creationId xmlns:a16="http://schemas.microsoft.com/office/drawing/2014/main" id="{80F25410-11FC-4EBA-84E8-8BB3DE14D9A2}"/>
                </a:ext>
              </a:extLst>
            </p:cNvPr>
            <p:cNvSpPr/>
            <p:nvPr/>
          </p:nvSpPr>
          <p:spPr>
            <a:xfrm>
              <a:off x="394498" y="5468157"/>
              <a:ext cx="4283807" cy="624722"/>
            </a:xfrm>
            <a:custGeom>
              <a:avLst/>
              <a:gdLst>
                <a:gd name="connsiteX0" fmla="*/ 8555869 w 8686800"/>
                <a:gd name="connsiteY0" fmla="*/ 0 h 1266825"/>
                <a:gd name="connsiteX1" fmla="*/ 8592064 w 8686800"/>
                <a:gd name="connsiteY1" fmla="*/ 325755 h 1266825"/>
                <a:gd name="connsiteX2" fmla="*/ 8600636 w 8686800"/>
                <a:gd name="connsiteY2" fmla="*/ 410527 h 1266825"/>
                <a:gd name="connsiteX3" fmla="*/ 8549201 w 8686800"/>
                <a:gd name="connsiteY3" fmla="*/ 438150 h 1266825"/>
                <a:gd name="connsiteX4" fmla="*/ 8445379 w 8686800"/>
                <a:gd name="connsiteY4" fmla="*/ 449580 h 1266825"/>
                <a:gd name="connsiteX5" fmla="*/ 8392991 w 8686800"/>
                <a:gd name="connsiteY5" fmla="*/ 507682 h 1266825"/>
                <a:gd name="connsiteX6" fmla="*/ 8413946 w 8686800"/>
                <a:gd name="connsiteY6" fmla="*/ 710565 h 1266825"/>
                <a:gd name="connsiteX7" fmla="*/ 8439664 w 8686800"/>
                <a:gd name="connsiteY7" fmla="*/ 942022 h 1266825"/>
                <a:gd name="connsiteX8" fmla="*/ 8500624 w 8686800"/>
                <a:gd name="connsiteY8" fmla="*/ 986790 h 1266825"/>
                <a:gd name="connsiteX9" fmla="*/ 8609209 w 8686800"/>
                <a:gd name="connsiteY9" fmla="*/ 976313 h 1266825"/>
                <a:gd name="connsiteX10" fmla="*/ 8660644 w 8686800"/>
                <a:gd name="connsiteY10" fmla="*/ 991552 h 1266825"/>
                <a:gd name="connsiteX11" fmla="*/ 8686361 w 8686800"/>
                <a:gd name="connsiteY11" fmla="*/ 1223010 h 1266825"/>
                <a:gd name="connsiteX12" fmla="*/ 8651119 w 8686800"/>
                <a:gd name="connsiteY12" fmla="*/ 1265873 h 1266825"/>
                <a:gd name="connsiteX13" fmla="*/ 7708144 w 8686800"/>
                <a:gd name="connsiteY13" fmla="*/ 1265873 h 1266825"/>
                <a:gd name="connsiteX14" fmla="*/ 7670044 w 8686800"/>
                <a:gd name="connsiteY14" fmla="*/ 1227773 h 1266825"/>
                <a:gd name="connsiteX15" fmla="*/ 6938524 w 8686800"/>
                <a:gd name="connsiteY15" fmla="*/ 519113 h 1266825"/>
                <a:gd name="connsiteX16" fmla="*/ 6184144 w 8686800"/>
                <a:gd name="connsiteY16" fmla="*/ 1218248 h 1266825"/>
                <a:gd name="connsiteX17" fmla="*/ 6135566 w 8686800"/>
                <a:gd name="connsiteY17" fmla="*/ 1266825 h 1266825"/>
                <a:gd name="connsiteX18" fmla="*/ 2268416 w 8686800"/>
                <a:gd name="connsiteY18" fmla="*/ 1266825 h 1266825"/>
                <a:gd name="connsiteX19" fmla="*/ 2219839 w 8686800"/>
                <a:gd name="connsiteY19" fmla="*/ 1210627 h 1266825"/>
                <a:gd name="connsiteX20" fmla="*/ 1460696 w 8686800"/>
                <a:gd name="connsiteY20" fmla="*/ 450532 h 1266825"/>
                <a:gd name="connsiteX21" fmla="*/ 732986 w 8686800"/>
                <a:gd name="connsiteY21" fmla="*/ 1128713 h 1266825"/>
                <a:gd name="connsiteX22" fmla="*/ 729176 w 8686800"/>
                <a:gd name="connsiteY22" fmla="*/ 1223963 h 1266825"/>
                <a:gd name="connsiteX23" fmla="*/ 691076 w 8686800"/>
                <a:gd name="connsiteY23" fmla="*/ 1266825 h 1266825"/>
                <a:gd name="connsiteX24" fmla="*/ 191014 w 8686800"/>
                <a:gd name="connsiteY24" fmla="*/ 1265873 h 1266825"/>
                <a:gd name="connsiteX25" fmla="*/ 38614 w 8686800"/>
                <a:gd name="connsiteY25" fmla="*/ 1266825 h 1266825"/>
                <a:gd name="connsiteX26" fmla="*/ 514 w 8686800"/>
                <a:gd name="connsiteY26" fmla="*/ 1224915 h 1266825"/>
                <a:gd name="connsiteX27" fmla="*/ 33851 w 8686800"/>
                <a:gd name="connsiteY27" fmla="*/ 783907 h 1266825"/>
                <a:gd name="connsiteX28" fmla="*/ 79571 w 8686800"/>
                <a:gd name="connsiteY28" fmla="*/ 186690 h 1266825"/>
                <a:gd name="connsiteX29" fmla="*/ 120529 w 8686800"/>
                <a:gd name="connsiteY29" fmla="*/ 168592 h 1266825"/>
                <a:gd name="connsiteX30" fmla="*/ 191966 w 8686800"/>
                <a:gd name="connsiteY30" fmla="*/ 168592 h 1266825"/>
                <a:gd name="connsiteX31" fmla="*/ 8427281 w 8686800"/>
                <a:gd name="connsiteY31" fmla="*/ 168592 h 1266825"/>
                <a:gd name="connsiteX32" fmla="*/ 8523484 w 8686800"/>
                <a:gd name="connsiteY32" fmla="*/ 151447 h 1266825"/>
                <a:gd name="connsiteX33" fmla="*/ 8536819 w 8686800"/>
                <a:gd name="connsiteY33" fmla="*/ 69532 h 1266825"/>
                <a:gd name="connsiteX34" fmla="*/ 8555869 w 8686800"/>
                <a:gd name="connsiteY34" fmla="*/ 0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8686800" h="1266825">
                  <a:moveTo>
                    <a:pt x="8555869" y="0"/>
                  </a:moveTo>
                  <a:cubicBezTo>
                    <a:pt x="8568251" y="108585"/>
                    <a:pt x="8579681" y="217170"/>
                    <a:pt x="8592064" y="325755"/>
                  </a:cubicBezTo>
                  <a:cubicBezTo>
                    <a:pt x="8594921" y="354330"/>
                    <a:pt x="8597779" y="382905"/>
                    <a:pt x="8600636" y="410527"/>
                  </a:cubicBezTo>
                  <a:cubicBezTo>
                    <a:pt x="8590159" y="432435"/>
                    <a:pt x="8569204" y="437197"/>
                    <a:pt x="8549201" y="438150"/>
                  </a:cubicBezTo>
                  <a:cubicBezTo>
                    <a:pt x="8513959" y="440055"/>
                    <a:pt x="8480621" y="447675"/>
                    <a:pt x="8445379" y="449580"/>
                  </a:cubicBezTo>
                  <a:cubicBezTo>
                    <a:pt x="8396801" y="452438"/>
                    <a:pt x="8391086" y="460057"/>
                    <a:pt x="8392991" y="507682"/>
                  </a:cubicBezTo>
                  <a:cubicBezTo>
                    <a:pt x="8395849" y="575310"/>
                    <a:pt x="8406326" y="642938"/>
                    <a:pt x="8413946" y="710565"/>
                  </a:cubicBezTo>
                  <a:cubicBezTo>
                    <a:pt x="8422519" y="787717"/>
                    <a:pt x="8428234" y="864870"/>
                    <a:pt x="8439664" y="942022"/>
                  </a:cubicBezTo>
                  <a:cubicBezTo>
                    <a:pt x="8446331" y="990600"/>
                    <a:pt x="8450141" y="994410"/>
                    <a:pt x="8500624" y="986790"/>
                  </a:cubicBezTo>
                  <a:cubicBezTo>
                    <a:pt x="8536819" y="981075"/>
                    <a:pt x="8573014" y="982027"/>
                    <a:pt x="8609209" y="976313"/>
                  </a:cubicBezTo>
                  <a:cubicBezTo>
                    <a:pt x="8628259" y="973455"/>
                    <a:pt x="8647309" y="973455"/>
                    <a:pt x="8660644" y="991552"/>
                  </a:cubicBezTo>
                  <a:cubicBezTo>
                    <a:pt x="8669216" y="1068705"/>
                    <a:pt x="8676836" y="1145857"/>
                    <a:pt x="8686361" y="1223010"/>
                  </a:cubicBezTo>
                  <a:cubicBezTo>
                    <a:pt x="8690171" y="1252538"/>
                    <a:pt x="8685409" y="1265873"/>
                    <a:pt x="8651119" y="1265873"/>
                  </a:cubicBezTo>
                  <a:cubicBezTo>
                    <a:pt x="8336794" y="1264920"/>
                    <a:pt x="8022469" y="1264920"/>
                    <a:pt x="7708144" y="1265873"/>
                  </a:cubicBezTo>
                  <a:cubicBezTo>
                    <a:pt x="7678616" y="1265873"/>
                    <a:pt x="7670997" y="1255395"/>
                    <a:pt x="7670044" y="1227773"/>
                  </a:cubicBezTo>
                  <a:cubicBezTo>
                    <a:pt x="7657661" y="868680"/>
                    <a:pt x="7368102" y="526732"/>
                    <a:pt x="6938524" y="519113"/>
                  </a:cubicBezTo>
                  <a:cubicBezTo>
                    <a:pt x="6515614" y="511492"/>
                    <a:pt x="6202241" y="843915"/>
                    <a:pt x="6184144" y="1218248"/>
                  </a:cubicBezTo>
                  <a:cubicBezTo>
                    <a:pt x="6182239" y="1254442"/>
                    <a:pt x="6174619" y="1266825"/>
                    <a:pt x="6135566" y="1266825"/>
                  </a:cubicBezTo>
                  <a:cubicBezTo>
                    <a:pt x="4846834" y="1265873"/>
                    <a:pt x="3557149" y="1265873"/>
                    <a:pt x="2268416" y="1266825"/>
                  </a:cubicBezTo>
                  <a:cubicBezTo>
                    <a:pt x="2220791" y="1266825"/>
                    <a:pt x="2219839" y="1246823"/>
                    <a:pt x="2219839" y="1210627"/>
                  </a:cubicBezTo>
                  <a:cubicBezTo>
                    <a:pt x="2223649" y="783907"/>
                    <a:pt x="1883606" y="443865"/>
                    <a:pt x="1460696" y="450532"/>
                  </a:cubicBezTo>
                  <a:cubicBezTo>
                    <a:pt x="1082554" y="456247"/>
                    <a:pt x="764419" y="753427"/>
                    <a:pt x="732986" y="1128713"/>
                  </a:cubicBezTo>
                  <a:cubicBezTo>
                    <a:pt x="730129" y="1160145"/>
                    <a:pt x="723461" y="1192530"/>
                    <a:pt x="729176" y="1223963"/>
                  </a:cubicBezTo>
                  <a:cubicBezTo>
                    <a:pt x="735844" y="1258252"/>
                    <a:pt x="724414" y="1267777"/>
                    <a:pt x="691076" y="1266825"/>
                  </a:cubicBezTo>
                  <a:cubicBezTo>
                    <a:pt x="524389" y="1264920"/>
                    <a:pt x="357701" y="1265873"/>
                    <a:pt x="191014" y="1265873"/>
                  </a:cubicBezTo>
                  <a:cubicBezTo>
                    <a:pt x="140531" y="1265873"/>
                    <a:pt x="89096" y="1263967"/>
                    <a:pt x="38614" y="1266825"/>
                  </a:cubicBezTo>
                  <a:cubicBezTo>
                    <a:pt x="6229" y="1268730"/>
                    <a:pt x="-2344" y="1256348"/>
                    <a:pt x="514" y="1224915"/>
                  </a:cubicBezTo>
                  <a:cubicBezTo>
                    <a:pt x="11944" y="1078230"/>
                    <a:pt x="22421" y="930592"/>
                    <a:pt x="33851" y="783907"/>
                  </a:cubicBezTo>
                  <a:cubicBezTo>
                    <a:pt x="49091" y="584835"/>
                    <a:pt x="64331" y="385763"/>
                    <a:pt x="79571" y="186690"/>
                  </a:cubicBezTo>
                  <a:cubicBezTo>
                    <a:pt x="88144" y="168592"/>
                    <a:pt x="104336" y="169545"/>
                    <a:pt x="120529" y="168592"/>
                  </a:cubicBezTo>
                  <a:cubicBezTo>
                    <a:pt x="144341" y="167640"/>
                    <a:pt x="168154" y="168592"/>
                    <a:pt x="191966" y="168592"/>
                  </a:cubicBezTo>
                  <a:cubicBezTo>
                    <a:pt x="2937071" y="168592"/>
                    <a:pt x="5682177" y="168592"/>
                    <a:pt x="8427281" y="168592"/>
                  </a:cubicBezTo>
                  <a:cubicBezTo>
                    <a:pt x="8460619" y="168592"/>
                    <a:pt x="8493956" y="171450"/>
                    <a:pt x="8523484" y="151447"/>
                  </a:cubicBezTo>
                  <a:cubicBezTo>
                    <a:pt x="8544439" y="126682"/>
                    <a:pt x="8533961" y="97155"/>
                    <a:pt x="8536819" y="69532"/>
                  </a:cubicBezTo>
                  <a:cubicBezTo>
                    <a:pt x="8536819" y="43815"/>
                    <a:pt x="8530151" y="17145"/>
                    <a:pt x="8555869" y="0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16">
              <a:extLst>
                <a:ext uri="{FF2B5EF4-FFF2-40B4-BE49-F238E27FC236}">
                  <a16:creationId xmlns:a16="http://schemas.microsoft.com/office/drawing/2014/main" id="{3D01A53E-09CA-4FC4-A311-DB18A7417954}"/>
                </a:ext>
              </a:extLst>
            </p:cNvPr>
            <p:cNvSpPr/>
            <p:nvPr/>
          </p:nvSpPr>
          <p:spPr>
            <a:xfrm>
              <a:off x="1173434" y="4213077"/>
              <a:ext cx="3349073" cy="333498"/>
            </a:xfrm>
            <a:custGeom>
              <a:avLst/>
              <a:gdLst>
                <a:gd name="connsiteX0" fmla="*/ 3394924 w 6791325"/>
                <a:gd name="connsiteY0" fmla="*/ 679133 h 676275"/>
                <a:gd name="connsiteX1" fmla="*/ 65936 w 6791325"/>
                <a:gd name="connsiteY1" fmla="*/ 679133 h 676275"/>
                <a:gd name="connsiteX2" fmla="*/ 1166 w 6791325"/>
                <a:gd name="connsiteY2" fmla="*/ 612458 h 676275"/>
                <a:gd name="connsiteX3" fmla="*/ 214 w 6791325"/>
                <a:gd name="connsiteY3" fmla="*/ 264795 h 676275"/>
                <a:gd name="connsiteX4" fmla="*/ 264056 w 6791325"/>
                <a:gd name="connsiteY4" fmla="*/ 0 h 676275"/>
                <a:gd name="connsiteX5" fmla="*/ 6182891 w 6791325"/>
                <a:gd name="connsiteY5" fmla="*/ 1905 h 676275"/>
                <a:gd name="connsiteX6" fmla="*/ 6559129 w 6791325"/>
                <a:gd name="connsiteY6" fmla="*/ 1905 h 676275"/>
                <a:gd name="connsiteX7" fmla="*/ 6794396 w 6791325"/>
                <a:gd name="connsiteY7" fmla="*/ 236220 h 676275"/>
                <a:gd name="connsiteX8" fmla="*/ 6796301 w 6791325"/>
                <a:gd name="connsiteY8" fmla="*/ 626745 h 676275"/>
                <a:gd name="connsiteX9" fmla="*/ 6742962 w 6791325"/>
                <a:gd name="connsiteY9" fmla="*/ 679133 h 676275"/>
                <a:gd name="connsiteX10" fmla="*/ 4014049 w 6791325"/>
                <a:gd name="connsiteY10" fmla="*/ 678180 h 676275"/>
                <a:gd name="connsiteX11" fmla="*/ 3394924 w 6791325"/>
                <a:gd name="connsiteY11" fmla="*/ 679133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91325" h="676275">
                  <a:moveTo>
                    <a:pt x="3394924" y="679133"/>
                  </a:moveTo>
                  <a:cubicBezTo>
                    <a:pt x="2285261" y="679133"/>
                    <a:pt x="1175599" y="679133"/>
                    <a:pt x="65936" y="679133"/>
                  </a:cubicBezTo>
                  <a:cubicBezTo>
                    <a:pt x="-7406" y="679133"/>
                    <a:pt x="1166" y="688658"/>
                    <a:pt x="1166" y="612458"/>
                  </a:cubicBezTo>
                  <a:cubicBezTo>
                    <a:pt x="1166" y="496253"/>
                    <a:pt x="4976" y="381000"/>
                    <a:pt x="214" y="264795"/>
                  </a:cubicBezTo>
                  <a:cubicBezTo>
                    <a:pt x="-5502" y="117158"/>
                    <a:pt x="104036" y="0"/>
                    <a:pt x="264056" y="0"/>
                  </a:cubicBezTo>
                  <a:cubicBezTo>
                    <a:pt x="2237636" y="2858"/>
                    <a:pt x="4210264" y="1905"/>
                    <a:pt x="6182891" y="1905"/>
                  </a:cubicBezTo>
                  <a:cubicBezTo>
                    <a:pt x="6308621" y="1905"/>
                    <a:pt x="6433399" y="953"/>
                    <a:pt x="6559129" y="1905"/>
                  </a:cubicBezTo>
                  <a:cubicBezTo>
                    <a:pt x="6695337" y="2858"/>
                    <a:pt x="6792491" y="100965"/>
                    <a:pt x="6794396" y="236220"/>
                  </a:cubicBezTo>
                  <a:cubicBezTo>
                    <a:pt x="6795349" y="366713"/>
                    <a:pt x="6793444" y="496253"/>
                    <a:pt x="6796301" y="626745"/>
                  </a:cubicBezTo>
                  <a:cubicBezTo>
                    <a:pt x="6797254" y="668655"/>
                    <a:pt x="6784871" y="679133"/>
                    <a:pt x="6742962" y="679133"/>
                  </a:cubicBezTo>
                  <a:cubicBezTo>
                    <a:pt x="5833324" y="678180"/>
                    <a:pt x="4923687" y="678180"/>
                    <a:pt x="4014049" y="678180"/>
                  </a:cubicBezTo>
                  <a:cubicBezTo>
                    <a:pt x="3808309" y="679133"/>
                    <a:pt x="3601616" y="679133"/>
                    <a:pt x="3394924" y="679133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17">
              <a:extLst>
                <a:ext uri="{FF2B5EF4-FFF2-40B4-BE49-F238E27FC236}">
                  <a16:creationId xmlns:a16="http://schemas.microsoft.com/office/drawing/2014/main" id="{CCF2BDA2-C345-477F-8700-F897324E07DF}"/>
                </a:ext>
              </a:extLst>
            </p:cNvPr>
            <p:cNvSpPr/>
            <p:nvPr/>
          </p:nvSpPr>
          <p:spPr>
            <a:xfrm>
              <a:off x="426750" y="5448890"/>
              <a:ext cx="4200275" cy="108972"/>
            </a:xfrm>
            <a:custGeom>
              <a:avLst/>
              <a:gdLst>
                <a:gd name="connsiteX0" fmla="*/ 8538584 w 8534400"/>
                <a:gd name="connsiteY0" fmla="*/ 39070 h 209550"/>
                <a:gd name="connsiteX1" fmla="*/ 8535726 w 8534400"/>
                <a:gd name="connsiteY1" fmla="*/ 211473 h 209550"/>
                <a:gd name="connsiteX2" fmla="*/ 8484291 w 8534400"/>
                <a:gd name="connsiteY2" fmla="*/ 215283 h 209550"/>
                <a:gd name="connsiteX3" fmla="*/ 54666 w 8534400"/>
                <a:gd name="connsiteY3" fmla="*/ 215283 h 209550"/>
                <a:gd name="connsiteX4" fmla="*/ 3231 w 8534400"/>
                <a:gd name="connsiteY4" fmla="*/ 211473 h 209550"/>
                <a:gd name="connsiteX5" fmla="*/ 374 w 8534400"/>
                <a:gd name="connsiteY5" fmla="*/ 46690 h 209550"/>
                <a:gd name="connsiteX6" fmla="*/ 47046 w 8534400"/>
                <a:gd name="connsiteY6" fmla="*/ 970 h 209550"/>
                <a:gd name="connsiteX7" fmla="*/ 79431 w 8534400"/>
                <a:gd name="connsiteY7" fmla="*/ 18 h 209550"/>
                <a:gd name="connsiteX8" fmla="*/ 141344 w 8534400"/>
                <a:gd name="connsiteY8" fmla="*/ 970 h 209550"/>
                <a:gd name="connsiteX9" fmla="*/ 8535726 w 8534400"/>
                <a:gd name="connsiteY9" fmla="*/ 970 h 209550"/>
                <a:gd name="connsiteX10" fmla="*/ 8538584 w 8534400"/>
                <a:gd name="connsiteY10" fmla="*/ 3907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34400" h="209550">
                  <a:moveTo>
                    <a:pt x="8538584" y="39070"/>
                  </a:moveTo>
                  <a:cubicBezTo>
                    <a:pt x="8537631" y="96220"/>
                    <a:pt x="8536679" y="154323"/>
                    <a:pt x="8535726" y="211473"/>
                  </a:cubicBezTo>
                  <a:cubicBezTo>
                    <a:pt x="8519534" y="220045"/>
                    <a:pt x="8501436" y="215283"/>
                    <a:pt x="8484291" y="215283"/>
                  </a:cubicBezTo>
                  <a:cubicBezTo>
                    <a:pt x="5674417" y="215283"/>
                    <a:pt x="2864541" y="215283"/>
                    <a:pt x="54666" y="215283"/>
                  </a:cubicBezTo>
                  <a:cubicBezTo>
                    <a:pt x="37521" y="215283"/>
                    <a:pt x="19424" y="219093"/>
                    <a:pt x="3231" y="211473"/>
                  </a:cubicBezTo>
                  <a:cubicBezTo>
                    <a:pt x="2279" y="156228"/>
                    <a:pt x="4184" y="101935"/>
                    <a:pt x="374" y="46690"/>
                  </a:cubicBezTo>
                  <a:cubicBezTo>
                    <a:pt x="-2484" y="8590"/>
                    <a:pt x="10851" y="-3792"/>
                    <a:pt x="47046" y="970"/>
                  </a:cubicBezTo>
                  <a:cubicBezTo>
                    <a:pt x="57524" y="2875"/>
                    <a:pt x="68954" y="18"/>
                    <a:pt x="79431" y="18"/>
                  </a:cubicBezTo>
                  <a:cubicBezTo>
                    <a:pt x="100386" y="970"/>
                    <a:pt x="120389" y="970"/>
                    <a:pt x="141344" y="970"/>
                  </a:cubicBezTo>
                  <a:cubicBezTo>
                    <a:pt x="2939789" y="970"/>
                    <a:pt x="5737281" y="970"/>
                    <a:pt x="8535726" y="970"/>
                  </a:cubicBezTo>
                  <a:cubicBezTo>
                    <a:pt x="8535726" y="14305"/>
                    <a:pt x="8537631" y="26688"/>
                    <a:pt x="8538584" y="3907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18">
              <a:extLst>
                <a:ext uri="{FF2B5EF4-FFF2-40B4-BE49-F238E27FC236}">
                  <a16:creationId xmlns:a16="http://schemas.microsoft.com/office/drawing/2014/main" id="{9B4EC5D7-B547-4D0F-AD40-17EFFADAE13C}"/>
                </a:ext>
              </a:extLst>
            </p:cNvPr>
            <p:cNvSpPr/>
            <p:nvPr/>
          </p:nvSpPr>
          <p:spPr>
            <a:xfrm>
              <a:off x="817696" y="5779569"/>
              <a:ext cx="620025" cy="620024"/>
            </a:xfrm>
            <a:custGeom>
              <a:avLst/>
              <a:gdLst>
                <a:gd name="connsiteX0" fmla="*/ 632462 w 1257300"/>
                <a:gd name="connsiteY0" fmla="*/ 1263018 h 1257300"/>
                <a:gd name="connsiteX1" fmla="*/ 2 w 1257300"/>
                <a:gd name="connsiteY1" fmla="*/ 629605 h 1257300"/>
                <a:gd name="connsiteX2" fmla="*/ 635320 w 1257300"/>
                <a:gd name="connsiteY2" fmla="*/ 2 h 1257300"/>
                <a:gd name="connsiteX3" fmla="*/ 1263970 w 1257300"/>
                <a:gd name="connsiteY3" fmla="*/ 634368 h 1257300"/>
                <a:gd name="connsiteX4" fmla="*/ 632462 w 1257300"/>
                <a:gd name="connsiteY4" fmla="*/ 1263018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7300" h="1257300">
                  <a:moveTo>
                    <a:pt x="632462" y="1263018"/>
                  </a:moveTo>
                  <a:cubicBezTo>
                    <a:pt x="282895" y="1263018"/>
                    <a:pt x="-950" y="979172"/>
                    <a:pt x="2" y="629605"/>
                  </a:cubicBezTo>
                  <a:cubicBezTo>
                    <a:pt x="955" y="280037"/>
                    <a:pt x="284800" y="-950"/>
                    <a:pt x="635320" y="2"/>
                  </a:cubicBezTo>
                  <a:cubicBezTo>
                    <a:pt x="985840" y="955"/>
                    <a:pt x="1264922" y="282895"/>
                    <a:pt x="1263970" y="634368"/>
                  </a:cubicBezTo>
                  <a:cubicBezTo>
                    <a:pt x="1263018" y="982983"/>
                    <a:pt x="981077" y="1263018"/>
                    <a:pt x="632462" y="126301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64530CA2-50F8-4C37-AE44-204B1BEB3C40}"/>
                </a:ext>
              </a:extLst>
            </p:cNvPr>
            <p:cNvSpPr/>
            <p:nvPr/>
          </p:nvSpPr>
          <p:spPr>
            <a:xfrm>
              <a:off x="3505204" y="5779569"/>
              <a:ext cx="620025" cy="620024"/>
            </a:xfrm>
            <a:custGeom>
              <a:avLst/>
              <a:gdLst>
                <a:gd name="connsiteX0" fmla="*/ 630564 w 1257300"/>
                <a:gd name="connsiteY0" fmla="*/ 1264941 h 1257300"/>
                <a:gd name="connsiteX1" fmla="*/ 10 w 1257300"/>
                <a:gd name="connsiteY1" fmla="*/ 629624 h 1257300"/>
                <a:gd name="connsiteX2" fmla="*/ 636279 w 1257300"/>
                <a:gd name="connsiteY2" fmla="*/ 21 h 1257300"/>
                <a:gd name="connsiteX3" fmla="*/ 1263977 w 1257300"/>
                <a:gd name="connsiteY3" fmla="*/ 637244 h 1257300"/>
                <a:gd name="connsiteX4" fmla="*/ 630564 w 1257300"/>
                <a:gd name="connsiteY4" fmla="*/ 1264941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7300" h="1257300">
                  <a:moveTo>
                    <a:pt x="630564" y="1264941"/>
                  </a:moveTo>
                  <a:cubicBezTo>
                    <a:pt x="281949" y="1263989"/>
                    <a:pt x="-1896" y="979191"/>
                    <a:pt x="10" y="629624"/>
                  </a:cubicBezTo>
                  <a:cubicBezTo>
                    <a:pt x="962" y="281009"/>
                    <a:pt x="287664" y="-2836"/>
                    <a:pt x="636279" y="21"/>
                  </a:cubicBezTo>
                  <a:cubicBezTo>
                    <a:pt x="985847" y="2879"/>
                    <a:pt x="1265882" y="286724"/>
                    <a:pt x="1263977" y="637244"/>
                  </a:cubicBezTo>
                  <a:cubicBezTo>
                    <a:pt x="1263024" y="983954"/>
                    <a:pt x="977274" y="1265894"/>
                    <a:pt x="630564" y="126494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20">
              <a:extLst>
                <a:ext uri="{FF2B5EF4-FFF2-40B4-BE49-F238E27FC236}">
                  <a16:creationId xmlns:a16="http://schemas.microsoft.com/office/drawing/2014/main" id="{A7267182-23D5-4A33-B519-BC13CFB2676E}"/>
                </a:ext>
              </a:extLst>
            </p:cNvPr>
            <p:cNvSpPr/>
            <p:nvPr/>
          </p:nvSpPr>
          <p:spPr>
            <a:xfrm>
              <a:off x="885395" y="4963436"/>
              <a:ext cx="164400" cy="310013"/>
            </a:xfrm>
            <a:custGeom>
              <a:avLst/>
              <a:gdLst>
                <a:gd name="connsiteX0" fmla="*/ 195686 w 333375"/>
                <a:gd name="connsiteY0" fmla="*/ 1452 h 628650"/>
                <a:gd name="connsiteX1" fmla="*/ 309986 w 333375"/>
                <a:gd name="connsiteY1" fmla="*/ 104322 h 628650"/>
                <a:gd name="connsiteX2" fmla="*/ 337608 w 333375"/>
                <a:gd name="connsiteY2" fmla="*/ 166235 h 628650"/>
                <a:gd name="connsiteX3" fmla="*/ 337608 w 333375"/>
                <a:gd name="connsiteY3" fmla="*/ 464367 h 628650"/>
                <a:gd name="connsiteX4" fmla="*/ 302366 w 333375"/>
                <a:gd name="connsiteY4" fmla="*/ 537710 h 628650"/>
                <a:gd name="connsiteX5" fmla="*/ 129963 w 333375"/>
                <a:gd name="connsiteY5" fmla="*/ 626292 h 628650"/>
                <a:gd name="connsiteX6" fmla="*/ 423 w 333375"/>
                <a:gd name="connsiteY6" fmla="*/ 475797 h 628650"/>
                <a:gd name="connsiteX7" fmla="*/ 423 w 333375"/>
                <a:gd name="connsiteY7" fmla="*/ 172902 h 628650"/>
                <a:gd name="connsiteX8" fmla="*/ 195686 w 333375"/>
                <a:gd name="connsiteY8" fmla="*/ 1452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375" h="628650">
                  <a:moveTo>
                    <a:pt x="195686" y="1452"/>
                  </a:moveTo>
                  <a:cubicBezTo>
                    <a:pt x="250931" y="17645"/>
                    <a:pt x="286173" y="54792"/>
                    <a:pt x="309986" y="104322"/>
                  </a:cubicBezTo>
                  <a:cubicBezTo>
                    <a:pt x="333798" y="118610"/>
                    <a:pt x="337608" y="141470"/>
                    <a:pt x="337608" y="166235"/>
                  </a:cubicBezTo>
                  <a:cubicBezTo>
                    <a:pt x="339513" y="265295"/>
                    <a:pt x="338561" y="365307"/>
                    <a:pt x="337608" y="464367"/>
                  </a:cubicBezTo>
                  <a:cubicBezTo>
                    <a:pt x="337608" y="493895"/>
                    <a:pt x="330941" y="520565"/>
                    <a:pt x="302366" y="537710"/>
                  </a:cubicBezTo>
                  <a:cubicBezTo>
                    <a:pt x="252836" y="612957"/>
                    <a:pt x="199496" y="640580"/>
                    <a:pt x="129963" y="626292"/>
                  </a:cubicBezTo>
                  <a:cubicBezTo>
                    <a:pt x="59478" y="612005"/>
                    <a:pt x="14711" y="559617"/>
                    <a:pt x="423" y="475797"/>
                  </a:cubicBezTo>
                  <a:cubicBezTo>
                    <a:pt x="423" y="374832"/>
                    <a:pt x="-529" y="273867"/>
                    <a:pt x="423" y="172902"/>
                  </a:cubicBezTo>
                  <a:cubicBezTo>
                    <a:pt x="3281" y="56697"/>
                    <a:pt x="81386" y="-10930"/>
                    <a:pt x="195686" y="14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21">
              <a:extLst>
                <a:ext uri="{FF2B5EF4-FFF2-40B4-BE49-F238E27FC236}">
                  <a16:creationId xmlns:a16="http://schemas.microsoft.com/office/drawing/2014/main" id="{6540D622-1D23-4AF4-8174-64EEFC1B7813}"/>
                </a:ext>
              </a:extLst>
            </p:cNvPr>
            <p:cNvSpPr/>
            <p:nvPr/>
          </p:nvSpPr>
          <p:spPr>
            <a:xfrm>
              <a:off x="4519980" y="5670476"/>
              <a:ext cx="164400" cy="295921"/>
            </a:xfrm>
            <a:custGeom>
              <a:avLst/>
              <a:gdLst>
                <a:gd name="connsiteX0" fmla="*/ 292995 w 333375"/>
                <a:gd name="connsiteY0" fmla="*/ 582239 h 600075"/>
                <a:gd name="connsiteX1" fmla="*/ 94875 w 333375"/>
                <a:gd name="connsiteY1" fmla="*/ 601289 h 600075"/>
                <a:gd name="connsiteX2" fmla="*/ 53917 w 333375"/>
                <a:gd name="connsiteY2" fmla="*/ 566999 h 600075"/>
                <a:gd name="connsiteX3" fmla="*/ 577 w 333375"/>
                <a:gd name="connsiteY3" fmla="*/ 57411 h 600075"/>
                <a:gd name="connsiteX4" fmla="*/ 26295 w 333375"/>
                <a:gd name="connsiteY4" fmla="*/ 25979 h 600075"/>
                <a:gd name="connsiteX5" fmla="*/ 232988 w 333375"/>
                <a:gd name="connsiteY5" fmla="*/ 1214 h 600075"/>
                <a:gd name="connsiteX6" fmla="*/ 285375 w 333375"/>
                <a:gd name="connsiteY6" fmla="*/ 47886 h 600075"/>
                <a:gd name="connsiteX7" fmla="*/ 338715 w 333375"/>
                <a:gd name="connsiteY7" fmla="*/ 537471 h 600075"/>
                <a:gd name="connsiteX8" fmla="*/ 292995 w 333375"/>
                <a:gd name="connsiteY8" fmla="*/ 582239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375" h="600075">
                  <a:moveTo>
                    <a:pt x="292995" y="582239"/>
                  </a:moveTo>
                  <a:cubicBezTo>
                    <a:pt x="227272" y="587954"/>
                    <a:pt x="160597" y="593669"/>
                    <a:pt x="94875" y="601289"/>
                  </a:cubicBezTo>
                  <a:cubicBezTo>
                    <a:pt x="65347" y="605099"/>
                    <a:pt x="56775" y="595574"/>
                    <a:pt x="53917" y="566999"/>
                  </a:cubicBezTo>
                  <a:cubicBezTo>
                    <a:pt x="37725" y="397454"/>
                    <a:pt x="19627" y="226956"/>
                    <a:pt x="577" y="57411"/>
                  </a:cubicBezTo>
                  <a:cubicBezTo>
                    <a:pt x="-2280" y="32646"/>
                    <a:pt x="5340" y="27884"/>
                    <a:pt x="26295" y="25979"/>
                  </a:cubicBezTo>
                  <a:cubicBezTo>
                    <a:pt x="95827" y="18359"/>
                    <a:pt x="164408" y="9786"/>
                    <a:pt x="232988" y="1214"/>
                  </a:cubicBezTo>
                  <a:cubicBezTo>
                    <a:pt x="270135" y="-4501"/>
                    <a:pt x="281565" y="9786"/>
                    <a:pt x="285375" y="47886"/>
                  </a:cubicBezTo>
                  <a:cubicBezTo>
                    <a:pt x="300615" y="211716"/>
                    <a:pt x="317760" y="374594"/>
                    <a:pt x="338715" y="537471"/>
                  </a:cubicBezTo>
                  <a:cubicBezTo>
                    <a:pt x="345383" y="581286"/>
                    <a:pt x="316808" y="575571"/>
                    <a:pt x="292995" y="58223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22">
              <a:extLst>
                <a:ext uri="{FF2B5EF4-FFF2-40B4-BE49-F238E27FC236}">
                  <a16:creationId xmlns:a16="http://schemas.microsoft.com/office/drawing/2014/main" id="{891D4643-E305-4D1B-8744-61FE4E0B0AEC}"/>
                </a:ext>
              </a:extLst>
            </p:cNvPr>
            <p:cNvSpPr/>
            <p:nvPr/>
          </p:nvSpPr>
          <p:spPr>
            <a:xfrm>
              <a:off x="1034974" y="4686200"/>
              <a:ext cx="549567" cy="540173"/>
            </a:xfrm>
            <a:custGeom>
              <a:avLst/>
              <a:gdLst>
                <a:gd name="connsiteX0" fmla="*/ 0 w 1114425"/>
                <a:gd name="connsiteY0" fmla="*/ 1099894 h 1095375"/>
                <a:gd name="connsiteX1" fmla="*/ 16192 w 1114425"/>
                <a:gd name="connsiteY1" fmla="*/ 993214 h 1095375"/>
                <a:gd name="connsiteX2" fmla="*/ 6667 w 1114425"/>
                <a:gd name="connsiteY2" fmla="*/ 667459 h 1095375"/>
                <a:gd name="connsiteX3" fmla="*/ 269558 w 1114425"/>
                <a:gd name="connsiteY3" fmla="*/ 135012 h 1095375"/>
                <a:gd name="connsiteX4" fmla="*/ 479108 w 1114425"/>
                <a:gd name="connsiteY4" fmla="*/ 709 h 1095375"/>
                <a:gd name="connsiteX5" fmla="*/ 1073468 w 1114425"/>
                <a:gd name="connsiteY5" fmla="*/ 2614 h 1095375"/>
                <a:gd name="connsiteX6" fmla="*/ 1122998 w 1114425"/>
                <a:gd name="connsiteY6" fmla="*/ 54049 h 1095375"/>
                <a:gd name="connsiteX7" fmla="*/ 1122998 w 1114425"/>
                <a:gd name="connsiteY7" fmla="*/ 1048459 h 1095375"/>
                <a:gd name="connsiteX8" fmla="*/ 1069658 w 1114425"/>
                <a:gd name="connsiteY8" fmla="*/ 1101799 h 1095375"/>
                <a:gd name="connsiteX9" fmla="*/ 0 w 1114425"/>
                <a:gd name="connsiteY9" fmla="*/ 1099894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4425" h="1095375">
                  <a:moveTo>
                    <a:pt x="0" y="1099894"/>
                  </a:moveTo>
                  <a:cubicBezTo>
                    <a:pt x="13335" y="1065604"/>
                    <a:pt x="18097" y="1029409"/>
                    <a:pt x="16192" y="993214"/>
                  </a:cubicBezTo>
                  <a:cubicBezTo>
                    <a:pt x="11430" y="884629"/>
                    <a:pt x="26670" y="775092"/>
                    <a:pt x="6667" y="667459"/>
                  </a:cubicBezTo>
                  <a:cubicBezTo>
                    <a:pt x="95250" y="490294"/>
                    <a:pt x="191453" y="316939"/>
                    <a:pt x="269558" y="135012"/>
                  </a:cubicBezTo>
                  <a:cubicBezTo>
                    <a:pt x="313372" y="34047"/>
                    <a:pt x="365760" y="-5958"/>
                    <a:pt x="479108" y="709"/>
                  </a:cubicBezTo>
                  <a:cubicBezTo>
                    <a:pt x="676275" y="12139"/>
                    <a:pt x="875347" y="5472"/>
                    <a:pt x="1073468" y="2614"/>
                  </a:cubicBezTo>
                  <a:cubicBezTo>
                    <a:pt x="1113473" y="2614"/>
                    <a:pt x="1123950" y="14997"/>
                    <a:pt x="1122998" y="54049"/>
                  </a:cubicBezTo>
                  <a:cubicBezTo>
                    <a:pt x="1122045" y="385519"/>
                    <a:pt x="1121093" y="716989"/>
                    <a:pt x="1122998" y="1048459"/>
                  </a:cubicBezTo>
                  <a:cubicBezTo>
                    <a:pt x="1122998" y="1090369"/>
                    <a:pt x="1112520" y="1101799"/>
                    <a:pt x="1069658" y="1101799"/>
                  </a:cubicBezTo>
                  <a:cubicBezTo>
                    <a:pt x="713422" y="1099894"/>
                    <a:pt x="357188" y="1100847"/>
                    <a:pt x="0" y="1099894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23">
              <a:extLst>
                <a:ext uri="{FF2B5EF4-FFF2-40B4-BE49-F238E27FC236}">
                  <a16:creationId xmlns:a16="http://schemas.microsoft.com/office/drawing/2014/main" id="{1453B36C-F106-4C68-859B-C71AA8E224FD}"/>
                </a:ext>
              </a:extLst>
            </p:cNvPr>
            <p:cNvSpPr/>
            <p:nvPr/>
          </p:nvSpPr>
          <p:spPr>
            <a:xfrm>
              <a:off x="1943677" y="4837766"/>
              <a:ext cx="492339" cy="509327"/>
            </a:xfrm>
            <a:custGeom>
              <a:avLst/>
              <a:gdLst>
                <a:gd name="connsiteX0" fmla="*/ 248205 w 492339"/>
                <a:gd name="connsiteY0" fmla="*/ 384730 h 509327"/>
                <a:gd name="connsiteX1" fmla="*/ 240221 w 492339"/>
                <a:gd name="connsiteY1" fmla="*/ 391776 h 509327"/>
                <a:gd name="connsiteX2" fmla="*/ 246326 w 492339"/>
                <a:gd name="connsiteY2" fmla="*/ 468340 h 509327"/>
                <a:gd name="connsiteX3" fmla="*/ 254312 w 492339"/>
                <a:gd name="connsiteY3" fmla="*/ 394125 h 509327"/>
                <a:gd name="connsiteX4" fmla="*/ 248205 w 492339"/>
                <a:gd name="connsiteY4" fmla="*/ 384730 h 509327"/>
                <a:gd name="connsiteX5" fmla="*/ 250086 w 492339"/>
                <a:gd name="connsiteY5" fmla="*/ 282330 h 509327"/>
                <a:gd name="connsiteX6" fmla="*/ 250085 w 492339"/>
                <a:gd name="connsiteY6" fmla="*/ 282332 h 509327"/>
                <a:gd name="connsiteX7" fmla="*/ 250085 w 492339"/>
                <a:gd name="connsiteY7" fmla="*/ 282331 h 509327"/>
                <a:gd name="connsiteX8" fmla="*/ 241924 w 492339"/>
                <a:gd name="connsiteY8" fmla="*/ 43129 h 509327"/>
                <a:gd name="connsiteX9" fmla="*/ 231296 w 492339"/>
                <a:gd name="connsiteY9" fmla="*/ 54050 h 509327"/>
                <a:gd name="connsiteX10" fmla="*/ 232236 w 492339"/>
                <a:gd name="connsiteY10" fmla="*/ 78945 h 509327"/>
                <a:gd name="connsiteX11" fmla="*/ 225190 w 492339"/>
                <a:gd name="connsiteY11" fmla="*/ 90218 h 509327"/>
                <a:gd name="connsiteX12" fmla="*/ 203987 w 492339"/>
                <a:gd name="connsiteY12" fmla="*/ 108757 h 509327"/>
                <a:gd name="connsiteX13" fmla="*/ 225191 w 492339"/>
                <a:gd name="connsiteY13" fmla="*/ 190267 h 509327"/>
                <a:gd name="connsiteX14" fmla="*/ 219554 w 492339"/>
                <a:gd name="connsiteY14" fmla="*/ 149403 h 509327"/>
                <a:gd name="connsiteX15" fmla="*/ 236464 w 492339"/>
                <a:gd name="connsiteY15" fmla="*/ 118871 h 509327"/>
                <a:gd name="connsiteX16" fmla="*/ 245367 w 492339"/>
                <a:gd name="connsiteY16" fmla="*/ 113716 h 509327"/>
                <a:gd name="connsiteX17" fmla="*/ 235993 w 492339"/>
                <a:gd name="connsiteY17" fmla="*/ 119340 h 509327"/>
                <a:gd name="connsiteX18" fmla="*/ 232705 w 492339"/>
                <a:gd name="connsiteY18" fmla="*/ 234890 h 509327"/>
                <a:gd name="connsiteX19" fmla="*/ 220492 w 492339"/>
                <a:gd name="connsiteY19" fmla="*/ 272467 h 509327"/>
                <a:gd name="connsiteX20" fmla="*/ 222841 w 492339"/>
                <a:gd name="connsiteY20" fmla="*/ 303468 h 509327"/>
                <a:gd name="connsiteX21" fmla="*/ 238812 w 492339"/>
                <a:gd name="connsiteY21" fmla="*/ 293605 h 509327"/>
                <a:gd name="connsiteX22" fmla="*/ 239189 w 492339"/>
                <a:gd name="connsiteY22" fmla="*/ 293551 h 509327"/>
                <a:gd name="connsiteX23" fmla="*/ 236463 w 492339"/>
                <a:gd name="connsiteY23" fmla="*/ 305817 h 509327"/>
                <a:gd name="connsiteX24" fmla="*/ 223781 w 492339"/>
                <a:gd name="connsiteY24" fmla="*/ 384260 h 509327"/>
                <a:gd name="connsiteX25" fmla="*/ 229887 w 492339"/>
                <a:gd name="connsiteY25" fmla="*/ 409625 h 509327"/>
                <a:gd name="connsiteX26" fmla="*/ 240691 w 492339"/>
                <a:gd name="connsiteY26" fmla="*/ 390836 h 509327"/>
                <a:gd name="connsiteX27" fmla="*/ 248676 w 492339"/>
                <a:gd name="connsiteY27" fmla="*/ 383790 h 509327"/>
                <a:gd name="connsiteX28" fmla="*/ 261828 w 492339"/>
                <a:gd name="connsiteY28" fmla="*/ 368289 h 509327"/>
                <a:gd name="connsiteX29" fmla="*/ 265116 w 492339"/>
                <a:gd name="connsiteY29" fmla="*/ 316621 h 509327"/>
                <a:gd name="connsiteX30" fmla="*/ 254313 w 492339"/>
                <a:gd name="connsiteY30" fmla="*/ 343864 h 509327"/>
                <a:gd name="connsiteX31" fmla="*/ 256822 w 492339"/>
                <a:gd name="connsiteY31" fmla="*/ 297494 h 509327"/>
                <a:gd name="connsiteX32" fmla="*/ 250578 w 492339"/>
                <a:gd name="connsiteY32" fmla="*/ 281920 h 509327"/>
                <a:gd name="connsiteX33" fmla="*/ 269813 w 492339"/>
                <a:gd name="connsiteY33" fmla="*/ 265891 h 509327"/>
                <a:gd name="connsiteX34" fmla="*/ 266995 w 492339"/>
                <a:gd name="connsiteY34" fmla="*/ 193555 h 509327"/>
                <a:gd name="connsiteX35" fmla="*/ 259479 w 492339"/>
                <a:gd name="connsiteY35" fmla="*/ 230193 h 509327"/>
                <a:gd name="connsiteX36" fmla="*/ 259949 w 492339"/>
                <a:gd name="connsiteY36" fmla="*/ 121689 h 509327"/>
                <a:gd name="connsiteX37" fmla="*/ 255310 w 492339"/>
                <a:gd name="connsiteY37" fmla="*/ 112060 h 509327"/>
                <a:gd name="connsiteX38" fmla="*/ 245388 w 492339"/>
                <a:gd name="connsiteY38" fmla="*/ 113704 h 509327"/>
                <a:gd name="connsiteX39" fmla="*/ 252141 w 492339"/>
                <a:gd name="connsiteY39" fmla="*/ 105426 h 509327"/>
                <a:gd name="connsiteX40" fmla="*/ 248677 w 492339"/>
                <a:gd name="connsiteY40" fmla="*/ 95385 h 509327"/>
                <a:gd name="connsiteX41" fmla="*/ 248676 w 492339"/>
                <a:gd name="connsiteY41" fmla="*/ 95385 h 509327"/>
                <a:gd name="connsiteX42" fmla="*/ 261886 w 492339"/>
                <a:gd name="connsiteY42" fmla="*/ 72075 h 509327"/>
                <a:gd name="connsiteX43" fmla="*/ 257131 w 492339"/>
                <a:gd name="connsiteY43" fmla="*/ 47004 h 509327"/>
                <a:gd name="connsiteX44" fmla="*/ 241924 w 492339"/>
                <a:gd name="connsiteY44" fmla="*/ 43129 h 509327"/>
                <a:gd name="connsiteX45" fmla="*/ 217029 w 492339"/>
                <a:gd name="connsiteY45" fmla="*/ 92 h 509327"/>
                <a:gd name="connsiteX46" fmla="*/ 250555 w 492339"/>
                <a:gd name="connsiteY46" fmla="*/ 1912 h 509327"/>
                <a:gd name="connsiteX47" fmla="*/ 278738 w 492339"/>
                <a:gd name="connsiteY47" fmla="*/ 1442 h 509327"/>
                <a:gd name="connsiteX48" fmla="*/ 303633 w 492339"/>
                <a:gd name="connsiteY48" fmla="*/ 24928 h 509327"/>
                <a:gd name="connsiteX49" fmla="*/ 303163 w 492339"/>
                <a:gd name="connsiteY49" fmla="*/ 151282 h 509327"/>
                <a:gd name="connsiteX50" fmla="*/ 393819 w 492339"/>
                <a:gd name="connsiteY50" fmla="*/ 99613 h 509327"/>
                <a:gd name="connsiteX51" fmla="*/ 460988 w 492339"/>
                <a:gd name="connsiteY51" fmla="*/ 117932 h 509327"/>
                <a:gd name="connsiteX52" fmla="*/ 490580 w 492339"/>
                <a:gd name="connsiteY52" fmla="*/ 178055 h 509327"/>
                <a:gd name="connsiteX53" fmla="*/ 435623 w 492339"/>
                <a:gd name="connsiteY53" fmla="*/ 214693 h 509327"/>
                <a:gd name="connsiteX54" fmla="*/ 367045 w 492339"/>
                <a:gd name="connsiteY54" fmla="*/ 255559 h 509327"/>
                <a:gd name="connsiteX55" fmla="*/ 478837 w 492339"/>
                <a:gd name="connsiteY55" fmla="*/ 318970 h 509327"/>
                <a:gd name="connsiteX56" fmla="*/ 487292 w 492339"/>
                <a:gd name="connsiteY56" fmla="*/ 346683 h 509327"/>
                <a:gd name="connsiteX57" fmla="*/ 449715 w 492339"/>
                <a:gd name="connsiteY57" fmla="*/ 411504 h 509327"/>
                <a:gd name="connsiteX58" fmla="*/ 415426 w 492339"/>
                <a:gd name="connsiteY58" fmla="*/ 421368 h 509327"/>
                <a:gd name="connsiteX59" fmla="*/ 307391 w 492339"/>
                <a:gd name="connsiteY59" fmla="*/ 357017 h 509327"/>
                <a:gd name="connsiteX60" fmla="*/ 307860 w 492339"/>
                <a:gd name="connsiteY60" fmla="*/ 487598 h 509327"/>
                <a:gd name="connsiteX61" fmla="*/ 285784 w 492339"/>
                <a:gd name="connsiteY61" fmla="*/ 509205 h 509327"/>
                <a:gd name="connsiteX62" fmla="*/ 208280 w 492339"/>
                <a:gd name="connsiteY62" fmla="*/ 509205 h 509327"/>
                <a:gd name="connsiteX63" fmla="*/ 185734 w 492339"/>
                <a:gd name="connsiteY63" fmla="*/ 487598 h 509327"/>
                <a:gd name="connsiteX64" fmla="*/ 185734 w 492339"/>
                <a:gd name="connsiteY64" fmla="*/ 357017 h 509327"/>
                <a:gd name="connsiteX65" fmla="*/ 75351 w 492339"/>
                <a:gd name="connsiteY65" fmla="*/ 422307 h 509327"/>
                <a:gd name="connsiteX66" fmla="*/ 43880 w 492339"/>
                <a:gd name="connsiteY66" fmla="*/ 413383 h 509327"/>
                <a:gd name="connsiteX67" fmla="*/ 6302 w 492339"/>
                <a:gd name="connsiteY67" fmla="*/ 348562 h 509327"/>
                <a:gd name="connsiteX68" fmla="*/ 13348 w 492339"/>
                <a:gd name="connsiteY68" fmla="*/ 318970 h 509327"/>
                <a:gd name="connsiteX69" fmla="*/ 125141 w 492339"/>
                <a:gd name="connsiteY69" fmla="*/ 256028 h 509327"/>
                <a:gd name="connsiteX70" fmla="*/ 27909 w 492339"/>
                <a:gd name="connsiteY70" fmla="*/ 198253 h 509327"/>
                <a:gd name="connsiteX71" fmla="*/ 14757 w 492339"/>
                <a:gd name="connsiteY71" fmla="*/ 146585 h 509327"/>
                <a:gd name="connsiteX72" fmla="*/ 47637 w 492339"/>
                <a:gd name="connsiteY72" fmla="*/ 89749 h 509327"/>
                <a:gd name="connsiteX73" fmla="*/ 70654 w 492339"/>
                <a:gd name="connsiteY73" fmla="*/ 83643 h 509327"/>
                <a:gd name="connsiteX74" fmla="*/ 185265 w 492339"/>
                <a:gd name="connsiteY74" fmla="*/ 151282 h 509327"/>
                <a:gd name="connsiteX75" fmla="*/ 185265 w 492339"/>
                <a:gd name="connsiteY75" fmla="*/ 66263 h 509327"/>
                <a:gd name="connsiteX76" fmla="*/ 189492 w 492339"/>
                <a:gd name="connsiteY76" fmla="*/ 5670 h 509327"/>
                <a:gd name="connsiteX77" fmla="*/ 217029 w 492339"/>
                <a:gd name="connsiteY77" fmla="*/ 92 h 509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492339" h="509327">
                  <a:moveTo>
                    <a:pt x="248205" y="384730"/>
                  </a:moveTo>
                  <a:cubicBezTo>
                    <a:pt x="245857" y="387079"/>
                    <a:pt x="243039" y="389427"/>
                    <a:pt x="240221" y="391776"/>
                  </a:cubicBezTo>
                  <a:cubicBezTo>
                    <a:pt x="237402" y="417610"/>
                    <a:pt x="235053" y="443445"/>
                    <a:pt x="246326" y="468340"/>
                  </a:cubicBezTo>
                  <a:cubicBezTo>
                    <a:pt x="251023" y="443445"/>
                    <a:pt x="252902" y="418550"/>
                    <a:pt x="254312" y="394125"/>
                  </a:cubicBezTo>
                  <a:cubicBezTo>
                    <a:pt x="254312" y="389897"/>
                    <a:pt x="255720" y="384730"/>
                    <a:pt x="248205" y="384730"/>
                  </a:cubicBezTo>
                  <a:close/>
                  <a:moveTo>
                    <a:pt x="250086" y="282330"/>
                  </a:moveTo>
                  <a:lnTo>
                    <a:pt x="250085" y="282332"/>
                  </a:lnTo>
                  <a:lnTo>
                    <a:pt x="250085" y="282331"/>
                  </a:lnTo>
                  <a:close/>
                  <a:moveTo>
                    <a:pt x="241924" y="43129"/>
                  </a:moveTo>
                  <a:cubicBezTo>
                    <a:pt x="236815" y="44421"/>
                    <a:pt x="232471" y="48179"/>
                    <a:pt x="231296" y="54050"/>
                  </a:cubicBezTo>
                  <a:cubicBezTo>
                    <a:pt x="229887" y="62035"/>
                    <a:pt x="228008" y="73309"/>
                    <a:pt x="232236" y="78945"/>
                  </a:cubicBezTo>
                  <a:cubicBezTo>
                    <a:pt x="240221" y="91158"/>
                    <a:pt x="225190" y="85521"/>
                    <a:pt x="225190" y="90218"/>
                  </a:cubicBezTo>
                  <a:lnTo>
                    <a:pt x="203987" y="108757"/>
                  </a:lnTo>
                  <a:cubicBezTo>
                    <a:pt x="189785" y="131964"/>
                    <a:pt x="196655" y="166664"/>
                    <a:pt x="225191" y="190267"/>
                  </a:cubicBezTo>
                  <a:cubicBezTo>
                    <a:pt x="227539" y="175237"/>
                    <a:pt x="226599" y="162085"/>
                    <a:pt x="219554" y="149403"/>
                  </a:cubicBezTo>
                  <a:cubicBezTo>
                    <a:pt x="208750" y="130144"/>
                    <a:pt x="215326" y="120280"/>
                    <a:pt x="236464" y="118871"/>
                  </a:cubicBezTo>
                  <a:lnTo>
                    <a:pt x="245367" y="113716"/>
                  </a:lnTo>
                  <a:lnTo>
                    <a:pt x="235993" y="119340"/>
                  </a:lnTo>
                  <a:cubicBezTo>
                    <a:pt x="226599" y="157387"/>
                    <a:pt x="231296" y="196373"/>
                    <a:pt x="232705" y="234890"/>
                  </a:cubicBezTo>
                  <a:cubicBezTo>
                    <a:pt x="233175" y="250860"/>
                    <a:pt x="233645" y="261194"/>
                    <a:pt x="220492" y="272467"/>
                  </a:cubicBezTo>
                  <a:cubicBezTo>
                    <a:pt x="210629" y="280922"/>
                    <a:pt x="213447" y="295483"/>
                    <a:pt x="222841" y="303468"/>
                  </a:cubicBezTo>
                  <a:cubicBezTo>
                    <a:pt x="232236" y="311454"/>
                    <a:pt x="232705" y="295953"/>
                    <a:pt x="238812" y="293605"/>
                  </a:cubicBezTo>
                  <a:lnTo>
                    <a:pt x="239189" y="293551"/>
                  </a:lnTo>
                  <a:lnTo>
                    <a:pt x="236463" y="305817"/>
                  </a:lnTo>
                  <a:cubicBezTo>
                    <a:pt x="232236" y="332121"/>
                    <a:pt x="245857" y="360304"/>
                    <a:pt x="223781" y="384260"/>
                  </a:cubicBezTo>
                  <a:cubicBezTo>
                    <a:pt x="218144" y="390367"/>
                    <a:pt x="222841" y="401170"/>
                    <a:pt x="229887" y="409625"/>
                  </a:cubicBezTo>
                  <a:cubicBezTo>
                    <a:pt x="234114" y="402109"/>
                    <a:pt x="237402" y="396473"/>
                    <a:pt x="240691" y="390836"/>
                  </a:cubicBezTo>
                  <a:cubicBezTo>
                    <a:pt x="244918" y="390836"/>
                    <a:pt x="248676" y="389427"/>
                    <a:pt x="248676" y="383790"/>
                  </a:cubicBezTo>
                  <a:cubicBezTo>
                    <a:pt x="249616" y="375805"/>
                    <a:pt x="257131" y="373456"/>
                    <a:pt x="261828" y="368289"/>
                  </a:cubicBezTo>
                  <a:cubicBezTo>
                    <a:pt x="276389" y="351849"/>
                    <a:pt x="277799" y="336818"/>
                    <a:pt x="265116" y="316621"/>
                  </a:cubicBezTo>
                  <a:cubicBezTo>
                    <a:pt x="258540" y="325545"/>
                    <a:pt x="261828" y="338228"/>
                    <a:pt x="254313" y="343864"/>
                  </a:cubicBezTo>
                  <a:cubicBezTo>
                    <a:pt x="252904" y="329068"/>
                    <a:pt x="259421" y="313215"/>
                    <a:pt x="256822" y="297494"/>
                  </a:cubicBezTo>
                  <a:lnTo>
                    <a:pt x="250578" y="281920"/>
                  </a:lnTo>
                  <a:lnTo>
                    <a:pt x="269813" y="265891"/>
                  </a:lnTo>
                  <a:cubicBezTo>
                    <a:pt x="293768" y="244284"/>
                    <a:pt x="292829" y="216571"/>
                    <a:pt x="266995" y="193555"/>
                  </a:cubicBezTo>
                  <a:cubicBezTo>
                    <a:pt x="263706" y="206707"/>
                    <a:pt x="268873" y="221738"/>
                    <a:pt x="259479" y="230193"/>
                  </a:cubicBezTo>
                  <a:cubicBezTo>
                    <a:pt x="259479" y="194964"/>
                    <a:pt x="259009" y="158327"/>
                    <a:pt x="259949" y="121689"/>
                  </a:cubicBezTo>
                  <a:cubicBezTo>
                    <a:pt x="260184" y="114408"/>
                    <a:pt x="258187" y="112295"/>
                    <a:pt x="255310" y="112060"/>
                  </a:cubicBezTo>
                  <a:lnTo>
                    <a:pt x="245388" y="113704"/>
                  </a:lnTo>
                  <a:lnTo>
                    <a:pt x="252141" y="105426"/>
                  </a:lnTo>
                  <a:cubicBezTo>
                    <a:pt x="253726" y="102549"/>
                    <a:pt x="253609" y="99378"/>
                    <a:pt x="248677" y="95385"/>
                  </a:cubicBezTo>
                  <a:lnTo>
                    <a:pt x="248676" y="95385"/>
                  </a:lnTo>
                  <a:lnTo>
                    <a:pt x="261886" y="72075"/>
                  </a:lnTo>
                  <a:cubicBezTo>
                    <a:pt x="263589" y="62153"/>
                    <a:pt x="262298" y="51936"/>
                    <a:pt x="257131" y="47004"/>
                  </a:cubicBezTo>
                  <a:cubicBezTo>
                    <a:pt x="252903" y="43012"/>
                    <a:pt x="247032" y="41837"/>
                    <a:pt x="241924" y="43129"/>
                  </a:cubicBezTo>
                  <a:close/>
                  <a:moveTo>
                    <a:pt x="217029" y="92"/>
                  </a:moveTo>
                  <a:cubicBezTo>
                    <a:pt x="228126" y="503"/>
                    <a:pt x="240221" y="2147"/>
                    <a:pt x="250555" y="1912"/>
                  </a:cubicBezTo>
                  <a:cubicBezTo>
                    <a:pt x="259949" y="1912"/>
                    <a:pt x="269344" y="2852"/>
                    <a:pt x="278738" y="1442"/>
                  </a:cubicBezTo>
                  <a:cubicBezTo>
                    <a:pt x="297527" y="-907"/>
                    <a:pt x="304573" y="4260"/>
                    <a:pt x="303633" y="24928"/>
                  </a:cubicBezTo>
                  <a:cubicBezTo>
                    <a:pt x="301754" y="65324"/>
                    <a:pt x="303163" y="106189"/>
                    <a:pt x="303163" y="151282"/>
                  </a:cubicBezTo>
                  <a:cubicBezTo>
                    <a:pt x="335104" y="132963"/>
                    <a:pt x="364696" y="116523"/>
                    <a:pt x="393819" y="99613"/>
                  </a:cubicBezTo>
                  <a:cubicBezTo>
                    <a:pt x="436093" y="75188"/>
                    <a:pt x="436563" y="74718"/>
                    <a:pt x="460988" y="117932"/>
                  </a:cubicBezTo>
                  <a:cubicBezTo>
                    <a:pt x="472261" y="138130"/>
                    <a:pt x="496686" y="159267"/>
                    <a:pt x="490580" y="178055"/>
                  </a:cubicBezTo>
                  <a:cubicBezTo>
                    <a:pt x="484944" y="194496"/>
                    <a:pt x="454882" y="202950"/>
                    <a:pt x="435623" y="214693"/>
                  </a:cubicBezTo>
                  <a:cubicBezTo>
                    <a:pt x="413547" y="227845"/>
                    <a:pt x="391940" y="240997"/>
                    <a:pt x="367045" y="255559"/>
                  </a:cubicBezTo>
                  <a:cubicBezTo>
                    <a:pt x="406031" y="277635"/>
                    <a:pt x="441730" y="299242"/>
                    <a:pt x="478837" y="318970"/>
                  </a:cubicBezTo>
                  <a:cubicBezTo>
                    <a:pt x="492459" y="326485"/>
                    <a:pt x="496686" y="332122"/>
                    <a:pt x="487292" y="346683"/>
                  </a:cubicBezTo>
                  <a:cubicBezTo>
                    <a:pt x="473201" y="367351"/>
                    <a:pt x="460518" y="388958"/>
                    <a:pt x="449715" y="411504"/>
                  </a:cubicBezTo>
                  <a:cubicBezTo>
                    <a:pt x="441260" y="429353"/>
                    <a:pt x="433744" y="433581"/>
                    <a:pt x="415426" y="421368"/>
                  </a:cubicBezTo>
                  <a:cubicBezTo>
                    <a:pt x="381606" y="398822"/>
                    <a:pt x="345908" y="380033"/>
                    <a:pt x="307391" y="357017"/>
                  </a:cubicBezTo>
                  <a:cubicBezTo>
                    <a:pt x="307391" y="403049"/>
                    <a:pt x="306451" y="445324"/>
                    <a:pt x="307860" y="487598"/>
                  </a:cubicBezTo>
                  <a:cubicBezTo>
                    <a:pt x="308330" y="505917"/>
                    <a:pt x="302694" y="510145"/>
                    <a:pt x="285784" y="509205"/>
                  </a:cubicBezTo>
                  <a:cubicBezTo>
                    <a:pt x="259949" y="507796"/>
                    <a:pt x="234115" y="507796"/>
                    <a:pt x="208280" y="509205"/>
                  </a:cubicBezTo>
                  <a:cubicBezTo>
                    <a:pt x="190901" y="510145"/>
                    <a:pt x="185265" y="505917"/>
                    <a:pt x="185734" y="487598"/>
                  </a:cubicBezTo>
                  <a:cubicBezTo>
                    <a:pt x="186674" y="445324"/>
                    <a:pt x="185734" y="403049"/>
                    <a:pt x="185734" y="357017"/>
                  </a:cubicBezTo>
                  <a:cubicBezTo>
                    <a:pt x="146278" y="380033"/>
                    <a:pt x="110110" y="399761"/>
                    <a:pt x="75351" y="422307"/>
                  </a:cubicBezTo>
                  <a:cubicBezTo>
                    <a:pt x="58441" y="433111"/>
                    <a:pt x="51865" y="428414"/>
                    <a:pt x="43880" y="413383"/>
                  </a:cubicBezTo>
                  <a:cubicBezTo>
                    <a:pt x="32137" y="391306"/>
                    <a:pt x="19454" y="369699"/>
                    <a:pt x="6302" y="348562"/>
                  </a:cubicBezTo>
                  <a:cubicBezTo>
                    <a:pt x="-2622" y="334940"/>
                    <a:pt x="-3562" y="327895"/>
                    <a:pt x="13348" y="318970"/>
                  </a:cubicBezTo>
                  <a:cubicBezTo>
                    <a:pt x="49986" y="300181"/>
                    <a:pt x="85685" y="278574"/>
                    <a:pt x="125141" y="256028"/>
                  </a:cubicBezTo>
                  <a:cubicBezTo>
                    <a:pt x="91321" y="235831"/>
                    <a:pt x="59850" y="217042"/>
                    <a:pt x="27909" y="198253"/>
                  </a:cubicBezTo>
                  <a:cubicBezTo>
                    <a:pt x="-4031" y="178995"/>
                    <a:pt x="-4031" y="178995"/>
                    <a:pt x="14757" y="146585"/>
                  </a:cubicBezTo>
                  <a:cubicBezTo>
                    <a:pt x="25561" y="127796"/>
                    <a:pt x="37304" y="109007"/>
                    <a:pt x="47637" y="89749"/>
                  </a:cubicBezTo>
                  <a:cubicBezTo>
                    <a:pt x="53744" y="78006"/>
                    <a:pt x="58911" y="76597"/>
                    <a:pt x="70654" y="83643"/>
                  </a:cubicBezTo>
                  <a:cubicBezTo>
                    <a:pt x="107292" y="106189"/>
                    <a:pt x="144399" y="127326"/>
                    <a:pt x="185265" y="151282"/>
                  </a:cubicBezTo>
                  <a:cubicBezTo>
                    <a:pt x="185265" y="120281"/>
                    <a:pt x="184795" y="93506"/>
                    <a:pt x="185265" y="66263"/>
                  </a:cubicBezTo>
                  <a:cubicBezTo>
                    <a:pt x="185734" y="45595"/>
                    <a:pt x="175870" y="16943"/>
                    <a:pt x="189492" y="5670"/>
                  </a:cubicBezTo>
                  <a:cubicBezTo>
                    <a:pt x="195833" y="503"/>
                    <a:pt x="205932" y="-319"/>
                    <a:pt x="217029" y="92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24">
              <a:extLst>
                <a:ext uri="{FF2B5EF4-FFF2-40B4-BE49-F238E27FC236}">
                  <a16:creationId xmlns:a16="http://schemas.microsoft.com/office/drawing/2014/main" id="{9D7C7F02-C620-4D7A-B9C7-E4BF31676FA6}"/>
                </a:ext>
              </a:extLst>
            </p:cNvPr>
            <p:cNvSpPr/>
            <p:nvPr/>
          </p:nvSpPr>
          <p:spPr>
            <a:xfrm>
              <a:off x="2582686" y="4872087"/>
              <a:ext cx="1804098" cy="224654"/>
            </a:xfrm>
            <a:custGeom>
              <a:avLst/>
              <a:gdLst>
                <a:gd name="connsiteX0" fmla="*/ 555205 w 1804098"/>
                <a:gd name="connsiteY0" fmla="*/ 123534 h 224654"/>
                <a:gd name="connsiteX1" fmla="*/ 531249 w 1804098"/>
                <a:gd name="connsiteY1" fmla="*/ 176612 h 224654"/>
                <a:gd name="connsiteX2" fmla="*/ 546750 w 1804098"/>
                <a:gd name="connsiteY2" fmla="*/ 186476 h 224654"/>
                <a:gd name="connsiteX3" fmla="*/ 596070 w 1804098"/>
                <a:gd name="connsiteY3" fmla="*/ 152657 h 224654"/>
                <a:gd name="connsiteX4" fmla="*/ 555205 w 1804098"/>
                <a:gd name="connsiteY4" fmla="*/ 123534 h 224654"/>
                <a:gd name="connsiteX5" fmla="*/ 126353 w 1804098"/>
                <a:gd name="connsiteY5" fmla="*/ 42745 h 224654"/>
                <a:gd name="connsiteX6" fmla="*/ 88776 w 1804098"/>
                <a:gd name="connsiteY6" fmla="*/ 128704 h 224654"/>
                <a:gd name="connsiteX7" fmla="*/ 131050 w 1804098"/>
                <a:gd name="connsiteY7" fmla="*/ 87369 h 224654"/>
                <a:gd name="connsiteX8" fmla="*/ 126353 w 1804098"/>
                <a:gd name="connsiteY8" fmla="*/ 42745 h 224654"/>
                <a:gd name="connsiteX9" fmla="*/ 1148454 w 1804098"/>
                <a:gd name="connsiteY9" fmla="*/ 40395 h 224654"/>
                <a:gd name="connsiteX10" fmla="*/ 1109468 w 1804098"/>
                <a:gd name="connsiteY10" fmla="*/ 129172 h 224654"/>
                <a:gd name="connsiteX11" fmla="*/ 1146106 w 1804098"/>
                <a:gd name="connsiteY11" fmla="*/ 129172 h 224654"/>
                <a:gd name="connsiteX12" fmla="*/ 1155500 w 1804098"/>
                <a:gd name="connsiteY12" fmla="*/ 117899 h 224654"/>
                <a:gd name="connsiteX13" fmla="*/ 1148454 w 1804098"/>
                <a:gd name="connsiteY13" fmla="*/ 40395 h 224654"/>
                <a:gd name="connsiteX14" fmla="*/ 581977 w 1804098"/>
                <a:gd name="connsiteY14" fmla="*/ 38516 h 224654"/>
                <a:gd name="connsiteX15" fmla="*/ 550037 w 1804098"/>
                <a:gd name="connsiteY15" fmla="*/ 79382 h 224654"/>
                <a:gd name="connsiteX16" fmla="*/ 562249 w 1804098"/>
                <a:gd name="connsiteY16" fmla="*/ 90185 h 224654"/>
                <a:gd name="connsiteX17" fmla="*/ 606403 w 1804098"/>
                <a:gd name="connsiteY17" fmla="*/ 62002 h 224654"/>
                <a:gd name="connsiteX18" fmla="*/ 581977 w 1804098"/>
                <a:gd name="connsiteY18" fmla="*/ 38516 h 224654"/>
                <a:gd name="connsiteX19" fmla="*/ 920644 w 1804098"/>
                <a:gd name="connsiteY19" fmla="*/ 4697 h 224654"/>
                <a:gd name="connsiteX20" fmla="*/ 957752 w 1804098"/>
                <a:gd name="connsiteY20" fmla="*/ 6576 h 224654"/>
                <a:gd name="connsiteX21" fmla="*/ 957752 w 1804098"/>
                <a:gd name="connsiteY21" fmla="*/ 23486 h 224654"/>
                <a:gd name="connsiteX22" fmla="*/ 931917 w 1804098"/>
                <a:gd name="connsiteY22" fmla="*/ 156415 h 224654"/>
                <a:gd name="connsiteX23" fmla="*/ 952585 w 1804098"/>
                <a:gd name="connsiteY23" fmla="*/ 180370 h 224654"/>
                <a:gd name="connsiteX24" fmla="*/ 983116 w 1804098"/>
                <a:gd name="connsiteY24" fmla="*/ 179901 h 224654"/>
                <a:gd name="connsiteX25" fmla="*/ 1007072 w 1804098"/>
                <a:gd name="connsiteY25" fmla="*/ 208084 h 224654"/>
                <a:gd name="connsiteX26" fmla="*/ 989692 w 1804098"/>
                <a:gd name="connsiteY26" fmla="*/ 220766 h 224654"/>
                <a:gd name="connsiteX27" fmla="*/ 937554 w 1804098"/>
                <a:gd name="connsiteY27" fmla="*/ 220766 h 224654"/>
                <a:gd name="connsiteX28" fmla="*/ 911719 w 1804098"/>
                <a:gd name="connsiteY28" fmla="*/ 220766 h 224654"/>
                <a:gd name="connsiteX29" fmla="*/ 880248 w 1804098"/>
                <a:gd name="connsiteY29" fmla="*/ 184128 h 224654"/>
                <a:gd name="connsiteX30" fmla="*/ 911719 w 1804098"/>
                <a:gd name="connsiteY30" fmla="*/ 21137 h 224654"/>
                <a:gd name="connsiteX31" fmla="*/ 920644 w 1804098"/>
                <a:gd name="connsiteY31" fmla="*/ 4697 h 224654"/>
                <a:gd name="connsiteX32" fmla="*/ 433556 w 1804098"/>
                <a:gd name="connsiteY32" fmla="*/ 4191 h 224654"/>
                <a:gd name="connsiteX33" fmla="*/ 469247 w 1804098"/>
                <a:gd name="connsiteY33" fmla="*/ 6107 h 224654"/>
                <a:gd name="connsiteX34" fmla="*/ 450458 w 1804098"/>
                <a:gd name="connsiteY34" fmla="*/ 148901 h 224654"/>
                <a:gd name="connsiteX35" fmla="*/ 442943 w 1804098"/>
                <a:gd name="connsiteY35" fmla="*/ 204796 h 224654"/>
                <a:gd name="connsiteX36" fmla="*/ 434488 w 1804098"/>
                <a:gd name="connsiteY36" fmla="*/ 221237 h 224654"/>
                <a:gd name="connsiteX37" fmla="*/ 397380 w 1804098"/>
                <a:gd name="connsiteY37" fmla="*/ 219358 h 224654"/>
                <a:gd name="connsiteX38" fmla="*/ 397850 w 1804098"/>
                <a:gd name="connsiteY38" fmla="*/ 204327 h 224654"/>
                <a:gd name="connsiteX39" fmla="*/ 420396 w 1804098"/>
                <a:gd name="connsiteY39" fmla="*/ 54958 h 224654"/>
                <a:gd name="connsiteX40" fmla="*/ 348999 w 1804098"/>
                <a:gd name="connsiteY40" fmla="*/ 201978 h 224654"/>
                <a:gd name="connsiteX41" fmla="*/ 312831 w 1804098"/>
                <a:gd name="connsiteY41" fmla="*/ 217948 h 224654"/>
                <a:gd name="connsiteX42" fmla="*/ 302028 w 1804098"/>
                <a:gd name="connsiteY42" fmla="*/ 194463 h 224654"/>
                <a:gd name="connsiteX43" fmla="*/ 290285 w 1804098"/>
                <a:gd name="connsiteY43" fmla="*/ 52139 h 224654"/>
                <a:gd name="connsiteX44" fmla="*/ 259753 w 1804098"/>
                <a:gd name="connsiteY44" fmla="*/ 184599 h 224654"/>
                <a:gd name="connsiteX45" fmla="*/ 209024 w 1804098"/>
                <a:gd name="connsiteY45" fmla="*/ 219827 h 224654"/>
                <a:gd name="connsiteX46" fmla="*/ 244722 w 1804098"/>
                <a:gd name="connsiteY46" fmla="*/ 77973 h 224654"/>
                <a:gd name="connsiteX47" fmla="*/ 256935 w 1804098"/>
                <a:gd name="connsiteY47" fmla="*/ 28184 h 224654"/>
                <a:gd name="connsiteX48" fmla="*/ 287467 w 1804098"/>
                <a:gd name="connsiteY48" fmla="*/ 4228 h 224654"/>
                <a:gd name="connsiteX49" fmla="*/ 328332 w 1804098"/>
                <a:gd name="connsiteY49" fmla="*/ 41806 h 224654"/>
                <a:gd name="connsiteX50" fmla="*/ 336317 w 1804098"/>
                <a:gd name="connsiteY50" fmla="*/ 154067 h 224654"/>
                <a:gd name="connsiteX51" fmla="*/ 368727 w 1804098"/>
                <a:gd name="connsiteY51" fmla="*/ 82201 h 224654"/>
                <a:gd name="connsiteX52" fmla="*/ 383288 w 1804098"/>
                <a:gd name="connsiteY52" fmla="*/ 52609 h 224654"/>
                <a:gd name="connsiteX53" fmla="*/ 433556 w 1804098"/>
                <a:gd name="connsiteY53" fmla="*/ 4191 h 224654"/>
                <a:gd name="connsiteX54" fmla="*/ 1798834 w 1804098"/>
                <a:gd name="connsiteY54" fmla="*/ 3582 h 224654"/>
                <a:gd name="connsiteX55" fmla="*/ 1803708 w 1804098"/>
                <a:gd name="connsiteY55" fmla="*/ 12683 h 224654"/>
                <a:gd name="connsiteX56" fmla="*/ 1785859 w 1804098"/>
                <a:gd name="connsiteY56" fmla="*/ 43684 h 224654"/>
                <a:gd name="connsiteX57" fmla="*/ 1734190 w 1804098"/>
                <a:gd name="connsiteY57" fmla="*/ 43684 h 224654"/>
                <a:gd name="connsiteX58" fmla="*/ 1710705 w 1804098"/>
                <a:gd name="connsiteY58" fmla="*/ 79383 h 224654"/>
                <a:gd name="connsiteX59" fmla="*/ 1730902 w 1804098"/>
                <a:gd name="connsiteY59" fmla="*/ 89716 h 224654"/>
                <a:gd name="connsiteX60" fmla="*/ 1759085 w 1804098"/>
                <a:gd name="connsiteY60" fmla="*/ 90656 h 224654"/>
                <a:gd name="connsiteX61" fmla="*/ 1783040 w 1804098"/>
                <a:gd name="connsiteY61" fmla="*/ 97702 h 224654"/>
                <a:gd name="connsiteX62" fmla="*/ 1755797 w 1804098"/>
                <a:gd name="connsiteY62" fmla="*/ 129172 h 224654"/>
                <a:gd name="connsiteX63" fmla="*/ 1718220 w 1804098"/>
                <a:gd name="connsiteY63" fmla="*/ 128703 h 224654"/>
                <a:gd name="connsiteX64" fmla="*/ 1696143 w 1804098"/>
                <a:gd name="connsiteY64" fmla="*/ 147961 h 224654"/>
                <a:gd name="connsiteX65" fmla="*/ 1725736 w 1804098"/>
                <a:gd name="connsiteY65" fmla="*/ 181781 h 224654"/>
                <a:gd name="connsiteX66" fmla="*/ 1749221 w 1804098"/>
                <a:gd name="connsiteY66" fmla="*/ 181781 h 224654"/>
                <a:gd name="connsiteX67" fmla="*/ 1772237 w 1804098"/>
                <a:gd name="connsiteY67" fmla="*/ 209024 h 224654"/>
                <a:gd name="connsiteX68" fmla="*/ 1757206 w 1804098"/>
                <a:gd name="connsiteY68" fmla="*/ 221237 h 224654"/>
                <a:gd name="connsiteX69" fmla="*/ 1703189 w 1804098"/>
                <a:gd name="connsiteY69" fmla="*/ 220767 h 224654"/>
                <a:gd name="connsiteX70" fmla="*/ 1663263 w 1804098"/>
                <a:gd name="connsiteY70" fmla="*/ 221237 h 224654"/>
                <a:gd name="connsiteX71" fmla="*/ 1640717 w 1804098"/>
                <a:gd name="connsiteY71" fmla="*/ 195403 h 224654"/>
                <a:gd name="connsiteX72" fmla="*/ 1673128 w 1804098"/>
                <a:gd name="connsiteY72" fmla="*/ 25366 h 224654"/>
                <a:gd name="connsiteX73" fmla="*/ 1698022 w 1804098"/>
                <a:gd name="connsiteY73" fmla="*/ 3758 h 224654"/>
                <a:gd name="connsiteX74" fmla="*/ 1787268 w 1804098"/>
                <a:gd name="connsiteY74" fmla="*/ 4698 h 224654"/>
                <a:gd name="connsiteX75" fmla="*/ 1798834 w 1804098"/>
                <a:gd name="connsiteY75" fmla="*/ 3582 h 224654"/>
                <a:gd name="connsiteX76" fmla="*/ 113848 w 1804098"/>
                <a:gd name="connsiteY76" fmla="*/ 3582 h 224654"/>
                <a:gd name="connsiteX77" fmla="*/ 129642 w 1804098"/>
                <a:gd name="connsiteY77" fmla="*/ 4698 h 224654"/>
                <a:gd name="connsiteX78" fmla="*/ 169098 w 1804098"/>
                <a:gd name="connsiteY78" fmla="*/ 38987 h 224654"/>
                <a:gd name="connsiteX79" fmla="*/ 187887 w 1804098"/>
                <a:gd name="connsiteY79" fmla="*/ 201978 h 224654"/>
                <a:gd name="connsiteX80" fmla="*/ 178023 w 1804098"/>
                <a:gd name="connsiteY80" fmla="*/ 220297 h 224654"/>
                <a:gd name="connsiteX81" fmla="*/ 140445 w 1804098"/>
                <a:gd name="connsiteY81" fmla="*/ 205736 h 224654"/>
                <a:gd name="connsiteX82" fmla="*/ 91595 w 1804098"/>
                <a:gd name="connsiteY82" fmla="*/ 163931 h 224654"/>
                <a:gd name="connsiteX83" fmla="*/ 67169 w 1804098"/>
                <a:gd name="connsiteY83" fmla="*/ 179432 h 224654"/>
                <a:gd name="connsiteX84" fmla="*/ 66231 w 1804098"/>
                <a:gd name="connsiteY84" fmla="*/ 181780 h 224654"/>
                <a:gd name="connsiteX85" fmla="*/ 0 w 1804098"/>
                <a:gd name="connsiteY85" fmla="*/ 220297 h 224654"/>
                <a:gd name="connsiteX86" fmla="*/ 100520 w 1804098"/>
                <a:gd name="connsiteY86" fmla="*/ 12683 h 224654"/>
                <a:gd name="connsiteX87" fmla="*/ 113848 w 1804098"/>
                <a:gd name="connsiteY87" fmla="*/ 3582 h 224654"/>
                <a:gd name="connsiteX88" fmla="*/ 1135597 w 1804098"/>
                <a:gd name="connsiteY88" fmla="*/ 3110 h 224654"/>
                <a:gd name="connsiteX89" fmla="*/ 1150804 w 1804098"/>
                <a:gd name="connsiteY89" fmla="*/ 4226 h 224654"/>
                <a:gd name="connsiteX90" fmla="*/ 1189790 w 1804098"/>
                <a:gd name="connsiteY90" fmla="*/ 38985 h 224654"/>
                <a:gd name="connsiteX91" fmla="*/ 1210927 w 1804098"/>
                <a:gd name="connsiteY91" fmla="*/ 219356 h 224654"/>
                <a:gd name="connsiteX92" fmla="*/ 1203412 w 1804098"/>
                <a:gd name="connsiteY92" fmla="*/ 220765 h 224654"/>
                <a:gd name="connsiteX93" fmla="*/ 1159728 w 1804098"/>
                <a:gd name="connsiteY93" fmla="*/ 182718 h 224654"/>
                <a:gd name="connsiteX94" fmla="*/ 1140469 w 1804098"/>
                <a:gd name="connsiteY94" fmla="*/ 164399 h 224654"/>
                <a:gd name="connsiteX95" fmla="*/ 1121681 w 1804098"/>
                <a:gd name="connsiteY95" fmla="*/ 164399 h 224654"/>
                <a:gd name="connsiteX96" fmla="*/ 1084103 w 1804098"/>
                <a:gd name="connsiteY96" fmla="*/ 188354 h 224654"/>
                <a:gd name="connsiteX97" fmla="*/ 1021631 w 1804098"/>
                <a:gd name="connsiteY97" fmla="*/ 218416 h 224654"/>
                <a:gd name="connsiteX98" fmla="*/ 1122151 w 1804098"/>
                <a:gd name="connsiteY98" fmla="*/ 12211 h 224654"/>
                <a:gd name="connsiteX99" fmla="*/ 1135597 w 1804098"/>
                <a:gd name="connsiteY99" fmla="*/ 3110 h 224654"/>
                <a:gd name="connsiteX100" fmla="*/ 568122 w 1804098"/>
                <a:gd name="connsiteY100" fmla="*/ 2935 h 224654"/>
                <a:gd name="connsiteX101" fmla="*/ 607813 w 1804098"/>
                <a:gd name="connsiteY101" fmla="*/ 6106 h 224654"/>
                <a:gd name="connsiteX102" fmla="*/ 653845 w 1804098"/>
                <a:gd name="connsiteY102" fmla="*/ 46971 h 224654"/>
                <a:gd name="connsiteX103" fmla="*/ 621434 w 1804098"/>
                <a:gd name="connsiteY103" fmla="*/ 100988 h 224654"/>
                <a:gd name="connsiteX104" fmla="*/ 613449 w 1804098"/>
                <a:gd name="connsiteY104" fmla="*/ 105685 h 224654"/>
                <a:gd name="connsiteX105" fmla="*/ 611100 w 1804098"/>
                <a:gd name="connsiteY105" fmla="*/ 207144 h 224654"/>
                <a:gd name="connsiteX106" fmla="*/ 487095 w 1804098"/>
                <a:gd name="connsiteY106" fmla="*/ 220296 h 224654"/>
                <a:gd name="connsiteX107" fmla="*/ 480519 w 1804098"/>
                <a:gd name="connsiteY107" fmla="*/ 206204 h 224654"/>
                <a:gd name="connsiteX108" fmla="*/ 516218 w 1804098"/>
                <a:gd name="connsiteY108" fmla="*/ 20197 h 224654"/>
                <a:gd name="connsiteX109" fmla="*/ 528430 w 1804098"/>
                <a:gd name="connsiteY109" fmla="*/ 6106 h 224654"/>
                <a:gd name="connsiteX110" fmla="*/ 568122 w 1804098"/>
                <a:gd name="connsiteY110" fmla="*/ 2935 h 224654"/>
                <a:gd name="connsiteX111" fmla="*/ 1416780 w 1804098"/>
                <a:gd name="connsiteY111" fmla="*/ 2232 h 224654"/>
                <a:gd name="connsiteX112" fmla="*/ 1438739 w 1804098"/>
                <a:gd name="connsiteY112" fmla="*/ 5168 h 224654"/>
                <a:gd name="connsiteX113" fmla="*/ 1442497 w 1804098"/>
                <a:gd name="connsiteY113" fmla="*/ 23957 h 224654"/>
                <a:gd name="connsiteX114" fmla="*/ 1409617 w 1804098"/>
                <a:gd name="connsiteY114" fmla="*/ 203388 h 224654"/>
                <a:gd name="connsiteX115" fmla="*/ 1393647 w 1804098"/>
                <a:gd name="connsiteY115" fmla="*/ 220297 h 224654"/>
                <a:gd name="connsiteX116" fmla="*/ 1352781 w 1804098"/>
                <a:gd name="connsiteY116" fmla="*/ 206676 h 224654"/>
                <a:gd name="connsiteX117" fmla="*/ 1305340 w 1804098"/>
                <a:gd name="connsiteY117" fmla="*/ 67170 h 224654"/>
                <a:gd name="connsiteX118" fmla="*/ 1280915 w 1804098"/>
                <a:gd name="connsiteY118" fmla="*/ 203858 h 224654"/>
                <a:gd name="connsiteX119" fmla="*/ 1262596 w 1804098"/>
                <a:gd name="connsiteY119" fmla="*/ 221237 h 224654"/>
                <a:gd name="connsiteX120" fmla="*/ 1240050 w 1804098"/>
                <a:gd name="connsiteY120" fmla="*/ 192585 h 224654"/>
                <a:gd name="connsiteX121" fmla="*/ 1271990 w 1804098"/>
                <a:gd name="connsiteY121" fmla="*/ 22548 h 224654"/>
                <a:gd name="connsiteX122" fmla="*/ 1293597 w 1804098"/>
                <a:gd name="connsiteY122" fmla="*/ 3289 h 224654"/>
                <a:gd name="connsiteX123" fmla="*/ 1342448 w 1804098"/>
                <a:gd name="connsiteY123" fmla="*/ 37109 h 224654"/>
                <a:gd name="connsiteX124" fmla="*/ 1378616 w 1804098"/>
                <a:gd name="connsiteY124" fmla="*/ 150310 h 224654"/>
                <a:gd name="connsiteX125" fmla="*/ 1401162 w 1804098"/>
                <a:gd name="connsiteY125" fmla="*/ 18320 h 224654"/>
                <a:gd name="connsiteX126" fmla="*/ 1416780 w 1804098"/>
                <a:gd name="connsiteY126" fmla="*/ 2232 h 224654"/>
                <a:gd name="connsiteX127" fmla="*/ 718548 w 1804098"/>
                <a:gd name="connsiteY127" fmla="*/ 2232 h 224654"/>
                <a:gd name="connsiteX128" fmla="*/ 741212 w 1804098"/>
                <a:gd name="connsiteY128" fmla="*/ 5168 h 224654"/>
                <a:gd name="connsiteX129" fmla="*/ 745909 w 1804098"/>
                <a:gd name="connsiteY129" fmla="*/ 22548 h 224654"/>
                <a:gd name="connsiteX130" fmla="*/ 723832 w 1804098"/>
                <a:gd name="connsiteY130" fmla="*/ 149371 h 224654"/>
                <a:gd name="connsiteX131" fmla="*/ 742621 w 1804098"/>
                <a:gd name="connsiteY131" fmla="*/ 183190 h 224654"/>
                <a:gd name="connsiteX132" fmla="*/ 785365 w 1804098"/>
                <a:gd name="connsiteY132" fmla="*/ 171917 h 224654"/>
                <a:gd name="connsiteX133" fmla="*/ 803684 w 1804098"/>
                <a:gd name="connsiteY133" fmla="*/ 124476 h 224654"/>
                <a:gd name="connsiteX134" fmla="*/ 823412 w 1804098"/>
                <a:gd name="connsiteY134" fmla="*/ 20669 h 224654"/>
                <a:gd name="connsiteX135" fmla="*/ 832806 w 1804098"/>
                <a:gd name="connsiteY135" fmla="*/ 4229 h 224654"/>
                <a:gd name="connsiteX136" fmla="*/ 869914 w 1804098"/>
                <a:gd name="connsiteY136" fmla="*/ 5638 h 224654"/>
                <a:gd name="connsiteX137" fmla="*/ 870383 w 1804098"/>
                <a:gd name="connsiteY137" fmla="*/ 15972 h 224654"/>
                <a:gd name="connsiteX138" fmla="*/ 841261 w 1804098"/>
                <a:gd name="connsiteY138" fmla="*/ 158295 h 224654"/>
                <a:gd name="connsiteX139" fmla="*/ 745440 w 1804098"/>
                <a:gd name="connsiteY139" fmla="*/ 224525 h 224654"/>
                <a:gd name="connsiteX140" fmla="*/ 677331 w 1804098"/>
                <a:gd name="connsiteY140" fmla="*/ 143264 h 224654"/>
                <a:gd name="connsiteX141" fmla="*/ 702225 w 1804098"/>
                <a:gd name="connsiteY141" fmla="*/ 12683 h 224654"/>
                <a:gd name="connsiteX142" fmla="*/ 718548 w 1804098"/>
                <a:gd name="connsiteY142" fmla="*/ 2232 h 224654"/>
                <a:gd name="connsiteX143" fmla="*/ 1596564 w 1804098"/>
                <a:gd name="connsiteY143" fmla="*/ 0 h 224654"/>
                <a:gd name="connsiteX144" fmla="*/ 1617231 w 1804098"/>
                <a:gd name="connsiteY144" fmla="*/ 2349 h 224654"/>
                <a:gd name="connsiteX145" fmla="*/ 1633671 w 1804098"/>
                <a:gd name="connsiteY145" fmla="*/ 32410 h 224654"/>
                <a:gd name="connsiteX146" fmla="*/ 1614413 w 1804098"/>
                <a:gd name="connsiteY146" fmla="*/ 43214 h 224654"/>
                <a:gd name="connsiteX147" fmla="*/ 1516242 w 1804098"/>
                <a:gd name="connsiteY147" fmla="*/ 89716 h 224654"/>
                <a:gd name="connsiteX148" fmla="*/ 1589048 w 1804098"/>
                <a:gd name="connsiteY148" fmla="*/ 182719 h 224654"/>
                <a:gd name="connsiteX149" fmla="*/ 1610186 w 1804098"/>
                <a:gd name="connsiteY149" fmla="*/ 191174 h 224654"/>
                <a:gd name="connsiteX150" fmla="*/ 1595154 w 1804098"/>
                <a:gd name="connsiteY150" fmla="*/ 220296 h 224654"/>
                <a:gd name="connsiteX151" fmla="*/ 1569790 w 1804098"/>
                <a:gd name="connsiteY151" fmla="*/ 224054 h 224654"/>
                <a:gd name="connsiteX152" fmla="*/ 1468331 w 1804098"/>
                <a:gd name="connsiteY152" fmla="*/ 176144 h 224654"/>
                <a:gd name="connsiteX153" fmla="*/ 1489938 w 1804098"/>
                <a:gd name="connsiteY153" fmla="*/ 44623 h 224654"/>
                <a:gd name="connsiteX154" fmla="*/ 1596564 w 1804098"/>
                <a:gd name="connsiteY154" fmla="*/ 0 h 224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1804098" h="224654">
                  <a:moveTo>
                    <a:pt x="555205" y="123534"/>
                  </a:moveTo>
                  <a:cubicBezTo>
                    <a:pt x="542053" y="123534"/>
                    <a:pt x="530779" y="150778"/>
                    <a:pt x="531249" y="176612"/>
                  </a:cubicBezTo>
                  <a:cubicBezTo>
                    <a:pt x="531249" y="190703"/>
                    <a:pt x="541114" y="185067"/>
                    <a:pt x="546750" y="186476"/>
                  </a:cubicBezTo>
                  <a:cubicBezTo>
                    <a:pt x="576342" y="186006"/>
                    <a:pt x="595600" y="172385"/>
                    <a:pt x="596070" y="152657"/>
                  </a:cubicBezTo>
                  <a:cubicBezTo>
                    <a:pt x="596070" y="134337"/>
                    <a:pt x="580569" y="123534"/>
                    <a:pt x="555205" y="123534"/>
                  </a:cubicBezTo>
                  <a:close/>
                  <a:moveTo>
                    <a:pt x="126353" y="42745"/>
                  </a:moveTo>
                  <a:cubicBezTo>
                    <a:pt x="113201" y="73747"/>
                    <a:pt x="101459" y="100051"/>
                    <a:pt x="88776" y="128704"/>
                  </a:cubicBezTo>
                  <a:cubicBezTo>
                    <a:pt x="135277" y="130113"/>
                    <a:pt x="135277" y="130113"/>
                    <a:pt x="131050" y="87369"/>
                  </a:cubicBezTo>
                  <a:cubicBezTo>
                    <a:pt x="130111" y="73747"/>
                    <a:pt x="128232" y="60594"/>
                    <a:pt x="126353" y="42745"/>
                  </a:cubicBezTo>
                  <a:close/>
                  <a:moveTo>
                    <a:pt x="1148454" y="40395"/>
                  </a:moveTo>
                  <a:cubicBezTo>
                    <a:pt x="1133893" y="73745"/>
                    <a:pt x="1122151" y="100050"/>
                    <a:pt x="1109468" y="129172"/>
                  </a:cubicBezTo>
                  <a:cubicBezTo>
                    <a:pt x="1123559" y="129172"/>
                    <a:pt x="1134833" y="128702"/>
                    <a:pt x="1146106" y="129172"/>
                  </a:cubicBezTo>
                  <a:cubicBezTo>
                    <a:pt x="1154091" y="129641"/>
                    <a:pt x="1156439" y="125884"/>
                    <a:pt x="1155500" y="117899"/>
                  </a:cubicBezTo>
                  <a:cubicBezTo>
                    <a:pt x="1153151" y="94413"/>
                    <a:pt x="1151272" y="70927"/>
                    <a:pt x="1148454" y="40395"/>
                  </a:cubicBezTo>
                  <a:close/>
                  <a:moveTo>
                    <a:pt x="581977" y="38516"/>
                  </a:moveTo>
                  <a:cubicBezTo>
                    <a:pt x="558022" y="37107"/>
                    <a:pt x="552385" y="46032"/>
                    <a:pt x="550037" y="79382"/>
                  </a:cubicBezTo>
                  <a:cubicBezTo>
                    <a:pt x="549567" y="90185"/>
                    <a:pt x="554734" y="89715"/>
                    <a:pt x="562249" y="90185"/>
                  </a:cubicBezTo>
                  <a:cubicBezTo>
                    <a:pt x="587145" y="90655"/>
                    <a:pt x="606403" y="79382"/>
                    <a:pt x="606403" y="62002"/>
                  </a:cubicBezTo>
                  <a:cubicBezTo>
                    <a:pt x="606403" y="43213"/>
                    <a:pt x="592781" y="39925"/>
                    <a:pt x="581977" y="38516"/>
                  </a:cubicBezTo>
                  <a:close/>
                  <a:moveTo>
                    <a:pt x="920644" y="4697"/>
                  </a:moveTo>
                  <a:cubicBezTo>
                    <a:pt x="932857" y="3757"/>
                    <a:pt x="946009" y="3757"/>
                    <a:pt x="957752" y="6576"/>
                  </a:cubicBezTo>
                  <a:cubicBezTo>
                    <a:pt x="962919" y="7985"/>
                    <a:pt x="959161" y="17849"/>
                    <a:pt x="957752" y="23486"/>
                  </a:cubicBezTo>
                  <a:cubicBezTo>
                    <a:pt x="949296" y="68109"/>
                    <a:pt x="941781" y="112262"/>
                    <a:pt x="931917" y="156415"/>
                  </a:cubicBezTo>
                  <a:cubicBezTo>
                    <a:pt x="927220" y="176613"/>
                    <a:pt x="931917" y="183189"/>
                    <a:pt x="952585" y="180370"/>
                  </a:cubicBezTo>
                  <a:cubicBezTo>
                    <a:pt x="962449" y="178962"/>
                    <a:pt x="972782" y="179901"/>
                    <a:pt x="983116" y="179901"/>
                  </a:cubicBezTo>
                  <a:cubicBezTo>
                    <a:pt x="1013178" y="179901"/>
                    <a:pt x="1012239" y="179901"/>
                    <a:pt x="1007072" y="208084"/>
                  </a:cubicBezTo>
                  <a:cubicBezTo>
                    <a:pt x="1004724" y="219826"/>
                    <a:pt x="999557" y="221236"/>
                    <a:pt x="989692" y="220766"/>
                  </a:cubicBezTo>
                  <a:cubicBezTo>
                    <a:pt x="971843" y="220296"/>
                    <a:pt x="954933" y="220766"/>
                    <a:pt x="937554" y="220766"/>
                  </a:cubicBezTo>
                  <a:cubicBezTo>
                    <a:pt x="929099" y="220766"/>
                    <a:pt x="920174" y="220766"/>
                    <a:pt x="911719" y="220766"/>
                  </a:cubicBezTo>
                  <a:cubicBezTo>
                    <a:pt x="873202" y="220766"/>
                    <a:pt x="873202" y="220766"/>
                    <a:pt x="880248" y="184128"/>
                  </a:cubicBezTo>
                  <a:cubicBezTo>
                    <a:pt x="890582" y="129641"/>
                    <a:pt x="901386" y="75624"/>
                    <a:pt x="911719" y="21137"/>
                  </a:cubicBezTo>
                  <a:cubicBezTo>
                    <a:pt x="913128" y="14561"/>
                    <a:pt x="911250" y="5167"/>
                    <a:pt x="920644" y="4697"/>
                  </a:cubicBezTo>
                  <a:close/>
                  <a:moveTo>
                    <a:pt x="433556" y="4191"/>
                  </a:moveTo>
                  <a:cubicBezTo>
                    <a:pt x="442532" y="4052"/>
                    <a:pt x="453981" y="4933"/>
                    <a:pt x="469247" y="6107"/>
                  </a:cubicBezTo>
                  <a:cubicBezTo>
                    <a:pt x="463140" y="53548"/>
                    <a:pt x="456565" y="101459"/>
                    <a:pt x="450458" y="148901"/>
                  </a:cubicBezTo>
                  <a:cubicBezTo>
                    <a:pt x="448110" y="167689"/>
                    <a:pt x="445761" y="186008"/>
                    <a:pt x="442943" y="204796"/>
                  </a:cubicBezTo>
                  <a:cubicBezTo>
                    <a:pt x="442003" y="211372"/>
                    <a:pt x="444821" y="220767"/>
                    <a:pt x="434488" y="221237"/>
                  </a:cubicBezTo>
                  <a:cubicBezTo>
                    <a:pt x="422275" y="221706"/>
                    <a:pt x="409593" y="221706"/>
                    <a:pt x="397380" y="219358"/>
                  </a:cubicBezTo>
                  <a:cubicBezTo>
                    <a:pt x="393622" y="218418"/>
                    <a:pt x="396910" y="209494"/>
                    <a:pt x="397850" y="204327"/>
                  </a:cubicBezTo>
                  <a:cubicBezTo>
                    <a:pt x="404896" y="156416"/>
                    <a:pt x="412411" y="108975"/>
                    <a:pt x="420396" y="54958"/>
                  </a:cubicBezTo>
                  <a:cubicBezTo>
                    <a:pt x="394562" y="107566"/>
                    <a:pt x="370136" y="154067"/>
                    <a:pt x="348999" y="201978"/>
                  </a:cubicBezTo>
                  <a:cubicBezTo>
                    <a:pt x="340544" y="221237"/>
                    <a:pt x="326922" y="218418"/>
                    <a:pt x="312831" y="217948"/>
                  </a:cubicBezTo>
                  <a:cubicBezTo>
                    <a:pt x="296391" y="217009"/>
                    <a:pt x="302967" y="202918"/>
                    <a:pt x="302028" y="194463"/>
                  </a:cubicBezTo>
                  <a:cubicBezTo>
                    <a:pt x="297331" y="148431"/>
                    <a:pt x="294042" y="102868"/>
                    <a:pt x="290285" y="52139"/>
                  </a:cubicBezTo>
                  <a:cubicBezTo>
                    <a:pt x="279012" y="99580"/>
                    <a:pt x="269148" y="141855"/>
                    <a:pt x="259753" y="184599"/>
                  </a:cubicBezTo>
                  <a:cubicBezTo>
                    <a:pt x="250829" y="222176"/>
                    <a:pt x="251298" y="222176"/>
                    <a:pt x="209024" y="219827"/>
                  </a:cubicBezTo>
                  <a:cubicBezTo>
                    <a:pt x="221236" y="171916"/>
                    <a:pt x="232979" y="124945"/>
                    <a:pt x="244722" y="77973"/>
                  </a:cubicBezTo>
                  <a:cubicBezTo>
                    <a:pt x="248950" y="61534"/>
                    <a:pt x="254587" y="45093"/>
                    <a:pt x="256935" y="28184"/>
                  </a:cubicBezTo>
                  <a:cubicBezTo>
                    <a:pt x="259284" y="8455"/>
                    <a:pt x="268208" y="3288"/>
                    <a:pt x="287467" y="4228"/>
                  </a:cubicBezTo>
                  <a:cubicBezTo>
                    <a:pt x="324574" y="6107"/>
                    <a:pt x="325514" y="4698"/>
                    <a:pt x="328332" y="41806"/>
                  </a:cubicBezTo>
                  <a:cubicBezTo>
                    <a:pt x="331620" y="77504"/>
                    <a:pt x="333499" y="113672"/>
                    <a:pt x="336317" y="154067"/>
                  </a:cubicBezTo>
                  <a:cubicBezTo>
                    <a:pt x="348060" y="127763"/>
                    <a:pt x="357924" y="105217"/>
                    <a:pt x="368727" y="82201"/>
                  </a:cubicBezTo>
                  <a:cubicBezTo>
                    <a:pt x="373425" y="72337"/>
                    <a:pt x="378122" y="62473"/>
                    <a:pt x="383288" y="52609"/>
                  </a:cubicBezTo>
                  <a:cubicBezTo>
                    <a:pt x="401960" y="14210"/>
                    <a:pt x="406628" y="4610"/>
                    <a:pt x="433556" y="4191"/>
                  </a:cubicBezTo>
                  <a:close/>
                  <a:moveTo>
                    <a:pt x="1798834" y="3582"/>
                  </a:moveTo>
                  <a:cubicBezTo>
                    <a:pt x="1802533" y="3876"/>
                    <a:pt x="1805117" y="5873"/>
                    <a:pt x="1803708" y="12683"/>
                  </a:cubicBezTo>
                  <a:cubicBezTo>
                    <a:pt x="1801359" y="23956"/>
                    <a:pt x="1808875" y="43684"/>
                    <a:pt x="1785859" y="43684"/>
                  </a:cubicBezTo>
                  <a:cubicBezTo>
                    <a:pt x="1768479" y="43684"/>
                    <a:pt x="1751570" y="44624"/>
                    <a:pt x="1734190" y="43684"/>
                  </a:cubicBezTo>
                  <a:cubicBezTo>
                    <a:pt x="1704598" y="41805"/>
                    <a:pt x="1713993" y="66231"/>
                    <a:pt x="1710705" y="79383"/>
                  </a:cubicBezTo>
                  <a:cubicBezTo>
                    <a:pt x="1706477" y="98641"/>
                    <a:pt x="1723857" y="87838"/>
                    <a:pt x="1730902" y="89716"/>
                  </a:cubicBezTo>
                  <a:cubicBezTo>
                    <a:pt x="1739827" y="91595"/>
                    <a:pt x="1749691" y="88777"/>
                    <a:pt x="1759085" y="90656"/>
                  </a:cubicBezTo>
                  <a:cubicBezTo>
                    <a:pt x="1767070" y="92065"/>
                    <a:pt x="1781162" y="82201"/>
                    <a:pt x="1783040" y="97702"/>
                  </a:cubicBezTo>
                  <a:cubicBezTo>
                    <a:pt x="1785859" y="121188"/>
                    <a:pt x="1777404" y="129172"/>
                    <a:pt x="1755797" y="129172"/>
                  </a:cubicBezTo>
                  <a:cubicBezTo>
                    <a:pt x="1743115" y="129172"/>
                    <a:pt x="1730433" y="130582"/>
                    <a:pt x="1718220" y="128703"/>
                  </a:cubicBezTo>
                  <a:cubicBezTo>
                    <a:pt x="1702719" y="126824"/>
                    <a:pt x="1698022" y="134340"/>
                    <a:pt x="1696143" y="147961"/>
                  </a:cubicBezTo>
                  <a:cubicBezTo>
                    <a:pt x="1690507" y="181781"/>
                    <a:pt x="1690037" y="181781"/>
                    <a:pt x="1725736" y="181781"/>
                  </a:cubicBezTo>
                  <a:cubicBezTo>
                    <a:pt x="1733721" y="181781"/>
                    <a:pt x="1741236" y="181781"/>
                    <a:pt x="1749221" y="181781"/>
                  </a:cubicBezTo>
                  <a:cubicBezTo>
                    <a:pt x="1778343" y="181781"/>
                    <a:pt x="1777404" y="181781"/>
                    <a:pt x="1772237" y="209024"/>
                  </a:cubicBezTo>
                  <a:cubicBezTo>
                    <a:pt x="1770358" y="219358"/>
                    <a:pt x="1766601" y="221707"/>
                    <a:pt x="1757206" y="221237"/>
                  </a:cubicBezTo>
                  <a:cubicBezTo>
                    <a:pt x="1738888" y="220297"/>
                    <a:pt x="1721038" y="220767"/>
                    <a:pt x="1703189" y="220767"/>
                  </a:cubicBezTo>
                  <a:cubicBezTo>
                    <a:pt x="1690037" y="220767"/>
                    <a:pt x="1676415" y="219358"/>
                    <a:pt x="1663263" y="221237"/>
                  </a:cubicBezTo>
                  <a:cubicBezTo>
                    <a:pt x="1641187" y="224055"/>
                    <a:pt x="1636020" y="217009"/>
                    <a:pt x="1640717" y="195403"/>
                  </a:cubicBezTo>
                  <a:cubicBezTo>
                    <a:pt x="1652930" y="139037"/>
                    <a:pt x="1663263" y="82201"/>
                    <a:pt x="1673128" y="25366"/>
                  </a:cubicBezTo>
                  <a:cubicBezTo>
                    <a:pt x="1675946" y="9865"/>
                    <a:pt x="1680643" y="2819"/>
                    <a:pt x="1698022" y="3758"/>
                  </a:cubicBezTo>
                  <a:cubicBezTo>
                    <a:pt x="1727614" y="5638"/>
                    <a:pt x="1757676" y="3758"/>
                    <a:pt x="1787268" y="4698"/>
                  </a:cubicBezTo>
                  <a:cubicBezTo>
                    <a:pt x="1790321" y="4698"/>
                    <a:pt x="1795135" y="3289"/>
                    <a:pt x="1798834" y="3582"/>
                  </a:cubicBezTo>
                  <a:close/>
                  <a:moveTo>
                    <a:pt x="113848" y="3582"/>
                  </a:moveTo>
                  <a:cubicBezTo>
                    <a:pt x="119074" y="3406"/>
                    <a:pt x="124710" y="4933"/>
                    <a:pt x="129642" y="4698"/>
                  </a:cubicBezTo>
                  <a:cubicBezTo>
                    <a:pt x="164871" y="3759"/>
                    <a:pt x="164871" y="4228"/>
                    <a:pt x="169098" y="38987"/>
                  </a:cubicBezTo>
                  <a:cubicBezTo>
                    <a:pt x="175674" y="93474"/>
                    <a:pt x="182251" y="147491"/>
                    <a:pt x="187887" y="201978"/>
                  </a:cubicBezTo>
                  <a:cubicBezTo>
                    <a:pt x="188827" y="209494"/>
                    <a:pt x="194933" y="224525"/>
                    <a:pt x="178023" y="220297"/>
                  </a:cubicBezTo>
                  <a:cubicBezTo>
                    <a:pt x="165341" y="217009"/>
                    <a:pt x="143734" y="235798"/>
                    <a:pt x="140445" y="205736"/>
                  </a:cubicBezTo>
                  <a:cubicBezTo>
                    <a:pt x="135748" y="163462"/>
                    <a:pt x="134809" y="164401"/>
                    <a:pt x="91595" y="163931"/>
                  </a:cubicBezTo>
                  <a:cubicBezTo>
                    <a:pt x="78913" y="163931"/>
                    <a:pt x="70458" y="166750"/>
                    <a:pt x="67169" y="179432"/>
                  </a:cubicBezTo>
                  <a:cubicBezTo>
                    <a:pt x="67169" y="180372"/>
                    <a:pt x="66700" y="180841"/>
                    <a:pt x="66231" y="181780"/>
                  </a:cubicBezTo>
                  <a:cubicBezTo>
                    <a:pt x="47911" y="221706"/>
                    <a:pt x="47911" y="221706"/>
                    <a:pt x="0" y="220297"/>
                  </a:cubicBezTo>
                  <a:cubicBezTo>
                    <a:pt x="34289" y="149840"/>
                    <a:pt x="67639" y="81262"/>
                    <a:pt x="100520" y="12683"/>
                  </a:cubicBezTo>
                  <a:cubicBezTo>
                    <a:pt x="103808" y="5637"/>
                    <a:pt x="108622" y="3758"/>
                    <a:pt x="113848" y="3582"/>
                  </a:cubicBezTo>
                  <a:close/>
                  <a:moveTo>
                    <a:pt x="1135597" y="3110"/>
                  </a:moveTo>
                  <a:cubicBezTo>
                    <a:pt x="1140705" y="2934"/>
                    <a:pt x="1146106" y="4461"/>
                    <a:pt x="1150804" y="4226"/>
                  </a:cubicBezTo>
                  <a:cubicBezTo>
                    <a:pt x="1186502" y="3287"/>
                    <a:pt x="1186032" y="3757"/>
                    <a:pt x="1189790" y="38985"/>
                  </a:cubicBezTo>
                  <a:cubicBezTo>
                    <a:pt x="1196366" y="99109"/>
                    <a:pt x="1203412" y="158763"/>
                    <a:pt x="1210927" y="219356"/>
                  </a:cubicBezTo>
                  <a:cubicBezTo>
                    <a:pt x="1206700" y="220295"/>
                    <a:pt x="1205290" y="220765"/>
                    <a:pt x="1203412" y="220765"/>
                  </a:cubicBezTo>
                  <a:cubicBezTo>
                    <a:pt x="1163955" y="221704"/>
                    <a:pt x="1163486" y="221704"/>
                    <a:pt x="1159728" y="182718"/>
                  </a:cubicBezTo>
                  <a:cubicBezTo>
                    <a:pt x="1158789" y="169566"/>
                    <a:pt x="1155501" y="162050"/>
                    <a:pt x="1140469" y="164399"/>
                  </a:cubicBezTo>
                  <a:cubicBezTo>
                    <a:pt x="1134363" y="165338"/>
                    <a:pt x="1127787" y="165338"/>
                    <a:pt x="1121681" y="164399"/>
                  </a:cubicBezTo>
                  <a:cubicBezTo>
                    <a:pt x="1101483" y="161111"/>
                    <a:pt x="1091619" y="169096"/>
                    <a:pt x="1084103" y="188354"/>
                  </a:cubicBezTo>
                  <a:cubicBezTo>
                    <a:pt x="1069542" y="225462"/>
                    <a:pt x="1068133" y="224992"/>
                    <a:pt x="1021631" y="218416"/>
                  </a:cubicBezTo>
                  <a:cubicBezTo>
                    <a:pt x="1055451" y="149368"/>
                    <a:pt x="1088800" y="80789"/>
                    <a:pt x="1122151" y="12211"/>
                  </a:cubicBezTo>
                  <a:cubicBezTo>
                    <a:pt x="1125674" y="5165"/>
                    <a:pt x="1130488" y="3286"/>
                    <a:pt x="1135597" y="3110"/>
                  </a:cubicBezTo>
                  <a:close/>
                  <a:moveTo>
                    <a:pt x="568122" y="2935"/>
                  </a:moveTo>
                  <a:cubicBezTo>
                    <a:pt x="581391" y="2465"/>
                    <a:pt x="594661" y="3053"/>
                    <a:pt x="607813" y="6106"/>
                  </a:cubicBezTo>
                  <a:cubicBezTo>
                    <a:pt x="629889" y="11272"/>
                    <a:pt x="649148" y="21606"/>
                    <a:pt x="653845" y="46971"/>
                  </a:cubicBezTo>
                  <a:cubicBezTo>
                    <a:pt x="657603" y="69047"/>
                    <a:pt x="646799" y="86897"/>
                    <a:pt x="621434" y="100988"/>
                  </a:cubicBezTo>
                  <a:cubicBezTo>
                    <a:pt x="618616" y="102397"/>
                    <a:pt x="615798" y="103806"/>
                    <a:pt x="613449" y="105685"/>
                  </a:cubicBezTo>
                  <a:cubicBezTo>
                    <a:pt x="659951" y="128701"/>
                    <a:pt x="650557" y="186006"/>
                    <a:pt x="611100" y="207144"/>
                  </a:cubicBezTo>
                  <a:cubicBezTo>
                    <a:pt x="571644" y="228281"/>
                    <a:pt x="528900" y="221705"/>
                    <a:pt x="487095" y="220296"/>
                  </a:cubicBezTo>
                  <a:cubicBezTo>
                    <a:pt x="477701" y="219826"/>
                    <a:pt x="479580" y="212310"/>
                    <a:pt x="480519" y="206204"/>
                  </a:cubicBezTo>
                  <a:cubicBezTo>
                    <a:pt x="492263" y="144202"/>
                    <a:pt x="504475" y="82200"/>
                    <a:pt x="516218" y="20197"/>
                  </a:cubicBezTo>
                  <a:cubicBezTo>
                    <a:pt x="517627" y="12682"/>
                    <a:pt x="519506" y="7045"/>
                    <a:pt x="528430" y="6106"/>
                  </a:cubicBezTo>
                  <a:cubicBezTo>
                    <a:pt x="541583" y="4931"/>
                    <a:pt x="554852" y="3405"/>
                    <a:pt x="568122" y="2935"/>
                  </a:cubicBezTo>
                  <a:close/>
                  <a:moveTo>
                    <a:pt x="1416780" y="2232"/>
                  </a:moveTo>
                  <a:cubicBezTo>
                    <a:pt x="1424061" y="2232"/>
                    <a:pt x="1432398" y="5403"/>
                    <a:pt x="1438739" y="5168"/>
                  </a:cubicBezTo>
                  <a:cubicBezTo>
                    <a:pt x="1455180" y="4698"/>
                    <a:pt x="1443906" y="18320"/>
                    <a:pt x="1442497" y="23957"/>
                  </a:cubicBezTo>
                  <a:cubicBezTo>
                    <a:pt x="1432163" y="84080"/>
                    <a:pt x="1420421" y="143734"/>
                    <a:pt x="1409617" y="203388"/>
                  </a:cubicBezTo>
                  <a:cubicBezTo>
                    <a:pt x="1407738" y="212782"/>
                    <a:pt x="1407738" y="223586"/>
                    <a:pt x="1393647" y="220297"/>
                  </a:cubicBezTo>
                  <a:cubicBezTo>
                    <a:pt x="1379555" y="217010"/>
                    <a:pt x="1360766" y="231571"/>
                    <a:pt x="1352781" y="206676"/>
                  </a:cubicBezTo>
                  <a:cubicBezTo>
                    <a:pt x="1337751" y="160174"/>
                    <a:pt x="1319901" y="114612"/>
                    <a:pt x="1305340" y="67170"/>
                  </a:cubicBezTo>
                  <a:cubicBezTo>
                    <a:pt x="1297355" y="112733"/>
                    <a:pt x="1288900" y="158295"/>
                    <a:pt x="1280915" y="203858"/>
                  </a:cubicBezTo>
                  <a:cubicBezTo>
                    <a:pt x="1279036" y="214661"/>
                    <a:pt x="1277157" y="221707"/>
                    <a:pt x="1262596" y="221237"/>
                  </a:cubicBezTo>
                  <a:cubicBezTo>
                    <a:pt x="1234413" y="220297"/>
                    <a:pt x="1234413" y="221707"/>
                    <a:pt x="1240050" y="192585"/>
                  </a:cubicBezTo>
                  <a:cubicBezTo>
                    <a:pt x="1250853" y="135749"/>
                    <a:pt x="1262126" y="79383"/>
                    <a:pt x="1271990" y="22548"/>
                  </a:cubicBezTo>
                  <a:cubicBezTo>
                    <a:pt x="1274339" y="7986"/>
                    <a:pt x="1279506" y="5168"/>
                    <a:pt x="1293597" y="3289"/>
                  </a:cubicBezTo>
                  <a:cubicBezTo>
                    <a:pt x="1321780" y="1"/>
                    <a:pt x="1334932" y="9865"/>
                    <a:pt x="1342448" y="37109"/>
                  </a:cubicBezTo>
                  <a:cubicBezTo>
                    <a:pt x="1352781" y="75156"/>
                    <a:pt x="1366873" y="112263"/>
                    <a:pt x="1378616" y="150310"/>
                  </a:cubicBezTo>
                  <a:cubicBezTo>
                    <a:pt x="1382373" y="105217"/>
                    <a:pt x="1394116" y="62004"/>
                    <a:pt x="1401162" y="18320"/>
                  </a:cubicBezTo>
                  <a:cubicBezTo>
                    <a:pt x="1403276" y="5403"/>
                    <a:pt x="1409500" y="2232"/>
                    <a:pt x="1416780" y="2232"/>
                  </a:cubicBezTo>
                  <a:close/>
                  <a:moveTo>
                    <a:pt x="718548" y="2232"/>
                  </a:moveTo>
                  <a:cubicBezTo>
                    <a:pt x="726064" y="2702"/>
                    <a:pt x="734636" y="5403"/>
                    <a:pt x="741212" y="5168"/>
                  </a:cubicBezTo>
                  <a:cubicBezTo>
                    <a:pt x="754834" y="4698"/>
                    <a:pt x="746849" y="16911"/>
                    <a:pt x="745909" y="22548"/>
                  </a:cubicBezTo>
                  <a:cubicBezTo>
                    <a:pt x="738863" y="64822"/>
                    <a:pt x="727590" y="106626"/>
                    <a:pt x="723832" y="149371"/>
                  </a:cubicBezTo>
                  <a:cubicBezTo>
                    <a:pt x="722423" y="164871"/>
                    <a:pt x="726651" y="178023"/>
                    <a:pt x="742621" y="183190"/>
                  </a:cubicBezTo>
                  <a:cubicBezTo>
                    <a:pt x="758591" y="188357"/>
                    <a:pt x="773623" y="185069"/>
                    <a:pt x="785365" y="171917"/>
                  </a:cubicBezTo>
                  <a:cubicBezTo>
                    <a:pt x="797108" y="158295"/>
                    <a:pt x="800865" y="141385"/>
                    <a:pt x="803684" y="124476"/>
                  </a:cubicBezTo>
                  <a:cubicBezTo>
                    <a:pt x="810260" y="90187"/>
                    <a:pt x="816366" y="55428"/>
                    <a:pt x="823412" y="20669"/>
                  </a:cubicBezTo>
                  <a:cubicBezTo>
                    <a:pt x="824821" y="14093"/>
                    <a:pt x="823412" y="4698"/>
                    <a:pt x="832806" y="4229"/>
                  </a:cubicBezTo>
                  <a:cubicBezTo>
                    <a:pt x="845019" y="3759"/>
                    <a:pt x="857701" y="4698"/>
                    <a:pt x="869914" y="5638"/>
                  </a:cubicBezTo>
                  <a:cubicBezTo>
                    <a:pt x="870383" y="5638"/>
                    <a:pt x="870853" y="12683"/>
                    <a:pt x="870383" y="15972"/>
                  </a:cubicBezTo>
                  <a:cubicBezTo>
                    <a:pt x="860989" y="63413"/>
                    <a:pt x="855822" y="111793"/>
                    <a:pt x="841261" y="158295"/>
                  </a:cubicBezTo>
                  <a:cubicBezTo>
                    <a:pt x="826700" y="204797"/>
                    <a:pt x="793351" y="226404"/>
                    <a:pt x="745440" y="224525"/>
                  </a:cubicBezTo>
                  <a:cubicBezTo>
                    <a:pt x="700347" y="223116"/>
                    <a:pt x="676861" y="198221"/>
                    <a:pt x="677331" y="143264"/>
                  </a:cubicBezTo>
                  <a:cubicBezTo>
                    <a:pt x="684377" y="106157"/>
                    <a:pt x="690952" y="58715"/>
                    <a:pt x="702225" y="12683"/>
                  </a:cubicBezTo>
                  <a:cubicBezTo>
                    <a:pt x="704574" y="3524"/>
                    <a:pt x="711033" y="1762"/>
                    <a:pt x="718548" y="2232"/>
                  </a:cubicBezTo>
                  <a:close/>
                  <a:moveTo>
                    <a:pt x="1596564" y="0"/>
                  </a:moveTo>
                  <a:cubicBezTo>
                    <a:pt x="1600321" y="469"/>
                    <a:pt x="1608776" y="1879"/>
                    <a:pt x="1617231" y="2349"/>
                  </a:cubicBezTo>
                  <a:cubicBezTo>
                    <a:pt x="1639778" y="3288"/>
                    <a:pt x="1641656" y="13622"/>
                    <a:pt x="1633671" y="32410"/>
                  </a:cubicBezTo>
                  <a:cubicBezTo>
                    <a:pt x="1628974" y="42744"/>
                    <a:pt x="1626625" y="45562"/>
                    <a:pt x="1614413" y="43214"/>
                  </a:cubicBezTo>
                  <a:cubicBezTo>
                    <a:pt x="1565562" y="33820"/>
                    <a:pt x="1531743" y="50729"/>
                    <a:pt x="1516242" y="89716"/>
                  </a:cubicBezTo>
                  <a:cubicBezTo>
                    <a:pt x="1492757" y="150309"/>
                    <a:pt x="1525167" y="191644"/>
                    <a:pt x="1589048" y="182719"/>
                  </a:cubicBezTo>
                  <a:cubicBezTo>
                    <a:pt x="1597503" y="181310"/>
                    <a:pt x="1608776" y="171446"/>
                    <a:pt x="1610186" y="191174"/>
                  </a:cubicBezTo>
                  <a:cubicBezTo>
                    <a:pt x="1611125" y="204796"/>
                    <a:pt x="1615352" y="218418"/>
                    <a:pt x="1595154" y="220296"/>
                  </a:cubicBezTo>
                  <a:cubicBezTo>
                    <a:pt x="1586700" y="221236"/>
                    <a:pt x="1578245" y="223115"/>
                    <a:pt x="1569790" y="224054"/>
                  </a:cubicBezTo>
                  <a:cubicBezTo>
                    <a:pt x="1523288" y="228282"/>
                    <a:pt x="1485241" y="209963"/>
                    <a:pt x="1468331" y="176144"/>
                  </a:cubicBezTo>
                  <a:cubicBezTo>
                    <a:pt x="1449542" y="138096"/>
                    <a:pt x="1459407" y="78912"/>
                    <a:pt x="1489938" y="44623"/>
                  </a:cubicBezTo>
                  <a:cubicBezTo>
                    <a:pt x="1516712" y="14561"/>
                    <a:pt x="1551471" y="939"/>
                    <a:pt x="1596564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25">
              <a:extLst>
                <a:ext uri="{FF2B5EF4-FFF2-40B4-BE49-F238E27FC236}">
                  <a16:creationId xmlns:a16="http://schemas.microsoft.com/office/drawing/2014/main" id="{4F1AC579-19EA-4F50-8E03-8F3A40E46E9F}"/>
                </a:ext>
              </a:extLst>
            </p:cNvPr>
            <p:cNvSpPr/>
            <p:nvPr/>
          </p:nvSpPr>
          <p:spPr>
            <a:xfrm>
              <a:off x="3997472" y="4286353"/>
              <a:ext cx="187887" cy="187886"/>
            </a:xfrm>
            <a:custGeom>
              <a:avLst/>
              <a:gdLst>
                <a:gd name="connsiteX0" fmla="*/ 190500 w 381000"/>
                <a:gd name="connsiteY0" fmla="*/ 380048 h 381000"/>
                <a:gd name="connsiteX1" fmla="*/ 34290 w 381000"/>
                <a:gd name="connsiteY1" fmla="*/ 381000 h 381000"/>
                <a:gd name="connsiteX2" fmla="*/ 0 w 381000"/>
                <a:gd name="connsiteY2" fmla="*/ 345758 h 381000"/>
                <a:gd name="connsiteX3" fmla="*/ 0 w 381000"/>
                <a:gd name="connsiteY3" fmla="*/ 37147 h 381000"/>
                <a:gd name="connsiteX4" fmla="*/ 33338 w 381000"/>
                <a:gd name="connsiteY4" fmla="*/ 0 h 381000"/>
                <a:gd name="connsiteX5" fmla="*/ 346710 w 381000"/>
                <a:gd name="connsiteY5" fmla="*/ 0 h 381000"/>
                <a:gd name="connsiteX6" fmla="*/ 381000 w 381000"/>
                <a:gd name="connsiteY6" fmla="*/ 36195 h 381000"/>
                <a:gd name="connsiteX7" fmla="*/ 381000 w 381000"/>
                <a:gd name="connsiteY7" fmla="*/ 344805 h 381000"/>
                <a:gd name="connsiteX8" fmla="*/ 342900 w 381000"/>
                <a:gd name="connsiteY8" fmla="*/ 381000 h 381000"/>
                <a:gd name="connsiteX9" fmla="*/ 190500 w 381000"/>
                <a:gd name="connsiteY9" fmla="*/ 380048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1000" h="381000">
                  <a:moveTo>
                    <a:pt x="190500" y="380048"/>
                  </a:moveTo>
                  <a:cubicBezTo>
                    <a:pt x="138113" y="380048"/>
                    <a:pt x="85725" y="379095"/>
                    <a:pt x="34290" y="381000"/>
                  </a:cubicBezTo>
                  <a:cubicBezTo>
                    <a:pt x="6668" y="381953"/>
                    <a:pt x="0" y="371475"/>
                    <a:pt x="0" y="345758"/>
                  </a:cubicBezTo>
                  <a:cubicBezTo>
                    <a:pt x="952" y="242887"/>
                    <a:pt x="952" y="140017"/>
                    <a:pt x="0" y="37147"/>
                  </a:cubicBezTo>
                  <a:cubicBezTo>
                    <a:pt x="0" y="12382"/>
                    <a:pt x="3810" y="0"/>
                    <a:pt x="33338" y="0"/>
                  </a:cubicBezTo>
                  <a:cubicBezTo>
                    <a:pt x="138113" y="1905"/>
                    <a:pt x="241935" y="952"/>
                    <a:pt x="346710" y="0"/>
                  </a:cubicBezTo>
                  <a:cubicBezTo>
                    <a:pt x="374332" y="0"/>
                    <a:pt x="381000" y="9525"/>
                    <a:pt x="381000" y="36195"/>
                  </a:cubicBezTo>
                  <a:cubicBezTo>
                    <a:pt x="380047" y="139065"/>
                    <a:pt x="379095" y="241935"/>
                    <a:pt x="381000" y="344805"/>
                  </a:cubicBezTo>
                  <a:cubicBezTo>
                    <a:pt x="381952" y="375285"/>
                    <a:pt x="370522" y="381953"/>
                    <a:pt x="342900" y="381000"/>
                  </a:cubicBezTo>
                  <a:cubicBezTo>
                    <a:pt x="291465" y="378143"/>
                    <a:pt x="240982" y="380048"/>
                    <a:pt x="190500" y="38004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26">
              <a:extLst>
                <a:ext uri="{FF2B5EF4-FFF2-40B4-BE49-F238E27FC236}">
                  <a16:creationId xmlns:a16="http://schemas.microsoft.com/office/drawing/2014/main" id="{C6A29199-6285-4B12-88C8-642470F4E0CA}"/>
                </a:ext>
              </a:extLst>
            </p:cNvPr>
            <p:cNvSpPr/>
            <p:nvPr/>
          </p:nvSpPr>
          <p:spPr>
            <a:xfrm>
              <a:off x="4231388" y="4286353"/>
              <a:ext cx="187887" cy="183188"/>
            </a:xfrm>
            <a:custGeom>
              <a:avLst/>
              <a:gdLst>
                <a:gd name="connsiteX0" fmla="*/ 192405 w 381000"/>
                <a:gd name="connsiteY0" fmla="*/ 380048 h 371475"/>
                <a:gd name="connsiteX1" fmla="*/ 30480 w 381000"/>
                <a:gd name="connsiteY1" fmla="*/ 380048 h 371475"/>
                <a:gd name="connsiteX2" fmla="*/ 0 w 381000"/>
                <a:gd name="connsiteY2" fmla="*/ 350520 h 371475"/>
                <a:gd name="connsiteX3" fmla="*/ 0 w 381000"/>
                <a:gd name="connsiteY3" fmla="*/ 27622 h 371475"/>
                <a:gd name="connsiteX4" fmla="*/ 27623 w 381000"/>
                <a:gd name="connsiteY4" fmla="*/ 0 h 371475"/>
                <a:gd name="connsiteX5" fmla="*/ 350520 w 381000"/>
                <a:gd name="connsiteY5" fmla="*/ 0 h 371475"/>
                <a:gd name="connsiteX6" fmla="*/ 381000 w 381000"/>
                <a:gd name="connsiteY6" fmla="*/ 34290 h 371475"/>
                <a:gd name="connsiteX7" fmla="*/ 381000 w 381000"/>
                <a:gd name="connsiteY7" fmla="*/ 347662 h 371475"/>
                <a:gd name="connsiteX8" fmla="*/ 348615 w 381000"/>
                <a:gd name="connsiteY8" fmla="*/ 380048 h 371475"/>
                <a:gd name="connsiteX9" fmla="*/ 192405 w 381000"/>
                <a:gd name="connsiteY9" fmla="*/ 380048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1000" h="371475">
                  <a:moveTo>
                    <a:pt x="192405" y="380048"/>
                  </a:moveTo>
                  <a:cubicBezTo>
                    <a:pt x="138113" y="380048"/>
                    <a:pt x="84773" y="379095"/>
                    <a:pt x="30480" y="380048"/>
                  </a:cubicBezTo>
                  <a:cubicBezTo>
                    <a:pt x="8573" y="381000"/>
                    <a:pt x="0" y="374333"/>
                    <a:pt x="0" y="350520"/>
                  </a:cubicBezTo>
                  <a:cubicBezTo>
                    <a:pt x="952" y="242887"/>
                    <a:pt x="952" y="135255"/>
                    <a:pt x="0" y="27622"/>
                  </a:cubicBezTo>
                  <a:cubicBezTo>
                    <a:pt x="0" y="7620"/>
                    <a:pt x="6668" y="0"/>
                    <a:pt x="27623" y="0"/>
                  </a:cubicBezTo>
                  <a:cubicBezTo>
                    <a:pt x="135255" y="952"/>
                    <a:pt x="242888" y="952"/>
                    <a:pt x="350520" y="0"/>
                  </a:cubicBezTo>
                  <a:cubicBezTo>
                    <a:pt x="377190" y="0"/>
                    <a:pt x="381000" y="12382"/>
                    <a:pt x="381000" y="34290"/>
                  </a:cubicBezTo>
                  <a:cubicBezTo>
                    <a:pt x="380048" y="139065"/>
                    <a:pt x="380048" y="243840"/>
                    <a:pt x="381000" y="347662"/>
                  </a:cubicBezTo>
                  <a:cubicBezTo>
                    <a:pt x="381000" y="372428"/>
                    <a:pt x="373380" y="381000"/>
                    <a:pt x="348615" y="380048"/>
                  </a:cubicBezTo>
                  <a:cubicBezTo>
                    <a:pt x="296227" y="379095"/>
                    <a:pt x="243840" y="380048"/>
                    <a:pt x="192405" y="38004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27">
              <a:extLst>
                <a:ext uri="{FF2B5EF4-FFF2-40B4-BE49-F238E27FC236}">
                  <a16:creationId xmlns:a16="http://schemas.microsoft.com/office/drawing/2014/main" id="{9BBB3773-9B09-43AF-A8CE-6929B909879B}"/>
                </a:ext>
              </a:extLst>
            </p:cNvPr>
            <p:cNvSpPr/>
            <p:nvPr/>
          </p:nvSpPr>
          <p:spPr>
            <a:xfrm>
              <a:off x="1341698" y="4286353"/>
              <a:ext cx="187887" cy="187886"/>
            </a:xfrm>
            <a:custGeom>
              <a:avLst/>
              <a:gdLst>
                <a:gd name="connsiteX0" fmla="*/ 189547 w 381000"/>
                <a:gd name="connsiteY0" fmla="*/ 380047 h 381000"/>
                <a:gd name="connsiteX1" fmla="*/ 32385 w 381000"/>
                <a:gd name="connsiteY1" fmla="*/ 381000 h 381000"/>
                <a:gd name="connsiteX2" fmla="*/ 0 w 381000"/>
                <a:gd name="connsiteY2" fmla="*/ 348615 h 381000"/>
                <a:gd name="connsiteX3" fmla="*/ 0 w 381000"/>
                <a:gd name="connsiteY3" fmla="*/ 34290 h 381000"/>
                <a:gd name="connsiteX4" fmla="*/ 36195 w 381000"/>
                <a:gd name="connsiteY4" fmla="*/ 0 h 381000"/>
                <a:gd name="connsiteX5" fmla="*/ 345758 w 381000"/>
                <a:gd name="connsiteY5" fmla="*/ 0 h 381000"/>
                <a:gd name="connsiteX6" fmla="*/ 381000 w 381000"/>
                <a:gd name="connsiteY6" fmla="*/ 35242 h 381000"/>
                <a:gd name="connsiteX7" fmla="*/ 381000 w 381000"/>
                <a:gd name="connsiteY7" fmla="*/ 344805 h 381000"/>
                <a:gd name="connsiteX8" fmla="*/ 341947 w 381000"/>
                <a:gd name="connsiteY8" fmla="*/ 381000 h 381000"/>
                <a:gd name="connsiteX9" fmla="*/ 189547 w 381000"/>
                <a:gd name="connsiteY9" fmla="*/ 380047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1000" h="381000">
                  <a:moveTo>
                    <a:pt x="189547" y="380047"/>
                  </a:moveTo>
                  <a:cubicBezTo>
                    <a:pt x="137160" y="380047"/>
                    <a:pt x="84772" y="379095"/>
                    <a:pt x="32385" y="381000"/>
                  </a:cubicBezTo>
                  <a:cubicBezTo>
                    <a:pt x="7620" y="381953"/>
                    <a:pt x="0" y="374333"/>
                    <a:pt x="0" y="348615"/>
                  </a:cubicBezTo>
                  <a:cubicBezTo>
                    <a:pt x="952" y="243840"/>
                    <a:pt x="952" y="139065"/>
                    <a:pt x="0" y="34290"/>
                  </a:cubicBezTo>
                  <a:cubicBezTo>
                    <a:pt x="0" y="5715"/>
                    <a:pt x="10477" y="0"/>
                    <a:pt x="36195" y="0"/>
                  </a:cubicBezTo>
                  <a:cubicBezTo>
                    <a:pt x="139065" y="952"/>
                    <a:pt x="241935" y="952"/>
                    <a:pt x="345758" y="0"/>
                  </a:cubicBezTo>
                  <a:cubicBezTo>
                    <a:pt x="372427" y="0"/>
                    <a:pt x="381000" y="8572"/>
                    <a:pt x="381000" y="35242"/>
                  </a:cubicBezTo>
                  <a:cubicBezTo>
                    <a:pt x="380047" y="138113"/>
                    <a:pt x="379095" y="240983"/>
                    <a:pt x="381000" y="344805"/>
                  </a:cubicBezTo>
                  <a:cubicBezTo>
                    <a:pt x="381952" y="376238"/>
                    <a:pt x="369570" y="381953"/>
                    <a:pt x="341947" y="381000"/>
                  </a:cubicBezTo>
                  <a:cubicBezTo>
                    <a:pt x="291465" y="378143"/>
                    <a:pt x="240983" y="380047"/>
                    <a:pt x="189547" y="38004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28">
              <a:extLst>
                <a:ext uri="{FF2B5EF4-FFF2-40B4-BE49-F238E27FC236}">
                  <a16:creationId xmlns:a16="http://schemas.microsoft.com/office/drawing/2014/main" id="{301160B6-9837-4CE0-8033-5659D24900F7}"/>
                </a:ext>
              </a:extLst>
            </p:cNvPr>
            <p:cNvSpPr/>
            <p:nvPr/>
          </p:nvSpPr>
          <p:spPr>
            <a:xfrm>
              <a:off x="1576048" y="4286353"/>
              <a:ext cx="187887" cy="183188"/>
            </a:xfrm>
            <a:custGeom>
              <a:avLst/>
              <a:gdLst>
                <a:gd name="connsiteX0" fmla="*/ 190578 w 381000"/>
                <a:gd name="connsiteY0" fmla="*/ 380047 h 371475"/>
                <a:gd name="connsiteX1" fmla="*/ 29606 w 381000"/>
                <a:gd name="connsiteY1" fmla="*/ 380047 h 371475"/>
                <a:gd name="connsiteX2" fmla="*/ 78 w 381000"/>
                <a:gd name="connsiteY2" fmla="*/ 350520 h 371475"/>
                <a:gd name="connsiteX3" fmla="*/ 78 w 381000"/>
                <a:gd name="connsiteY3" fmla="*/ 32385 h 371475"/>
                <a:gd name="connsiteX4" fmla="*/ 33416 w 381000"/>
                <a:gd name="connsiteY4" fmla="*/ 0 h 371475"/>
                <a:gd name="connsiteX5" fmla="*/ 346788 w 381000"/>
                <a:gd name="connsiteY5" fmla="*/ 0 h 371475"/>
                <a:gd name="connsiteX6" fmla="*/ 381078 w 381000"/>
                <a:gd name="connsiteY6" fmla="*/ 30480 h 371475"/>
                <a:gd name="connsiteX7" fmla="*/ 381078 w 381000"/>
                <a:gd name="connsiteY7" fmla="*/ 353378 h 371475"/>
                <a:gd name="connsiteX8" fmla="*/ 353456 w 381000"/>
                <a:gd name="connsiteY8" fmla="*/ 380047 h 371475"/>
                <a:gd name="connsiteX9" fmla="*/ 190578 w 381000"/>
                <a:gd name="connsiteY9" fmla="*/ 380047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1000" h="371475">
                  <a:moveTo>
                    <a:pt x="190578" y="380047"/>
                  </a:moveTo>
                  <a:cubicBezTo>
                    <a:pt x="136286" y="380047"/>
                    <a:pt x="82946" y="379095"/>
                    <a:pt x="29606" y="380047"/>
                  </a:cubicBezTo>
                  <a:cubicBezTo>
                    <a:pt x="6746" y="381000"/>
                    <a:pt x="-874" y="372428"/>
                    <a:pt x="78" y="350520"/>
                  </a:cubicBezTo>
                  <a:cubicBezTo>
                    <a:pt x="1031" y="244793"/>
                    <a:pt x="1031" y="138113"/>
                    <a:pt x="78" y="32385"/>
                  </a:cubicBezTo>
                  <a:cubicBezTo>
                    <a:pt x="78" y="6667"/>
                    <a:pt x="8651" y="0"/>
                    <a:pt x="33416" y="0"/>
                  </a:cubicBezTo>
                  <a:cubicBezTo>
                    <a:pt x="138191" y="952"/>
                    <a:pt x="242013" y="952"/>
                    <a:pt x="346788" y="0"/>
                  </a:cubicBezTo>
                  <a:cubicBezTo>
                    <a:pt x="369648" y="0"/>
                    <a:pt x="381078" y="3810"/>
                    <a:pt x="381078" y="30480"/>
                  </a:cubicBezTo>
                  <a:cubicBezTo>
                    <a:pt x="380126" y="138113"/>
                    <a:pt x="380126" y="245745"/>
                    <a:pt x="381078" y="353378"/>
                  </a:cubicBezTo>
                  <a:cubicBezTo>
                    <a:pt x="381078" y="374333"/>
                    <a:pt x="374411" y="380047"/>
                    <a:pt x="353456" y="380047"/>
                  </a:cubicBezTo>
                  <a:cubicBezTo>
                    <a:pt x="298211" y="379095"/>
                    <a:pt x="243918" y="380047"/>
                    <a:pt x="190578" y="38004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29">
              <a:extLst>
                <a:ext uri="{FF2B5EF4-FFF2-40B4-BE49-F238E27FC236}">
                  <a16:creationId xmlns:a16="http://schemas.microsoft.com/office/drawing/2014/main" id="{569DEDE4-E836-4B6C-B300-9E870039FD27}"/>
                </a:ext>
              </a:extLst>
            </p:cNvPr>
            <p:cNvSpPr/>
            <p:nvPr/>
          </p:nvSpPr>
          <p:spPr>
            <a:xfrm>
              <a:off x="949216" y="5911088"/>
              <a:ext cx="356984" cy="356984"/>
            </a:xfrm>
            <a:custGeom>
              <a:avLst/>
              <a:gdLst>
                <a:gd name="connsiteX0" fmla="*/ 731520 w 723900"/>
                <a:gd name="connsiteY0" fmla="*/ 364807 h 723900"/>
                <a:gd name="connsiteX1" fmla="*/ 366712 w 723900"/>
                <a:gd name="connsiteY1" fmla="*/ 729615 h 723900"/>
                <a:gd name="connsiteX2" fmla="*/ 0 w 723900"/>
                <a:gd name="connsiteY2" fmla="*/ 364807 h 723900"/>
                <a:gd name="connsiteX3" fmla="*/ 366712 w 723900"/>
                <a:gd name="connsiteY3" fmla="*/ 0 h 723900"/>
                <a:gd name="connsiteX4" fmla="*/ 731520 w 723900"/>
                <a:gd name="connsiteY4" fmla="*/ 364807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900" h="723900">
                  <a:moveTo>
                    <a:pt x="731520" y="364807"/>
                  </a:moveTo>
                  <a:cubicBezTo>
                    <a:pt x="731520" y="567690"/>
                    <a:pt x="569595" y="730568"/>
                    <a:pt x="366712" y="729615"/>
                  </a:cubicBezTo>
                  <a:cubicBezTo>
                    <a:pt x="164782" y="729615"/>
                    <a:pt x="0" y="565785"/>
                    <a:pt x="0" y="364807"/>
                  </a:cubicBezTo>
                  <a:cubicBezTo>
                    <a:pt x="0" y="162878"/>
                    <a:pt x="162877" y="953"/>
                    <a:pt x="366712" y="0"/>
                  </a:cubicBezTo>
                  <a:cubicBezTo>
                    <a:pt x="570548" y="953"/>
                    <a:pt x="731520" y="160972"/>
                    <a:pt x="731520" y="3648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30">
              <a:extLst>
                <a:ext uri="{FF2B5EF4-FFF2-40B4-BE49-F238E27FC236}">
                  <a16:creationId xmlns:a16="http://schemas.microsoft.com/office/drawing/2014/main" id="{F7A85E83-2521-4536-A40E-7FDFF57DA03B}"/>
                </a:ext>
              </a:extLst>
            </p:cNvPr>
            <p:cNvSpPr/>
            <p:nvPr/>
          </p:nvSpPr>
          <p:spPr>
            <a:xfrm>
              <a:off x="3636724" y="5911088"/>
              <a:ext cx="356984" cy="356984"/>
            </a:xfrm>
            <a:custGeom>
              <a:avLst/>
              <a:gdLst>
                <a:gd name="connsiteX0" fmla="*/ 367669 w 723900"/>
                <a:gd name="connsiteY0" fmla="*/ 732477 h 723900"/>
                <a:gd name="connsiteX1" fmla="*/ 4 w 723900"/>
                <a:gd name="connsiteY1" fmla="*/ 367669 h 723900"/>
                <a:gd name="connsiteX2" fmla="*/ 364812 w 723900"/>
                <a:gd name="connsiteY2" fmla="*/ 4 h 723900"/>
                <a:gd name="connsiteX3" fmla="*/ 732477 w 723900"/>
                <a:gd name="connsiteY3" fmla="*/ 364812 h 723900"/>
                <a:gd name="connsiteX4" fmla="*/ 367669 w 723900"/>
                <a:gd name="connsiteY4" fmla="*/ 732477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900" h="723900">
                  <a:moveTo>
                    <a:pt x="367669" y="732477"/>
                  </a:moveTo>
                  <a:cubicBezTo>
                    <a:pt x="165739" y="732477"/>
                    <a:pt x="957" y="568647"/>
                    <a:pt x="4" y="367669"/>
                  </a:cubicBezTo>
                  <a:cubicBezTo>
                    <a:pt x="-948" y="166692"/>
                    <a:pt x="163834" y="957"/>
                    <a:pt x="364812" y="4"/>
                  </a:cubicBezTo>
                  <a:cubicBezTo>
                    <a:pt x="565789" y="-948"/>
                    <a:pt x="731524" y="162882"/>
                    <a:pt x="732477" y="364812"/>
                  </a:cubicBezTo>
                  <a:cubicBezTo>
                    <a:pt x="733429" y="566742"/>
                    <a:pt x="568647" y="731524"/>
                    <a:pt x="367669" y="73247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85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EFC499B-6B36-4F19-AE6E-41C156DCE682}"/>
              </a:ext>
            </a:extLst>
          </p:cNvPr>
          <p:cNvSpPr/>
          <p:nvPr/>
        </p:nvSpPr>
        <p:spPr>
          <a:xfrm flipH="1">
            <a:off x="3251020" y="0"/>
            <a:ext cx="8940980" cy="6858000"/>
          </a:xfrm>
          <a:custGeom>
            <a:avLst/>
            <a:gdLst>
              <a:gd name="connsiteX0" fmla="*/ 8940980 w 8940980"/>
              <a:gd name="connsiteY0" fmla="*/ 0 h 6858000"/>
              <a:gd name="connsiteX1" fmla="*/ 2278043 w 8940980"/>
              <a:gd name="connsiteY1" fmla="*/ 0 h 6858000"/>
              <a:gd name="connsiteX2" fmla="*/ 0 w 8940980"/>
              <a:gd name="connsiteY2" fmla="*/ 5319796 h 6858000"/>
              <a:gd name="connsiteX3" fmla="*/ 0 w 8940980"/>
              <a:gd name="connsiteY3" fmla="*/ 6858000 h 6858000"/>
              <a:gd name="connsiteX4" fmla="*/ 6004247 w 894098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40980" h="6858000">
                <a:moveTo>
                  <a:pt x="8940980" y="0"/>
                </a:moveTo>
                <a:lnTo>
                  <a:pt x="2278043" y="0"/>
                </a:lnTo>
                <a:lnTo>
                  <a:pt x="0" y="5319796"/>
                </a:lnTo>
                <a:lnTo>
                  <a:pt x="0" y="6858000"/>
                </a:lnTo>
                <a:lnTo>
                  <a:pt x="6004247" y="6858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6A0BEF-587B-4A93-80CD-8999022E5E6D}"/>
              </a:ext>
            </a:extLst>
          </p:cNvPr>
          <p:cNvGrpSpPr/>
          <p:nvPr/>
        </p:nvGrpSpPr>
        <p:grpSpPr>
          <a:xfrm>
            <a:off x="1757356" y="2409769"/>
            <a:ext cx="1143794" cy="2010733"/>
            <a:chOff x="4871870" y="1763729"/>
            <a:chExt cx="2448272" cy="4303935"/>
          </a:xfrm>
        </p:grpSpPr>
        <p:grpSp>
          <p:nvGrpSpPr>
            <p:cNvPr id="16" name="Group 3">
              <a:extLst>
                <a:ext uri="{FF2B5EF4-FFF2-40B4-BE49-F238E27FC236}">
                  <a16:creationId xmlns:a16="http://schemas.microsoft.com/office/drawing/2014/main" id="{D4BC684C-041F-4B88-9CF0-ECE0DDA3532B}"/>
                </a:ext>
              </a:extLst>
            </p:cNvPr>
            <p:cNvGrpSpPr/>
            <p:nvPr/>
          </p:nvGrpSpPr>
          <p:grpSpPr>
            <a:xfrm>
              <a:off x="4871870" y="1763729"/>
              <a:ext cx="2448272" cy="4303935"/>
              <a:chOff x="445712" y="1449040"/>
              <a:chExt cx="2113018" cy="3924176"/>
            </a:xfrm>
          </p:grpSpPr>
          <p:sp>
            <p:nvSpPr>
              <p:cNvPr id="18" name="Rounded Rectangle 4">
                <a:extLst>
                  <a:ext uri="{FF2B5EF4-FFF2-40B4-BE49-F238E27FC236}">
                    <a16:creationId xmlns:a16="http://schemas.microsoft.com/office/drawing/2014/main" id="{9B4A4720-3BBC-4B27-BC9F-959A89549DB8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9" name="Rectangle 5">
                <a:extLst>
                  <a:ext uri="{FF2B5EF4-FFF2-40B4-BE49-F238E27FC236}">
                    <a16:creationId xmlns:a16="http://schemas.microsoft.com/office/drawing/2014/main" id="{20F8CC13-EFAD-45FD-BA3E-7E5207421F92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grpSp>
            <p:nvGrpSpPr>
              <p:cNvPr id="20" name="Group 6">
                <a:extLst>
                  <a:ext uri="{FF2B5EF4-FFF2-40B4-BE49-F238E27FC236}">
                    <a16:creationId xmlns:a16="http://schemas.microsoft.com/office/drawing/2014/main" id="{842CD73E-6103-4AEA-A445-1D2B0CCB0F05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21" name="Oval 7">
                  <a:extLst>
                    <a:ext uri="{FF2B5EF4-FFF2-40B4-BE49-F238E27FC236}">
                      <a16:creationId xmlns:a16="http://schemas.microsoft.com/office/drawing/2014/main" id="{CD9D617B-7D93-48B9-ADD1-FB24762646B2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22" name="Rounded Rectangle 8">
                  <a:extLst>
                    <a:ext uri="{FF2B5EF4-FFF2-40B4-BE49-F238E27FC236}">
                      <a16:creationId xmlns:a16="http://schemas.microsoft.com/office/drawing/2014/main" id="{04CCA352-6596-4EE3-BCF8-248E86B334BF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  <p:sp>
          <p:nvSpPr>
            <p:cNvPr id="17" name="Picture Placeholder 2">
              <a:extLst>
                <a:ext uri="{FF2B5EF4-FFF2-40B4-BE49-F238E27FC236}">
                  <a16:creationId xmlns:a16="http://schemas.microsoft.com/office/drawing/2014/main" id="{77EB584B-0620-49F6-9167-284CAC6C356A}"/>
                </a:ext>
              </a:extLst>
            </p:cNvPr>
            <p:cNvSpPr txBox="1">
              <a:spLocks/>
            </p:cNvSpPr>
            <p:nvPr/>
          </p:nvSpPr>
          <p:spPr>
            <a:xfrm>
              <a:off x="5051890" y="2223507"/>
              <a:ext cx="2088232" cy="33843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anchor="ctr"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45722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4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6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9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1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33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56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78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</p:grpSp>
      <p:sp>
        <p:nvSpPr>
          <p:cNvPr id="46" name="Heart 45">
            <a:extLst>
              <a:ext uri="{FF2B5EF4-FFF2-40B4-BE49-F238E27FC236}">
                <a16:creationId xmlns:a16="http://schemas.microsoft.com/office/drawing/2014/main" id="{0D61234A-9078-497B-B44F-C85C29220E10}"/>
              </a:ext>
            </a:extLst>
          </p:cNvPr>
          <p:cNvSpPr/>
          <p:nvPr/>
        </p:nvSpPr>
        <p:spPr>
          <a:xfrm>
            <a:off x="1899454" y="2978692"/>
            <a:ext cx="874316" cy="874316"/>
          </a:xfrm>
          <a:prstGeom prst="hear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CEE53-7F4A-4984-ADDF-72E44539565F}"/>
              </a:ext>
            </a:extLst>
          </p:cNvPr>
          <p:cNvSpPr/>
          <p:nvPr/>
        </p:nvSpPr>
        <p:spPr>
          <a:xfrm rot="16200000">
            <a:off x="1499930" y="5979380"/>
            <a:ext cx="1645920" cy="12235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FF1C3E-318E-4D13-BF8C-EB8A9AABF41D}"/>
              </a:ext>
            </a:extLst>
          </p:cNvPr>
          <p:cNvSpPr/>
          <p:nvPr/>
        </p:nvSpPr>
        <p:spPr>
          <a:xfrm rot="16200000">
            <a:off x="2061821" y="3108294"/>
            <a:ext cx="522150" cy="52215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6">
            <a:extLst>
              <a:ext uri="{FF2B5EF4-FFF2-40B4-BE49-F238E27FC236}">
                <a16:creationId xmlns:a16="http://schemas.microsoft.com/office/drawing/2014/main" id="{8B4D6C70-F433-47A4-A279-102747793736}"/>
              </a:ext>
            </a:extLst>
          </p:cNvPr>
          <p:cNvSpPr>
            <a:spLocks/>
          </p:cNvSpPr>
          <p:nvPr/>
        </p:nvSpPr>
        <p:spPr bwMode="auto">
          <a:xfrm>
            <a:off x="1063474" y="3837822"/>
            <a:ext cx="2527532" cy="1488821"/>
          </a:xfrm>
          <a:custGeom>
            <a:avLst/>
            <a:gdLst/>
            <a:ahLst/>
            <a:cxnLst/>
            <a:rect l="l" t="t" r="r" b="b"/>
            <a:pathLst>
              <a:path w="1255887" h="739769">
                <a:moveTo>
                  <a:pt x="0" y="0"/>
                </a:moveTo>
                <a:lnTo>
                  <a:pt x="101935" y="0"/>
                </a:lnTo>
                <a:lnTo>
                  <a:pt x="126181" y="48492"/>
                </a:lnTo>
                <a:lnTo>
                  <a:pt x="165558" y="135996"/>
                </a:lnTo>
                <a:lnTo>
                  <a:pt x="194726" y="204540"/>
                </a:lnTo>
                <a:lnTo>
                  <a:pt x="223893" y="276001"/>
                </a:lnTo>
                <a:lnTo>
                  <a:pt x="255978" y="341629"/>
                </a:lnTo>
                <a:lnTo>
                  <a:pt x="288062" y="408715"/>
                </a:lnTo>
                <a:lnTo>
                  <a:pt x="327439" y="467050"/>
                </a:lnTo>
                <a:lnTo>
                  <a:pt x="369732" y="522469"/>
                </a:lnTo>
                <a:lnTo>
                  <a:pt x="423693" y="567679"/>
                </a:lnTo>
                <a:lnTo>
                  <a:pt x="452861" y="588097"/>
                </a:lnTo>
                <a:lnTo>
                  <a:pt x="489320" y="612889"/>
                </a:lnTo>
                <a:lnTo>
                  <a:pt x="528697" y="631848"/>
                </a:lnTo>
                <a:lnTo>
                  <a:pt x="573907" y="646432"/>
                </a:lnTo>
                <a:lnTo>
                  <a:pt x="622034" y="655183"/>
                </a:lnTo>
                <a:lnTo>
                  <a:pt x="674536" y="649349"/>
                </a:lnTo>
                <a:lnTo>
                  <a:pt x="741622" y="628932"/>
                </a:lnTo>
                <a:lnTo>
                  <a:pt x="799957" y="599764"/>
                </a:lnTo>
                <a:lnTo>
                  <a:pt x="849543" y="561846"/>
                </a:lnTo>
                <a:lnTo>
                  <a:pt x="894753" y="519552"/>
                </a:lnTo>
                <a:lnTo>
                  <a:pt x="935588" y="469967"/>
                </a:lnTo>
                <a:lnTo>
                  <a:pt x="969131" y="416007"/>
                </a:lnTo>
                <a:lnTo>
                  <a:pt x="998298" y="357671"/>
                </a:lnTo>
                <a:lnTo>
                  <a:pt x="1027466" y="296419"/>
                </a:lnTo>
                <a:lnTo>
                  <a:pt x="1053717" y="236625"/>
                </a:lnTo>
                <a:lnTo>
                  <a:pt x="1081427" y="175372"/>
                </a:lnTo>
                <a:lnTo>
                  <a:pt x="1107678" y="111203"/>
                </a:lnTo>
                <a:lnTo>
                  <a:pt x="1159187" y="0"/>
                </a:lnTo>
                <a:lnTo>
                  <a:pt x="1255887" y="0"/>
                </a:lnTo>
                <a:lnTo>
                  <a:pt x="1250600" y="10574"/>
                </a:lnTo>
                <a:lnTo>
                  <a:pt x="1218515" y="74743"/>
                </a:lnTo>
                <a:lnTo>
                  <a:pt x="1186431" y="140371"/>
                </a:lnTo>
                <a:lnTo>
                  <a:pt x="1160180" y="207457"/>
                </a:lnTo>
                <a:lnTo>
                  <a:pt x="1131012" y="273084"/>
                </a:lnTo>
                <a:lnTo>
                  <a:pt x="1101844" y="337254"/>
                </a:lnTo>
                <a:lnTo>
                  <a:pt x="1072676" y="399964"/>
                </a:lnTo>
                <a:lnTo>
                  <a:pt x="1040592" y="458300"/>
                </a:lnTo>
                <a:lnTo>
                  <a:pt x="1004132" y="515177"/>
                </a:lnTo>
                <a:lnTo>
                  <a:pt x="964755" y="567679"/>
                </a:lnTo>
                <a:lnTo>
                  <a:pt x="919545" y="615806"/>
                </a:lnTo>
                <a:lnTo>
                  <a:pt x="868502" y="655183"/>
                </a:lnTo>
                <a:lnTo>
                  <a:pt x="810166" y="690184"/>
                </a:lnTo>
                <a:lnTo>
                  <a:pt x="744539" y="719352"/>
                </a:lnTo>
                <a:lnTo>
                  <a:pt x="670161" y="736852"/>
                </a:lnTo>
                <a:lnTo>
                  <a:pt x="605991" y="739769"/>
                </a:lnTo>
                <a:lnTo>
                  <a:pt x="544739" y="732477"/>
                </a:lnTo>
                <a:lnTo>
                  <a:pt x="489320" y="710601"/>
                </a:lnTo>
                <a:lnTo>
                  <a:pt x="436818" y="687267"/>
                </a:lnTo>
                <a:lnTo>
                  <a:pt x="391608" y="658099"/>
                </a:lnTo>
                <a:lnTo>
                  <a:pt x="353690" y="631848"/>
                </a:lnTo>
                <a:lnTo>
                  <a:pt x="308480" y="591013"/>
                </a:lnTo>
                <a:lnTo>
                  <a:pt x="269103" y="544345"/>
                </a:lnTo>
                <a:lnTo>
                  <a:pt x="237019" y="490385"/>
                </a:lnTo>
                <a:lnTo>
                  <a:pt x="207851" y="434966"/>
                </a:lnTo>
                <a:lnTo>
                  <a:pt x="181600" y="376630"/>
                </a:lnTo>
                <a:lnTo>
                  <a:pt x="155349" y="315378"/>
                </a:lnTo>
                <a:lnTo>
                  <a:pt x="115972" y="227874"/>
                </a:lnTo>
                <a:lnTo>
                  <a:pt x="70762" y="140371"/>
                </a:lnTo>
                <a:lnTo>
                  <a:pt x="25552" y="5286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reeform 36">
            <a:extLst>
              <a:ext uri="{FF2B5EF4-FFF2-40B4-BE49-F238E27FC236}">
                <a16:creationId xmlns:a16="http://schemas.microsoft.com/office/drawing/2014/main" id="{2C5C9A3E-99C9-4205-B483-5AB38D9831DC}"/>
              </a:ext>
            </a:extLst>
          </p:cNvPr>
          <p:cNvSpPr>
            <a:spLocks/>
          </p:cNvSpPr>
          <p:nvPr/>
        </p:nvSpPr>
        <p:spPr bwMode="auto">
          <a:xfrm>
            <a:off x="842914" y="1864093"/>
            <a:ext cx="2959964" cy="1980369"/>
          </a:xfrm>
          <a:custGeom>
            <a:avLst/>
            <a:gdLst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52463 w 1608138"/>
              <a:gd name="connsiteY48" fmla="*/ 14288 h 1075928"/>
              <a:gd name="connsiteX49" fmla="*/ 655638 w 1608138"/>
              <a:gd name="connsiteY49" fmla="*/ 14288 h 1075928"/>
              <a:gd name="connsiteX50" fmla="*/ 658813 w 1608138"/>
              <a:gd name="connsiteY50" fmla="*/ 19050 h 1075928"/>
              <a:gd name="connsiteX51" fmla="*/ 663575 w 1608138"/>
              <a:gd name="connsiteY51" fmla="*/ 25400 h 1075928"/>
              <a:gd name="connsiteX52" fmla="*/ 676275 w 1608138"/>
              <a:gd name="connsiteY52" fmla="*/ 53975 h 1075928"/>
              <a:gd name="connsiteX53" fmla="*/ 676275 w 1608138"/>
              <a:gd name="connsiteY53" fmla="*/ 85725 h 1075928"/>
              <a:gd name="connsiteX54" fmla="*/ 666750 w 1608138"/>
              <a:gd name="connsiteY54" fmla="*/ 114300 h 1075928"/>
              <a:gd name="connsiteX55" fmla="*/ 649288 w 1608138"/>
              <a:gd name="connsiteY55" fmla="*/ 138113 h 1075928"/>
              <a:gd name="connsiteX56" fmla="*/ 617538 w 1608138"/>
              <a:gd name="connsiteY56" fmla="*/ 149225 h 1075928"/>
              <a:gd name="connsiteX57" fmla="*/ 585788 w 1608138"/>
              <a:gd name="connsiteY57" fmla="*/ 149225 h 1075928"/>
              <a:gd name="connsiteX58" fmla="*/ 550863 w 1608138"/>
              <a:gd name="connsiteY58" fmla="*/ 141288 h 1075928"/>
              <a:gd name="connsiteX59" fmla="*/ 517525 w 1608138"/>
              <a:gd name="connsiteY59" fmla="*/ 131763 h 1075928"/>
              <a:gd name="connsiteX60" fmla="*/ 479425 w 1608138"/>
              <a:gd name="connsiteY60" fmla="*/ 128588 h 1075928"/>
              <a:gd name="connsiteX61" fmla="*/ 441325 w 1608138"/>
              <a:gd name="connsiteY61" fmla="*/ 131763 h 1075928"/>
              <a:gd name="connsiteX62" fmla="*/ 360363 w 1608138"/>
              <a:gd name="connsiteY62" fmla="*/ 158750 h 1075928"/>
              <a:gd name="connsiteX63" fmla="*/ 292100 w 1608138"/>
              <a:gd name="connsiteY63" fmla="*/ 198438 h 1075928"/>
              <a:gd name="connsiteX64" fmla="*/ 231775 w 1608138"/>
              <a:gd name="connsiteY64" fmla="*/ 250825 h 1075928"/>
              <a:gd name="connsiteX65" fmla="*/ 182563 w 1608138"/>
              <a:gd name="connsiteY65" fmla="*/ 307975 h 1075928"/>
              <a:gd name="connsiteX66" fmla="*/ 141288 w 1608138"/>
              <a:gd name="connsiteY66" fmla="*/ 377825 h 1075928"/>
              <a:gd name="connsiteX67" fmla="*/ 109538 w 1608138"/>
              <a:gd name="connsiteY67" fmla="*/ 455613 h 1075928"/>
              <a:gd name="connsiteX68" fmla="*/ 98425 w 1608138"/>
              <a:gd name="connsiteY68" fmla="*/ 512763 h 1075928"/>
              <a:gd name="connsiteX69" fmla="*/ 92075 w 1608138"/>
              <a:gd name="connsiteY69" fmla="*/ 576263 h 1075928"/>
              <a:gd name="connsiteX70" fmla="*/ 95250 w 1608138"/>
              <a:gd name="connsiteY70" fmla="*/ 642938 h 1075928"/>
              <a:gd name="connsiteX71" fmla="*/ 101600 w 1608138"/>
              <a:gd name="connsiteY71" fmla="*/ 709613 h 1075928"/>
              <a:gd name="connsiteX72" fmla="*/ 109538 w 1608138"/>
              <a:gd name="connsiteY72" fmla="*/ 773113 h 1075928"/>
              <a:gd name="connsiteX73" fmla="*/ 123825 w 1608138"/>
              <a:gd name="connsiteY73" fmla="*/ 825500 h 1075928"/>
              <a:gd name="connsiteX74" fmla="*/ 161925 w 1608138"/>
              <a:gd name="connsiteY74" fmla="*/ 928688 h 1075928"/>
              <a:gd name="connsiteX75" fmla="*/ 207963 w 1608138"/>
              <a:gd name="connsiteY75" fmla="*/ 1030288 h 1075928"/>
              <a:gd name="connsiteX76" fmla="*/ 230783 w 1608138"/>
              <a:gd name="connsiteY76" fmla="*/ 1075928 h 1075928"/>
              <a:gd name="connsiteX77" fmla="*/ 119823 w 1608138"/>
              <a:gd name="connsiteY77" fmla="*/ 1075928 h 1075928"/>
              <a:gd name="connsiteX78" fmla="*/ 101600 w 1608138"/>
              <a:gd name="connsiteY78" fmla="*/ 1038225 h 1075928"/>
              <a:gd name="connsiteX79" fmla="*/ 60325 w 1608138"/>
              <a:gd name="connsiteY79" fmla="*/ 938213 h 1075928"/>
              <a:gd name="connsiteX80" fmla="*/ 28575 w 1608138"/>
              <a:gd name="connsiteY80" fmla="*/ 830263 h 1075928"/>
              <a:gd name="connsiteX81" fmla="*/ 14288 w 1608138"/>
              <a:gd name="connsiteY81" fmla="*/ 769938 h 1075928"/>
              <a:gd name="connsiteX82" fmla="*/ 6350 w 1608138"/>
              <a:gd name="connsiteY82" fmla="*/ 700088 h 1075928"/>
              <a:gd name="connsiteX83" fmla="*/ 0 w 1608138"/>
              <a:gd name="connsiteY83" fmla="*/ 628650 h 1075928"/>
              <a:gd name="connsiteX84" fmla="*/ 0 w 1608138"/>
              <a:gd name="connsiteY84" fmla="*/ 554038 h 1075928"/>
              <a:gd name="connsiteX85" fmla="*/ 9525 w 1608138"/>
              <a:gd name="connsiteY85" fmla="*/ 487363 h 1075928"/>
              <a:gd name="connsiteX86" fmla="*/ 23813 w 1608138"/>
              <a:gd name="connsiteY86" fmla="*/ 423863 h 1075928"/>
              <a:gd name="connsiteX87" fmla="*/ 52388 w 1608138"/>
              <a:gd name="connsiteY87" fmla="*/ 342900 h 1075928"/>
              <a:gd name="connsiteX88" fmla="*/ 95250 w 1608138"/>
              <a:gd name="connsiteY88" fmla="*/ 271463 h 1075928"/>
              <a:gd name="connsiteX89" fmla="*/ 144463 w 1608138"/>
              <a:gd name="connsiteY89" fmla="*/ 204788 h 1075928"/>
              <a:gd name="connsiteX90" fmla="*/ 204788 w 1608138"/>
              <a:gd name="connsiteY90" fmla="*/ 146050 h 1075928"/>
              <a:gd name="connsiteX91" fmla="*/ 271463 w 1608138"/>
              <a:gd name="connsiteY91" fmla="*/ 96838 h 1075928"/>
              <a:gd name="connsiteX92" fmla="*/ 346075 w 1608138"/>
              <a:gd name="connsiteY92" fmla="*/ 63500 h 1075928"/>
              <a:gd name="connsiteX93" fmla="*/ 395288 w 1608138"/>
              <a:gd name="connsiteY93" fmla="*/ 49213 h 1075928"/>
              <a:gd name="connsiteX94" fmla="*/ 447675 w 1608138"/>
              <a:gd name="connsiteY94" fmla="*/ 36513 h 1075928"/>
              <a:gd name="connsiteX95" fmla="*/ 500063 w 1608138"/>
              <a:gd name="connsiteY95" fmla="*/ 28575 h 1075928"/>
              <a:gd name="connsiteX96" fmla="*/ 549275 w 1608138"/>
              <a:gd name="connsiteY96" fmla="*/ 17463 h 1075928"/>
              <a:gd name="connsiteX97" fmla="*/ 595313 w 1608138"/>
              <a:gd name="connsiteY97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52463 w 1608138"/>
              <a:gd name="connsiteY48" fmla="*/ 14288 h 1075928"/>
              <a:gd name="connsiteX49" fmla="*/ 655638 w 1608138"/>
              <a:gd name="connsiteY49" fmla="*/ 14288 h 1075928"/>
              <a:gd name="connsiteX50" fmla="*/ 658813 w 1608138"/>
              <a:gd name="connsiteY50" fmla="*/ 19050 h 1075928"/>
              <a:gd name="connsiteX51" fmla="*/ 663575 w 1608138"/>
              <a:gd name="connsiteY51" fmla="*/ 25400 h 1075928"/>
              <a:gd name="connsiteX52" fmla="*/ 676275 w 1608138"/>
              <a:gd name="connsiteY52" fmla="*/ 53975 h 1075928"/>
              <a:gd name="connsiteX53" fmla="*/ 676275 w 1608138"/>
              <a:gd name="connsiteY53" fmla="*/ 85725 h 1075928"/>
              <a:gd name="connsiteX54" fmla="*/ 666750 w 1608138"/>
              <a:gd name="connsiteY54" fmla="*/ 114300 h 1075928"/>
              <a:gd name="connsiteX55" fmla="*/ 649288 w 1608138"/>
              <a:gd name="connsiteY55" fmla="*/ 138113 h 1075928"/>
              <a:gd name="connsiteX56" fmla="*/ 617538 w 1608138"/>
              <a:gd name="connsiteY56" fmla="*/ 149225 h 1075928"/>
              <a:gd name="connsiteX57" fmla="*/ 585788 w 1608138"/>
              <a:gd name="connsiteY57" fmla="*/ 149225 h 1075928"/>
              <a:gd name="connsiteX58" fmla="*/ 550863 w 1608138"/>
              <a:gd name="connsiteY58" fmla="*/ 141288 h 1075928"/>
              <a:gd name="connsiteX59" fmla="*/ 517525 w 1608138"/>
              <a:gd name="connsiteY59" fmla="*/ 131763 h 1075928"/>
              <a:gd name="connsiteX60" fmla="*/ 479425 w 1608138"/>
              <a:gd name="connsiteY60" fmla="*/ 128588 h 1075928"/>
              <a:gd name="connsiteX61" fmla="*/ 441325 w 1608138"/>
              <a:gd name="connsiteY61" fmla="*/ 131763 h 1075928"/>
              <a:gd name="connsiteX62" fmla="*/ 360363 w 1608138"/>
              <a:gd name="connsiteY62" fmla="*/ 158750 h 1075928"/>
              <a:gd name="connsiteX63" fmla="*/ 292100 w 1608138"/>
              <a:gd name="connsiteY63" fmla="*/ 198438 h 1075928"/>
              <a:gd name="connsiteX64" fmla="*/ 231775 w 1608138"/>
              <a:gd name="connsiteY64" fmla="*/ 250825 h 1075928"/>
              <a:gd name="connsiteX65" fmla="*/ 182563 w 1608138"/>
              <a:gd name="connsiteY65" fmla="*/ 307975 h 1075928"/>
              <a:gd name="connsiteX66" fmla="*/ 141288 w 1608138"/>
              <a:gd name="connsiteY66" fmla="*/ 377825 h 1075928"/>
              <a:gd name="connsiteX67" fmla="*/ 109538 w 1608138"/>
              <a:gd name="connsiteY67" fmla="*/ 455613 h 1075928"/>
              <a:gd name="connsiteX68" fmla="*/ 98425 w 1608138"/>
              <a:gd name="connsiteY68" fmla="*/ 512763 h 1075928"/>
              <a:gd name="connsiteX69" fmla="*/ 92075 w 1608138"/>
              <a:gd name="connsiteY69" fmla="*/ 576263 h 1075928"/>
              <a:gd name="connsiteX70" fmla="*/ 95250 w 1608138"/>
              <a:gd name="connsiteY70" fmla="*/ 642938 h 1075928"/>
              <a:gd name="connsiteX71" fmla="*/ 101600 w 1608138"/>
              <a:gd name="connsiteY71" fmla="*/ 709613 h 1075928"/>
              <a:gd name="connsiteX72" fmla="*/ 109538 w 1608138"/>
              <a:gd name="connsiteY72" fmla="*/ 773113 h 1075928"/>
              <a:gd name="connsiteX73" fmla="*/ 123825 w 1608138"/>
              <a:gd name="connsiteY73" fmla="*/ 825500 h 1075928"/>
              <a:gd name="connsiteX74" fmla="*/ 161925 w 1608138"/>
              <a:gd name="connsiteY74" fmla="*/ 928688 h 1075928"/>
              <a:gd name="connsiteX75" fmla="*/ 207963 w 1608138"/>
              <a:gd name="connsiteY75" fmla="*/ 1030288 h 1075928"/>
              <a:gd name="connsiteX76" fmla="*/ 230783 w 1608138"/>
              <a:gd name="connsiteY76" fmla="*/ 1075928 h 1075928"/>
              <a:gd name="connsiteX77" fmla="*/ 119823 w 1608138"/>
              <a:gd name="connsiteY77" fmla="*/ 1075928 h 1075928"/>
              <a:gd name="connsiteX78" fmla="*/ 101600 w 1608138"/>
              <a:gd name="connsiteY78" fmla="*/ 1038225 h 1075928"/>
              <a:gd name="connsiteX79" fmla="*/ 60325 w 1608138"/>
              <a:gd name="connsiteY79" fmla="*/ 938213 h 1075928"/>
              <a:gd name="connsiteX80" fmla="*/ 28575 w 1608138"/>
              <a:gd name="connsiteY80" fmla="*/ 830263 h 1075928"/>
              <a:gd name="connsiteX81" fmla="*/ 14288 w 1608138"/>
              <a:gd name="connsiteY81" fmla="*/ 769938 h 1075928"/>
              <a:gd name="connsiteX82" fmla="*/ 6350 w 1608138"/>
              <a:gd name="connsiteY82" fmla="*/ 700088 h 1075928"/>
              <a:gd name="connsiteX83" fmla="*/ 0 w 1608138"/>
              <a:gd name="connsiteY83" fmla="*/ 628650 h 1075928"/>
              <a:gd name="connsiteX84" fmla="*/ 0 w 1608138"/>
              <a:gd name="connsiteY84" fmla="*/ 554038 h 1075928"/>
              <a:gd name="connsiteX85" fmla="*/ 9525 w 1608138"/>
              <a:gd name="connsiteY85" fmla="*/ 487363 h 1075928"/>
              <a:gd name="connsiteX86" fmla="*/ 23813 w 1608138"/>
              <a:gd name="connsiteY86" fmla="*/ 423863 h 1075928"/>
              <a:gd name="connsiteX87" fmla="*/ 52388 w 1608138"/>
              <a:gd name="connsiteY87" fmla="*/ 342900 h 1075928"/>
              <a:gd name="connsiteX88" fmla="*/ 95250 w 1608138"/>
              <a:gd name="connsiteY88" fmla="*/ 271463 h 1075928"/>
              <a:gd name="connsiteX89" fmla="*/ 144463 w 1608138"/>
              <a:gd name="connsiteY89" fmla="*/ 204788 h 1075928"/>
              <a:gd name="connsiteX90" fmla="*/ 204788 w 1608138"/>
              <a:gd name="connsiteY90" fmla="*/ 146050 h 1075928"/>
              <a:gd name="connsiteX91" fmla="*/ 271463 w 1608138"/>
              <a:gd name="connsiteY91" fmla="*/ 96838 h 1075928"/>
              <a:gd name="connsiteX92" fmla="*/ 346075 w 1608138"/>
              <a:gd name="connsiteY92" fmla="*/ 63500 h 1075928"/>
              <a:gd name="connsiteX93" fmla="*/ 395288 w 1608138"/>
              <a:gd name="connsiteY93" fmla="*/ 49213 h 1075928"/>
              <a:gd name="connsiteX94" fmla="*/ 447675 w 1608138"/>
              <a:gd name="connsiteY94" fmla="*/ 36513 h 1075928"/>
              <a:gd name="connsiteX95" fmla="*/ 500063 w 1608138"/>
              <a:gd name="connsiteY95" fmla="*/ 28575 h 1075928"/>
              <a:gd name="connsiteX96" fmla="*/ 549275 w 1608138"/>
              <a:gd name="connsiteY96" fmla="*/ 17463 h 1075928"/>
              <a:gd name="connsiteX97" fmla="*/ 595313 w 1608138"/>
              <a:gd name="connsiteY97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52463 w 1608138"/>
              <a:gd name="connsiteY48" fmla="*/ 14288 h 1075928"/>
              <a:gd name="connsiteX49" fmla="*/ 655638 w 1608138"/>
              <a:gd name="connsiteY49" fmla="*/ 14288 h 1075928"/>
              <a:gd name="connsiteX50" fmla="*/ 658813 w 1608138"/>
              <a:gd name="connsiteY50" fmla="*/ 19050 h 1075928"/>
              <a:gd name="connsiteX51" fmla="*/ 663575 w 1608138"/>
              <a:gd name="connsiteY51" fmla="*/ 25400 h 1075928"/>
              <a:gd name="connsiteX52" fmla="*/ 676275 w 1608138"/>
              <a:gd name="connsiteY52" fmla="*/ 53975 h 1075928"/>
              <a:gd name="connsiteX53" fmla="*/ 676275 w 1608138"/>
              <a:gd name="connsiteY53" fmla="*/ 85725 h 1075928"/>
              <a:gd name="connsiteX54" fmla="*/ 666750 w 1608138"/>
              <a:gd name="connsiteY54" fmla="*/ 114300 h 1075928"/>
              <a:gd name="connsiteX55" fmla="*/ 649288 w 1608138"/>
              <a:gd name="connsiteY55" fmla="*/ 138113 h 1075928"/>
              <a:gd name="connsiteX56" fmla="*/ 617538 w 1608138"/>
              <a:gd name="connsiteY56" fmla="*/ 149225 h 1075928"/>
              <a:gd name="connsiteX57" fmla="*/ 585788 w 1608138"/>
              <a:gd name="connsiteY57" fmla="*/ 149225 h 1075928"/>
              <a:gd name="connsiteX58" fmla="*/ 550863 w 1608138"/>
              <a:gd name="connsiteY58" fmla="*/ 141288 h 1075928"/>
              <a:gd name="connsiteX59" fmla="*/ 517525 w 1608138"/>
              <a:gd name="connsiteY59" fmla="*/ 131763 h 1075928"/>
              <a:gd name="connsiteX60" fmla="*/ 479425 w 1608138"/>
              <a:gd name="connsiteY60" fmla="*/ 128588 h 1075928"/>
              <a:gd name="connsiteX61" fmla="*/ 441325 w 1608138"/>
              <a:gd name="connsiteY61" fmla="*/ 131763 h 1075928"/>
              <a:gd name="connsiteX62" fmla="*/ 360363 w 1608138"/>
              <a:gd name="connsiteY62" fmla="*/ 158750 h 1075928"/>
              <a:gd name="connsiteX63" fmla="*/ 292100 w 1608138"/>
              <a:gd name="connsiteY63" fmla="*/ 198438 h 1075928"/>
              <a:gd name="connsiteX64" fmla="*/ 231775 w 1608138"/>
              <a:gd name="connsiteY64" fmla="*/ 250825 h 1075928"/>
              <a:gd name="connsiteX65" fmla="*/ 182563 w 1608138"/>
              <a:gd name="connsiteY65" fmla="*/ 307975 h 1075928"/>
              <a:gd name="connsiteX66" fmla="*/ 141288 w 1608138"/>
              <a:gd name="connsiteY66" fmla="*/ 377825 h 1075928"/>
              <a:gd name="connsiteX67" fmla="*/ 109538 w 1608138"/>
              <a:gd name="connsiteY67" fmla="*/ 455613 h 1075928"/>
              <a:gd name="connsiteX68" fmla="*/ 98425 w 1608138"/>
              <a:gd name="connsiteY68" fmla="*/ 512763 h 1075928"/>
              <a:gd name="connsiteX69" fmla="*/ 92075 w 1608138"/>
              <a:gd name="connsiteY69" fmla="*/ 576263 h 1075928"/>
              <a:gd name="connsiteX70" fmla="*/ 95250 w 1608138"/>
              <a:gd name="connsiteY70" fmla="*/ 642938 h 1075928"/>
              <a:gd name="connsiteX71" fmla="*/ 101600 w 1608138"/>
              <a:gd name="connsiteY71" fmla="*/ 709613 h 1075928"/>
              <a:gd name="connsiteX72" fmla="*/ 109538 w 1608138"/>
              <a:gd name="connsiteY72" fmla="*/ 773113 h 1075928"/>
              <a:gd name="connsiteX73" fmla="*/ 123825 w 1608138"/>
              <a:gd name="connsiteY73" fmla="*/ 825500 h 1075928"/>
              <a:gd name="connsiteX74" fmla="*/ 161925 w 1608138"/>
              <a:gd name="connsiteY74" fmla="*/ 928688 h 1075928"/>
              <a:gd name="connsiteX75" fmla="*/ 207963 w 1608138"/>
              <a:gd name="connsiteY75" fmla="*/ 1030288 h 1075928"/>
              <a:gd name="connsiteX76" fmla="*/ 230783 w 1608138"/>
              <a:gd name="connsiteY76" fmla="*/ 1075928 h 1075928"/>
              <a:gd name="connsiteX77" fmla="*/ 119823 w 1608138"/>
              <a:gd name="connsiteY77" fmla="*/ 1075928 h 1075928"/>
              <a:gd name="connsiteX78" fmla="*/ 101600 w 1608138"/>
              <a:gd name="connsiteY78" fmla="*/ 1038225 h 1075928"/>
              <a:gd name="connsiteX79" fmla="*/ 60325 w 1608138"/>
              <a:gd name="connsiteY79" fmla="*/ 938213 h 1075928"/>
              <a:gd name="connsiteX80" fmla="*/ 28575 w 1608138"/>
              <a:gd name="connsiteY80" fmla="*/ 830263 h 1075928"/>
              <a:gd name="connsiteX81" fmla="*/ 14288 w 1608138"/>
              <a:gd name="connsiteY81" fmla="*/ 769938 h 1075928"/>
              <a:gd name="connsiteX82" fmla="*/ 6350 w 1608138"/>
              <a:gd name="connsiteY82" fmla="*/ 700088 h 1075928"/>
              <a:gd name="connsiteX83" fmla="*/ 0 w 1608138"/>
              <a:gd name="connsiteY83" fmla="*/ 628650 h 1075928"/>
              <a:gd name="connsiteX84" fmla="*/ 0 w 1608138"/>
              <a:gd name="connsiteY84" fmla="*/ 554038 h 1075928"/>
              <a:gd name="connsiteX85" fmla="*/ 9525 w 1608138"/>
              <a:gd name="connsiteY85" fmla="*/ 487363 h 1075928"/>
              <a:gd name="connsiteX86" fmla="*/ 23813 w 1608138"/>
              <a:gd name="connsiteY86" fmla="*/ 423863 h 1075928"/>
              <a:gd name="connsiteX87" fmla="*/ 52388 w 1608138"/>
              <a:gd name="connsiteY87" fmla="*/ 342900 h 1075928"/>
              <a:gd name="connsiteX88" fmla="*/ 95250 w 1608138"/>
              <a:gd name="connsiteY88" fmla="*/ 271463 h 1075928"/>
              <a:gd name="connsiteX89" fmla="*/ 144463 w 1608138"/>
              <a:gd name="connsiteY89" fmla="*/ 204788 h 1075928"/>
              <a:gd name="connsiteX90" fmla="*/ 204788 w 1608138"/>
              <a:gd name="connsiteY90" fmla="*/ 146050 h 1075928"/>
              <a:gd name="connsiteX91" fmla="*/ 271463 w 1608138"/>
              <a:gd name="connsiteY91" fmla="*/ 96838 h 1075928"/>
              <a:gd name="connsiteX92" fmla="*/ 346075 w 1608138"/>
              <a:gd name="connsiteY92" fmla="*/ 63500 h 1075928"/>
              <a:gd name="connsiteX93" fmla="*/ 395288 w 1608138"/>
              <a:gd name="connsiteY93" fmla="*/ 49213 h 1075928"/>
              <a:gd name="connsiteX94" fmla="*/ 447675 w 1608138"/>
              <a:gd name="connsiteY94" fmla="*/ 36513 h 1075928"/>
              <a:gd name="connsiteX95" fmla="*/ 500063 w 1608138"/>
              <a:gd name="connsiteY95" fmla="*/ 28575 h 1075928"/>
              <a:gd name="connsiteX96" fmla="*/ 549275 w 1608138"/>
              <a:gd name="connsiteY96" fmla="*/ 17463 h 1075928"/>
              <a:gd name="connsiteX97" fmla="*/ 595313 w 1608138"/>
              <a:gd name="connsiteY97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52463 w 1608138"/>
              <a:gd name="connsiteY48" fmla="*/ 14288 h 1075928"/>
              <a:gd name="connsiteX49" fmla="*/ 658813 w 1608138"/>
              <a:gd name="connsiteY49" fmla="*/ 19050 h 1075928"/>
              <a:gd name="connsiteX50" fmla="*/ 663575 w 1608138"/>
              <a:gd name="connsiteY50" fmla="*/ 25400 h 1075928"/>
              <a:gd name="connsiteX51" fmla="*/ 676275 w 1608138"/>
              <a:gd name="connsiteY51" fmla="*/ 53975 h 1075928"/>
              <a:gd name="connsiteX52" fmla="*/ 676275 w 1608138"/>
              <a:gd name="connsiteY52" fmla="*/ 85725 h 1075928"/>
              <a:gd name="connsiteX53" fmla="*/ 666750 w 1608138"/>
              <a:gd name="connsiteY53" fmla="*/ 114300 h 1075928"/>
              <a:gd name="connsiteX54" fmla="*/ 649288 w 1608138"/>
              <a:gd name="connsiteY54" fmla="*/ 138113 h 1075928"/>
              <a:gd name="connsiteX55" fmla="*/ 617538 w 1608138"/>
              <a:gd name="connsiteY55" fmla="*/ 149225 h 1075928"/>
              <a:gd name="connsiteX56" fmla="*/ 585788 w 1608138"/>
              <a:gd name="connsiteY56" fmla="*/ 149225 h 1075928"/>
              <a:gd name="connsiteX57" fmla="*/ 550863 w 1608138"/>
              <a:gd name="connsiteY57" fmla="*/ 141288 h 1075928"/>
              <a:gd name="connsiteX58" fmla="*/ 517525 w 1608138"/>
              <a:gd name="connsiteY58" fmla="*/ 131763 h 1075928"/>
              <a:gd name="connsiteX59" fmla="*/ 479425 w 1608138"/>
              <a:gd name="connsiteY59" fmla="*/ 128588 h 1075928"/>
              <a:gd name="connsiteX60" fmla="*/ 441325 w 1608138"/>
              <a:gd name="connsiteY60" fmla="*/ 131763 h 1075928"/>
              <a:gd name="connsiteX61" fmla="*/ 360363 w 1608138"/>
              <a:gd name="connsiteY61" fmla="*/ 158750 h 1075928"/>
              <a:gd name="connsiteX62" fmla="*/ 292100 w 1608138"/>
              <a:gd name="connsiteY62" fmla="*/ 198438 h 1075928"/>
              <a:gd name="connsiteX63" fmla="*/ 231775 w 1608138"/>
              <a:gd name="connsiteY63" fmla="*/ 250825 h 1075928"/>
              <a:gd name="connsiteX64" fmla="*/ 182563 w 1608138"/>
              <a:gd name="connsiteY64" fmla="*/ 307975 h 1075928"/>
              <a:gd name="connsiteX65" fmla="*/ 141288 w 1608138"/>
              <a:gd name="connsiteY65" fmla="*/ 377825 h 1075928"/>
              <a:gd name="connsiteX66" fmla="*/ 109538 w 1608138"/>
              <a:gd name="connsiteY66" fmla="*/ 455613 h 1075928"/>
              <a:gd name="connsiteX67" fmla="*/ 98425 w 1608138"/>
              <a:gd name="connsiteY67" fmla="*/ 512763 h 1075928"/>
              <a:gd name="connsiteX68" fmla="*/ 92075 w 1608138"/>
              <a:gd name="connsiteY68" fmla="*/ 576263 h 1075928"/>
              <a:gd name="connsiteX69" fmla="*/ 95250 w 1608138"/>
              <a:gd name="connsiteY69" fmla="*/ 642938 h 1075928"/>
              <a:gd name="connsiteX70" fmla="*/ 101600 w 1608138"/>
              <a:gd name="connsiteY70" fmla="*/ 709613 h 1075928"/>
              <a:gd name="connsiteX71" fmla="*/ 109538 w 1608138"/>
              <a:gd name="connsiteY71" fmla="*/ 773113 h 1075928"/>
              <a:gd name="connsiteX72" fmla="*/ 123825 w 1608138"/>
              <a:gd name="connsiteY72" fmla="*/ 825500 h 1075928"/>
              <a:gd name="connsiteX73" fmla="*/ 161925 w 1608138"/>
              <a:gd name="connsiteY73" fmla="*/ 928688 h 1075928"/>
              <a:gd name="connsiteX74" fmla="*/ 207963 w 1608138"/>
              <a:gd name="connsiteY74" fmla="*/ 1030288 h 1075928"/>
              <a:gd name="connsiteX75" fmla="*/ 230783 w 1608138"/>
              <a:gd name="connsiteY75" fmla="*/ 1075928 h 1075928"/>
              <a:gd name="connsiteX76" fmla="*/ 119823 w 1608138"/>
              <a:gd name="connsiteY76" fmla="*/ 1075928 h 1075928"/>
              <a:gd name="connsiteX77" fmla="*/ 101600 w 1608138"/>
              <a:gd name="connsiteY77" fmla="*/ 1038225 h 1075928"/>
              <a:gd name="connsiteX78" fmla="*/ 60325 w 1608138"/>
              <a:gd name="connsiteY78" fmla="*/ 938213 h 1075928"/>
              <a:gd name="connsiteX79" fmla="*/ 28575 w 1608138"/>
              <a:gd name="connsiteY79" fmla="*/ 830263 h 1075928"/>
              <a:gd name="connsiteX80" fmla="*/ 14288 w 1608138"/>
              <a:gd name="connsiteY80" fmla="*/ 769938 h 1075928"/>
              <a:gd name="connsiteX81" fmla="*/ 6350 w 1608138"/>
              <a:gd name="connsiteY81" fmla="*/ 700088 h 1075928"/>
              <a:gd name="connsiteX82" fmla="*/ 0 w 1608138"/>
              <a:gd name="connsiteY82" fmla="*/ 628650 h 1075928"/>
              <a:gd name="connsiteX83" fmla="*/ 0 w 1608138"/>
              <a:gd name="connsiteY83" fmla="*/ 554038 h 1075928"/>
              <a:gd name="connsiteX84" fmla="*/ 9525 w 1608138"/>
              <a:gd name="connsiteY84" fmla="*/ 487363 h 1075928"/>
              <a:gd name="connsiteX85" fmla="*/ 23813 w 1608138"/>
              <a:gd name="connsiteY85" fmla="*/ 423863 h 1075928"/>
              <a:gd name="connsiteX86" fmla="*/ 52388 w 1608138"/>
              <a:gd name="connsiteY86" fmla="*/ 342900 h 1075928"/>
              <a:gd name="connsiteX87" fmla="*/ 95250 w 1608138"/>
              <a:gd name="connsiteY87" fmla="*/ 271463 h 1075928"/>
              <a:gd name="connsiteX88" fmla="*/ 144463 w 1608138"/>
              <a:gd name="connsiteY88" fmla="*/ 204788 h 1075928"/>
              <a:gd name="connsiteX89" fmla="*/ 204788 w 1608138"/>
              <a:gd name="connsiteY89" fmla="*/ 146050 h 1075928"/>
              <a:gd name="connsiteX90" fmla="*/ 271463 w 1608138"/>
              <a:gd name="connsiteY90" fmla="*/ 96838 h 1075928"/>
              <a:gd name="connsiteX91" fmla="*/ 346075 w 1608138"/>
              <a:gd name="connsiteY91" fmla="*/ 63500 h 1075928"/>
              <a:gd name="connsiteX92" fmla="*/ 395288 w 1608138"/>
              <a:gd name="connsiteY92" fmla="*/ 49213 h 1075928"/>
              <a:gd name="connsiteX93" fmla="*/ 447675 w 1608138"/>
              <a:gd name="connsiteY93" fmla="*/ 36513 h 1075928"/>
              <a:gd name="connsiteX94" fmla="*/ 500063 w 1608138"/>
              <a:gd name="connsiteY94" fmla="*/ 28575 h 1075928"/>
              <a:gd name="connsiteX95" fmla="*/ 549275 w 1608138"/>
              <a:gd name="connsiteY95" fmla="*/ 17463 h 1075928"/>
              <a:gd name="connsiteX96" fmla="*/ 595313 w 1608138"/>
              <a:gd name="connsiteY96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58813 w 1608138"/>
              <a:gd name="connsiteY48" fmla="*/ 19050 h 1075928"/>
              <a:gd name="connsiteX49" fmla="*/ 663575 w 1608138"/>
              <a:gd name="connsiteY49" fmla="*/ 25400 h 1075928"/>
              <a:gd name="connsiteX50" fmla="*/ 676275 w 1608138"/>
              <a:gd name="connsiteY50" fmla="*/ 53975 h 1075928"/>
              <a:gd name="connsiteX51" fmla="*/ 676275 w 1608138"/>
              <a:gd name="connsiteY51" fmla="*/ 85725 h 1075928"/>
              <a:gd name="connsiteX52" fmla="*/ 666750 w 1608138"/>
              <a:gd name="connsiteY52" fmla="*/ 114300 h 1075928"/>
              <a:gd name="connsiteX53" fmla="*/ 649288 w 1608138"/>
              <a:gd name="connsiteY53" fmla="*/ 138113 h 1075928"/>
              <a:gd name="connsiteX54" fmla="*/ 617538 w 1608138"/>
              <a:gd name="connsiteY54" fmla="*/ 149225 h 1075928"/>
              <a:gd name="connsiteX55" fmla="*/ 585788 w 1608138"/>
              <a:gd name="connsiteY55" fmla="*/ 149225 h 1075928"/>
              <a:gd name="connsiteX56" fmla="*/ 550863 w 1608138"/>
              <a:gd name="connsiteY56" fmla="*/ 141288 h 1075928"/>
              <a:gd name="connsiteX57" fmla="*/ 517525 w 1608138"/>
              <a:gd name="connsiteY57" fmla="*/ 131763 h 1075928"/>
              <a:gd name="connsiteX58" fmla="*/ 479425 w 1608138"/>
              <a:gd name="connsiteY58" fmla="*/ 128588 h 1075928"/>
              <a:gd name="connsiteX59" fmla="*/ 441325 w 1608138"/>
              <a:gd name="connsiteY59" fmla="*/ 131763 h 1075928"/>
              <a:gd name="connsiteX60" fmla="*/ 360363 w 1608138"/>
              <a:gd name="connsiteY60" fmla="*/ 158750 h 1075928"/>
              <a:gd name="connsiteX61" fmla="*/ 292100 w 1608138"/>
              <a:gd name="connsiteY61" fmla="*/ 198438 h 1075928"/>
              <a:gd name="connsiteX62" fmla="*/ 231775 w 1608138"/>
              <a:gd name="connsiteY62" fmla="*/ 250825 h 1075928"/>
              <a:gd name="connsiteX63" fmla="*/ 182563 w 1608138"/>
              <a:gd name="connsiteY63" fmla="*/ 307975 h 1075928"/>
              <a:gd name="connsiteX64" fmla="*/ 141288 w 1608138"/>
              <a:gd name="connsiteY64" fmla="*/ 377825 h 1075928"/>
              <a:gd name="connsiteX65" fmla="*/ 109538 w 1608138"/>
              <a:gd name="connsiteY65" fmla="*/ 455613 h 1075928"/>
              <a:gd name="connsiteX66" fmla="*/ 98425 w 1608138"/>
              <a:gd name="connsiteY66" fmla="*/ 512763 h 1075928"/>
              <a:gd name="connsiteX67" fmla="*/ 92075 w 1608138"/>
              <a:gd name="connsiteY67" fmla="*/ 576263 h 1075928"/>
              <a:gd name="connsiteX68" fmla="*/ 95250 w 1608138"/>
              <a:gd name="connsiteY68" fmla="*/ 642938 h 1075928"/>
              <a:gd name="connsiteX69" fmla="*/ 101600 w 1608138"/>
              <a:gd name="connsiteY69" fmla="*/ 709613 h 1075928"/>
              <a:gd name="connsiteX70" fmla="*/ 109538 w 1608138"/>
              <a:gd name="connsiteY70" fmla="*/ 773113 h 1075928"/>
              <a:gd name="connsiteX71" fmla="*/ 123825 w 1608138"/>
              <a:gd name="connsiteY71" fmla="*/ 825500 h 1075928"/>
              <a:gd name="connsiteX72" fmla="*/ 161925 w 1608138"/>
              <a:gd name="connsiteY72" fmla="*/ 928688 h 1075928"/>
              <a:gd name="connsiteX73" fmla="*/ 207963 w 1608138"/>
              <a:gd name="connsiteY73" fmla="*/ 1030288 h 1075928"/>
              <a:gd name="connsiteX74" fmla="*/ 230783 w 1608138"/>
              <a:gd name="connsiteY74" fmla="*/ 1075928 h 1075928"/>
              <a:gd name="connsiteX75" fmla="*/ 119823 w 1608138"/>
              <a:gd name="connsiteY75" fmla="*/ 1075928 h 1075928"/>
              <a:gd name="connsiteX76" fmla="*/ 101600 w 1608138"/>
              <a:gd name="connsiteY76" fmla="*/ 1038225 h 1075928"/>
              <a:gd name="connsiteX77" fmla="*/ 60325 w 1608138"/>
              <a:gd name="connsiteY77" fmla="*/ 938213 h 1075928"/>
              <a:gd name="connsiteX78" fmla="*/ 28575 w 1608138"/>
              <a:gd name="connsiteY78" fmla="*/ 830263 h 1075928"/>
              <a:gd name="connsiteX79" fmla="*/ 14288 w 1608138"/>
              <a:gd name="connsiteY79" fmla="*/ 769938 h 1075928"/>
              <a:gd name="connsiteX80" fmla="*/ 6350 w 1608138"/>
              <a:gd name="connsiteY80" fmla="*/ 700088 h 1075928"/>
              <a:gd name="connsiteX81" fmla="*/ 0 w 1608138"/>
              <a:gd name="connsiteY81" fmla="*/ 628650 h 1075928"/>
              <a:gd name="connsiteX82" fmla="*/ 0 w 1608138"/>
              <a:gd name="connsiteY82" fmla="*/ 554038 h 1075928"/>
              <a:gd name="connsiteX83" fmla="*/ 9525 w 1608138"/>
              <a:gd name="connsiteY83" fmla="*/ 487363 h 1075928"/>
              <a:gd name="connsiteX84" fmla="*/ 23813 w 1608138"/>
              <a:gd name="connsiteY84" fmla="*/ 423863 h 1075928"/>
              <a:gd name="connsiteX85" fmla="*/ 52388 w 1608138"/>
              <a:gd name="connsiteY85" fmla="*/ 342900 h 1075928"/>
              <a:gd name="connsiteX86" fmla="*/ 95250 w 1608138"/>
              <a:gd name="connsiteY86" fmla="*/ 271463 h 1075928"/>
              <a:gd name="connsiteX87" fmla="*/ 144463 w 1608138"/>
              <a:gd name="connsiteY87" fmla="*/ 204788 h 1075928"/>
              <a:gd name="connsiteX88" fmla="*/ 204788 w 1608138"/>
              <a:gd name="connsiteY88" fmla="*/ 146050 h 1075928"/>
              <a:gd name="connsiteX89" fmla="*/ 271463 w 1608138"/>
              <a:gd name="connsiteY89" fmla="*/ 96838 h 1075928"/>
              <a:gd name="connsiteX90" fmla="*/ 346075 w 1608138"/>
              <a:gd name="connsiteY90" fmla="*/ 63500 h 1075928"/>
              <a:gd name="connsiteX91" fmla="*/ 395288 w 1608138"/>
              <a:gd name="connsiteY91" fmla="*/ 49213 h 1075928"/>
              <a:gd name="connsiteX92" fmla="*/ 447675 w 1608138"/>
              <a:gd name="connsiteY92" fmla="*/ 36513 h 1075928"/>
              <a:gd name="connsiteX93" fmla="*/ 500063 w 1608138"/>
              <a:gd name="connsiteY93" fmla="*/ 28575 h 1075928"/>
              <a:gd name="connsiteX94" fmla="*/ 549275 w 1608138"/>
              <a:gd name="connsiteY94" fmla="*/ 17463 h 1075928"/>
              <a:gd name="connsiteX95" fmla="*/ 595313 w 1608138"/>
              <a:gd name="connsiteY95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49288 w 1608138"/>
              <a:gd name="connsiteY47" fmla="*/ 11113 h 1075928"/>
              <a:gd name="connsiteX48" fmla="*/ 663575 w 1608138"/>
              <a:gd name="connsiteY48" fmla="*/ 25400 h 1075928"/>
              <a:gd name="connsiteX49" fmla="*/ 676275 w 1608138"/>
              <a:gd name="connsiteY49" fmla="*/ 53975 h 1075928"/>
              <a:gd name="connsiteX50" fmla="*/ 676275 w 1608138"/>
              <a:gd name="connsiteY50" fmla="*/ 85725 h 1075928"/>
              <a:gd name="connsiteX51" fmla="*/ 666750 w 1608138"/>
              <a:gd name="connsiteY51" fmla="*/ 114300 h 1075928"/>
              <a:gd name="connsiteX52" fmla="*/ 649288 w 1608138"/>
              <a:gd name="connsiteY52" fmla="*/ 138113 h 1075928"/>
              <a:gd name="connsiteX53" fmla="*/ 617538 w 1608138"/>
              <a:gd name="connsiteY53" fmla="*/ 149225 h 1075928"/>
              <a:gd name="connsiteX54" fmla="*/ 585788 w 1608138"/>
              <a:gd name="connsiteY54" fmla="*/ 149225 h 1075928"/>
              <a:gd name="connsiteX55" fmla="*/ 550863 w 1608138"/>
              <a:gd name="connsiteY55" fmla="*/ 141288 h 1075928"/>
              <a:gd name="connsiteX56" fmla="*/ 517525 w 1608138"/>
              <a:gd name="connsiteY56" fmla="*/ 131763 h 1075928"/>
              <a:gd name="connsiteX57" fmla="*/ 479425 w 1608138"/>
              <a:gd name="connsiteY57" fmla="*/ 128588 h 1075928"/>
              <a:gd name="connsiteX58" fmla="*/ 441325 w 1608138"/>
              <a:gd name="connsiteY58" fmla="*/ 131763 h 1075928"/>
              <a:gd name="connsiteX59" fmla="*/ 360363 w 1608138"/>
              <a:gd name="connsiteY59" fmla="*/ 158750 h 1075928"/>
              <a:gd name="connsiteX60" fmla="*/ 292100 w 1608138"/>
              <a:gd name="connsiteY60" fmla="*/ 198438 h 1075928"/>
              <a:gd name="connsiteX61" fmla="*/ 231775 w 1608138"/>
              <a:gd name="connsiteY61" fmla="*/ 250825 h 1075928"/>
              <a:gd name="connsiteX62" fmla="*/ 182563 w 1608138"/>
              <a:gd name="connsiteY62" fmla="*/ 307975 h 1075928"/>
              <a:gd name="connsiteX63" fmla="*/ 141288 w 1608138"/>
              <a:gd name="connsiteY63" fmla="*/ 377825 h 1075928"/>
              <a:gd name="connsiteX64" fmla="*/ 109538 w 1608138"/>
              <a:gd name="connsiteY64" fmla="*/ 455613 h 1075928"/>
              <a:gd name="connsiteX65" fmla="*/ 98425 w 1608138"/>
              <a:gd name="connsiteY65" fmla="*/ 512763 h 1075928"/>
              <a:gd name="connsiteX66" fmla="*/ 92075 w 1608138"/>
              <a:gd name="connsiteY66" fmla="*/ 576263 h 1075928"/>
              <a:gd name="connsiteX67" fmla="*/ 95250 w 1608138"/>
              <a:gd name="connsiteY67" fmla="*/ 642938 h 1075928"/>
              <a:gd name="connsiteX68" fmla="*/ 101600 w 1608138"/>
              <a:gd name="connsiteY68" fmla="*/ 709613 h 1075928"/>
              <a:gd name="connsiteX69" fmla="*/ 109538 w 1608138"/>
              <a:gd name="connsiteY69" fmla="*/ 773113 h 1075928"/>
              <a:gd name="connsiteX70" fmla="*/ 123825 w 1608138"/>
              <a:gd name="connsiteY70" fmla="*/ 825500 h 1075928"/>
              <a:gd name="connsiteX71" fmla="*/ 161925 w 1608138"/>
              <a:gd name="connsiteY71" fmla="*/ 928688 h 1075928"/>
              <a:gd name="connsiteX72" fmla="*/ 207963 w 1608138"/>
              <a:gd name="connsiteY72" fmla="*/ 1030288 h 1075928"/>
              <a:gd name="connsiteX73" fmla="*/ 230783 w 1608138"/>
              <a:gd name="connsiteY73" fmla="*/ 1075928 h 1075928"/>
              <a:gd name="connsiteX74" fmla="*/ 119823 w 1608138"/>
              <a:gd name="connsiteY74" fmla="*/ 1075928 h 1075928"/>
              <a:gd name="connsiteX75" fmla="*/ 101600 w 1608138"/>
              <a:gd name="connsiteY75" fmla="*/ 1038225 h 1075928"/>
              <a:gd name="connsiteX76" fmla="*/ 60325 w 1608138"/>
              <a:gd name="connsiteY76" fmla="*/ 938213 h 1075928"/>
              <a:gd name="connsiteX77" fmla="*/ 28575 w 1608138"/>
              <a:gd name="connsiteY77" fmla="*/ 830263 h 1075928"/>
              <a:gd name="connsiteX78" fmla="*/ 14288 w 1608138"/>
              <a:gd name="connsiteY78" fmla="*/ 769938 h 1075928"/>
              <a:gd name="connsiteX79" fmla="*/ 6350 w 1608138"/>
              <a:gd name="connsiteY79" fmla="*/ 700088 h 1075928"/>
              <a:gd name="connsiteX80" fmla="*/ 0 w 1608138"/>
              <a:gd name="connsiteY80" fmla="*/ 628650 h 1075928"/>
              <a:gd name="connsiteX81" fmla="*/ 0 w 1608138"/>
              <a:gd name="connsiteY81" fmla="*/ 554038 h 1075928"/>
              <a:gd name="connsiteX82" fmla="*/ 9525 w 1608138"/>
              <a:gd name="connsiteY82" fmla="*/ 487363 h 1075928"/>
              <a:gd name="connsiteX83" fmla="*/ 23813 w 1608138"/>
              <a:gd name="connsiteY83" fmla="*/ 423863 h 1075928"/>
              <a:gd name="connsiteX84" fmla="*/ 52388 w 1608138"/>
              <a:gd name="connsiteY84" fmla="*/ 342900 h 1075928"/>
              <a:gd name="connsiteX85" fmla="*/ 95250 w 1608138"/>
              <a:gd name="connsiteY85" fmla="*/ 271463 h 1075928"/>
              <a:gd name="connsiteX86" fmla="*/ 144463 w 1608138"/>
              <a:gd name="connsiteY86" fmla="*/ 204788 h 1075928"/>
              <a:gd name="connsiteX87" fmla="*/ 204788 w 1608138"/>
              <a:gd name="connsiteY87" fmla="*/ 146050 h 1075928"/>
              <a:gd name="connsiteX88" fmla="*/ 271463 w 1608138"/>
              <a:gd name="connsiteY88" fmla="*/ 96838 h 1075928"/>
              <a:gd name="connsiteX89" fmla="*/ 346075 w 1608138"/>
              <a:gd name="connsiteY89" fmla="*/ 63500 h 1075928"/>
              <a:gd name="connsiteX90" fmla="*/ 395288 w 1608138"/>
              <a:gd name="connsiteY90" fmla="*/ 49213 h 1075928"/>
              <a:gd name="connsiteX91" fmla="*/ 447675 w 1608138"/>
              <a:gd name="connsiteY91" fmla="*/ 36513 h 1075928"/>
              <a:gd name="connsiteX92" fmla="*/ 500063 w 1608138"/>
              <a:gd name="connsiteY92" fmla="*/ 28575 h 1075928"/>
              <a:gd name="connsiteX93" fmla="*/ 549275 w 1608138"/>
              <a:gd name="connsiteY93" fmla="*/ 17463 h 1075928"/>
              <a:gd name="connsiteX94" fmla="*/ 595313 w 1608138"/>
              <a:gd name="connsiteY94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5 w 1608138"/>
              <a:gd name="connsiteY45" fmla="*/ 4763 h 1075928"/>
              <a:gd name="connsiteX46" fmla="*/ 644525 w 1608138"/>
              <a:gd name="connsiteY46" fmla="*/ 7938 h 1075928"/>
              <a:gd name="connsiteX47" fmla="*/ 663575 w 1608138"/>
              <a:gd name="connsiteY47" fmla="*/ 25400 h 1075928"/>
              <a:gd name="connsiteX48" fmla="*/ 676275 w 1608138"/>
              <a:gd name="connsiteY48" fmla="*/ 53975 h 1075928"/>
              <a:gd name="connsiteX49" fmla="*/ 676275 w 1608138"/>
              <a:gd name="connsiteY49" fmla="*/ 85725 h 1075928"/>
              <a:gd name="connsiteX50" fmla="*/ 666750 w 1608138"/>
              <a:gd name="connsiteY50" fmla="*/ 114300 h 1075928"/>
              <a:gd name="connsiteX51" fmla="*/ 649288 w 1608138"/>
              <a:gd name="connsiteY51" fmla="*/ 138113 h 1075928"/>
              <a:gd name="connsiteX52" fmla="*/ 617538 w 1608138"/>
              <a:gd name="connsiteY52" fmla="*/ 149225 h 1075928"/>
              <a:gd name="connsiteX53" fmla="*/ 585788 w 1608138"/>
              <a:gd name="connsiteY53" fmla="*/ 149225 h 1075928"/>
              <a:gd name="connsiteX54" fmla="*/ 550863 w 1608138"/>
              <a:gd name="connsiteY54" fmla="*/ 141288 h 1075928"/>
              <a:gd name="connsiteX55" fmla="*/ 517525 w 1608138"/>
              <a:gd name="connsiteY55" fmla="*/ 131763 h 1075928"/>
              <a:gd name="connsiteX56" fmla="*/ 479425 w 1608138"/>
              <a:gd name="connsiteY56" fmla="*/ 128588 h 1075928"/>
              <a:gd name="connsiteX57" fmla="*/ 441325 w 1608138"/>
              <a:gd name="connsiteY57" fmla="*/ 131763 h 1075928"/>
              <a:gd name="connsiteX58" fmla="*/ 360363 w 1608138"/>
              <a:gd name="connsiteY58" fmla="*/ 158750 h 1075928"/>
              <a:gd name="connsiteX59" fmla="*/ 292100 w 1608138"/>
              <a:gd name="connsiteY59" fmla="*/ 198438 h 1075928"/>
              <a:gd name="connsiteX60" fmla="*/ 231775 w 1608138"/>
              <a:gd name="connsiteY60" fmla="*/ 250825 h 1075928"/>
              <a:gd name="connsiteX61" fmla="*/ 182563 w 1608138"/>
              <a:gd name="connsiteY61" fmla="*/ 307975 h 1075928"/>
              <a:gd name="connsiteX62" fmla="*/ 141288 w 1608138"/>
              <a:gd name="connsiteY62" fmla="*/ 377825 h 1075928"/>
              <a:gd name="connsiteX63" fmla="*/ 109538 w 1608138"/>
              <a:gd name="connsiteY63" fmla="*/ 455613 h 1075928"/>
              <a:gd name="connsiteX64" fmla="*/ 98425 w 1608138"/>
              <a:gd name="connsiteY64" fmla="*/ 512763 h 1075928"/>
              <a:gd name="connsiteX65" fmla="*/ 92075 w 1608138"/>
              <a:gd name="connsiteY65" fmla="*/ 576263 h 1075928"/>
              <a:gd name="connsiteX66" fmla="*/ 95250 w 1608138"/>
              <a:gd name="connsiteY66" fmla="*/ 642938 h 1075928"/>
              <a:gd name="connsiteX67" fmla="*/ 101600 w 1608138"/>
              <a:gd name="connsiteY67" fmla="*/ 709613 h 1075928"/>
              <a:gd name="connsiteX68" fmla="*/ 109538 w 1608138"/>
              <a:gd name="connsiteY68" fmla="*/ 773113 h 1075928"/>
              <a:gd name="connsiteX69" fmla="*/ 123825 w 1608138"/>
              <a:gd name="connsiteY69" fmla="*/ 825500 h 1075928"/>
              <a:gd name="connsiteX70" fmla="*/ 161925 w 1608138"/>
              <a:gd name="connsiteY70" fmla="*/ 928688 h 1075928"/>
              <a:gd name="connsiteX71" fmla="*/ 207963 w 1608138"/>
              <a:gd name="connsiteY71" fmla="*/ 1030288 h 1075928"/>
              <a:gd name="connsiteX72" fmla="*/ 230783 w 1608138"/>
              <a:gd name="connsiteY72" fmla="*/ 1075928 h 1075928"/>
              <a:gd name="connsiteX73" fmla="*/ 119823 w 1608138"/>
              <a:gd name="connsiteY73" fmla="*/ 1075928 h 1075928"/>
              <a:gd name="connsiteX74" fmla="*/ 101600 w 1608138"/>
              <a:gd name="connsiteY74" fmla="*/ 1038225 h 1075928"/>
              <a:gd name="connsiteX75" fmla="*/ 60325 w 1608138"/>
              <a:gd name="connsiteY75" fmla="*/ 938213 h 1075928"/>
              <a:gd name="connsiteX76" fmla="*/ 28575 w 1608138"/>
              <a:gd name="connsiteY76" fmla="*/ 830263 h 1075928"/>
              <a:gd name="connsiteX77" fmla="*/ 14288 w 1608138"/>
              <a:gd name="connsiteY77" fmla="*/ 769938 h 1075928"/>
              <a:gd name="connsiteX78" fmla="*/ 6350 w 1608138"/>
              <a:gd name="connsiteY78" fmla="*/ 700088 h 1075928"/>
              <a:gd name="connsiteX79" fmla="*/ 0 w 1608138"/>
              <a:gd name="connsiteY79" fmla="*/ 628650 h 1075928"/>
              <a:gd name="connsiteX80" fmla="*/ 0 w 1608138"/>
              <a:gd name="connsiteY80" fmla="*/ 554038 h 1075928"/>
              <a:gd name="connsiteX81" fmla="*/ 9525 w 1608138"/>
              <a:gd name="connsiteY81" fmla="*/ 487363 h 1075928"/>
              <a:gd name="connsiteX82" fmla="*/ 23813 w 1608138"/>
              <a:gd name="connsiteY82" fmla="*/ 423863 h 1075928"/>
              <a:gd name="connsiteX83" fmla="*/ 52388 w 1608138"/>
              <a:gd name="connsiteY83" fmla="*/ 342900 h 1075928"/>
              <a:gd name="connsiteX84" fmla="*/ 95250 w 1608138"/>
              <a:gd name="connsiteY84" fmla="*/ 271463 h 1075928"/>
              <a:gd name="connsiteX85" fmla="*/ 144463 w 1608138"/>
              <a:gd name="connsiteY85" fmla="*/ 204788 h 1075928"/>
              <a:gd name="connsiteX86" fmla="*/ 204788 w 1608138"/>
              <a:gd name="connsiteY86" fmla="*/ 146050 h 1075928"/>
              <a:gd name="connsiteX87" fmla="*/ 271463 w 1608138"/>
              <a:gd name="connsiteY87" fmla="*/ 96838 h 1075928"/>
              <a:gd name="connsiteX88" fmla="*/ 346075 w 1608138"/>
              <a:gd name="connsiteY88" fmla="*/ 63500 h 1075928"/>
              <a:gd name="connsiteX89" fmla="*/ 395288 w 1608138"/>
              <a:gd name="connsiteY89" fmla="*/ 49213 h 1075928"/>
              <a:gd name="connsiteX90" fmla="*/ 447675 w 1608138"/>
              <a:gd name="connsiteY90" fmla="*/ 36513 h 1075928"/>
              <a:gd name="connsiteX91" fmla="*/ 500063 w 1608138"/>
              <a:gd name="connsiteY91" fmla="*/ 28575 h 1075928"/>
              <a:gd name="connsiteX92" fmla="*/ 549275 w 1608138"/>
              <a:gd name="connsiteY92" fmla="*/ 17463 h 1075928"/>
              <a:gd name="connsiteX93" fmla="*/ 595313 w 1608138"/>
              <a:gd name="connsiteY93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44525 w 1608138"/>
              <a:gd name="connsiteY46" fmla="*/ 7938 h 1075928"/>
              <a:gd name="connsiteX47" fmla="*/ 663575 w 1608138"/>
              <a:gd name="connsiteY47" fmla="*/ 25400 h 1075928"/>
              <a:gd name="connsiteX48" fmla="*/ 676275 w 1608138"/>
              <a:gd name="connsiteY48" fmla="*/ 53975 h 1075928"/>
              <a:gd name="connsiteX49" fmla="*/ 676275 w 1608138"/>
              <a:gd name="connsiteY49" fmla="*/ 85725 h 1075928"/>
              <a:gd name="connsiteX50" fmla="*/ 666750 w 1608138"/>
              <a:gd name="connsiteY50" fmla="*/ 114300 h 1075928"/>
              <a:gd name="connsiteX51" fmla="*/ 649288 w 1608138"/>
              <a:gd name="connsiteY51" fmla="*/ 138113 h 1075928"/>
              <a:gd name="connsiteX52" fmla="*/ 617538 w 1608138"/>
              <a:gd name="connsiteY52" fmla="*/ 149225 h 1075928"/>
              <a:gd name="connsiteX53" fmla="*/ 585788 w 1608138"/>
              <a:gd name="connsiteY53" fmla="*/ 149225 h 1075928"/>
              <a:gd name="connsiteX54" fmla="*/ 550863 w 1608138"/>
              <a:gd name="connsiteY54" fmla="*/ 141288 h 1075928"/>
              <a:gd name="connsiteX55" fmla="*/ 517525 w 1608138"/>
              <a:gd name="connsiteY55" fmla="*/ 131763 h 1075928"/>
              <a:gd name="connsiteX56" fmla="*/ 479425 w 1608138"/>
              <a:gd name="connsiteY56" fmla="*/ 128588 h 1075928"/>
              <a:gd name="connsiteX57" fmla="*/ 441325 w 1608138"/>
              <a:gd name="connsiteY57" fmla="*/ 131763 h 1075928"/>
              <a:gd name="connsiteX58" fmla="*/ 360363 w 1608138"/>
              <a:gd name="connsiteY58" fmla="*/ 158750 h 1075928"/>
              <a:gd name="connsiteX59" fmla="*/ 292100 w 1608138"/>
              <a:gd name="connsiteY59" fmla="*/ 198438 h 1075928"/>
              <a:gd name="connsiteX60" fmla="*/ 231775 w 1608138"/>
              <a:gd name="connsiteY60" fmla="*/ 250825 h 1075928"/>
              <a:gd name="connsiteX61" fmla="*/ 182563 w 1608138"/>
              <a:gd name="connsiteY61" fmla="*/ 307975 h 1075928"/>
              <a:gd name="connsiteX62" fmla="*/ 141288 w 1608138"/>
              <a:gd name="connsiteY62" fmla="*/ 377825 h 1075928"/>
              <a:gd name="connsiteX63" fmla="*/ 109538 w 1608138"/>
              <a:gd name="connsiteY63" fmla="*/ 455613 h 1075928"/>
              <a:gd name="connsiteX64" fmla="*/ 98425 w 1608138"/>
              <a:gd name="connsiteY64" fmla="*/ 512763 h 1075928"/>
              <a:gd name="connsiteX65" fmla="*/ 92075 w 1608138"/>
              <a:gd name="connsiteY65" fmla="*/ 576263 h 1075928"/>
              <a:gd name="connsiteX66" fmla="*/ 95250 w 1608138"/>
              <a:gd name="connsiteY66" fmla="*/ 642938 h 1075928"/>
              <a:gd name="connsiteX67" fmla="*/ 101600 w 1608138"/>
              <a:gd name="connsiteY67" fmla="*/ 709613 h 1075928"/>
              <a:gd name="connsiteX68" fmla="*/ 109538 w 1608138"/>
              <a:gd name="connsiteY68" fmla="*/ 773113 h 1075928"/>
              <a:gd name="connsiteX69" fmla="*/ 123825 w 1608138"/>
              <a:gd name="connsiteY69" fmla="*/ 825500 h 1075928"/>
              <a:gd name="connsiteX70" fmla="*/ 161925 w 1608138"/>
              <a:gd name="connsiteY70" fmla="*/ 928688 h 1075928"/>
              <a:gd name="connsiteX71" fmla="*/ 207963 w 1608138"/>
              <a:gd name="connsiteY71" fmla="*/ 1030288 h 1075928"/>
              <a:gd name="connsiteX72" fmla="*/ 230783 w 1608138"/>
              <a:gd name="connsiteY72" fmla="*/ 1075928 h 1075928"/>
              <a:gd name="connsiteX73" fmla="*/ 119823 w 1608138"/>
              <a:gd name="connsiteY73" fmla="*/ 1075928 h 1075928"/>
              <a:gd name="connsiteX74" fmla="*/ 101600 w 1608138"/>
              <a:gd name="connsiteY74" fmla="*/ 1038225 h 1075928"/>
              <a:gd name="connsiteX75" fmla="*/ 60325 w 1608138"/>
              <a:gd name="connsiteY75" fmla="*/ 938213 h 1075928"/>
              <a:gd name="connsiteX76" fmla="*/ 28575 w 1608138"/>
              <a:gd name="connsiteY76" fmla="*/ 830263 h 1075928"/>
              <a:gd name="connsiteX77" fmla="*/ 14288 w 1608138"/>
              <a:gd name="connsiteY77" fmla="*/ 769938 h 1075928"/>
              <a:gd name="connsiteX78" fmla="*/ 6350 w 1608138"/>
              <a:gd name="connsiteY78" fmla="*/ 700088 h 1075928"/>
              <a:gd name="connsiteX79" fmla="*/ 0 w 1608138"/>
              <a:gd name="connsiteY79" fmla="*/ 628650 h 1075928"/>
              <a:gd name="connsiteX80" fmla="*/ 0 w 1608138"/>
              <a:gd name="connsiteY80" fmla="*/ 554038 h 1075928"/>
              <a:gd name="connsiteX81" fmla="*/ 9525 w 1608138"/>
              <a:gd name="connsiteY81" fmla="*/ 487363 h 1075928"/>
              <a:gd name="connsiteX82" fmla="*/ 23813 w 1608138"/>
              <a:gd name="connsiteY82" fmla="*/ 423863 h 1075928"/>
              <a:gd name="connsiteX83" fmla="*/ 52388 w 1608138"/>
              <a:gd name="connsiteY83" fmla="*/ 342900 h 1075928"/>
              <a:gd name="connsiteX84" fmla="*/ 95250 w 1608138"/>
              <a:gd name="connsiteY84" fmla="*/ 271463 h 1075928"/>
              <a:gd name="connsiteX85" fmla="*/ 144463 w 1608138"/>
              <a:gd name="connsiteY85" fmla="*/ 204788 h 1075928"/>
              <a:gd name="connsiteX86" fmla="*/ 204788 w 1608138"/>
              <a:gd name="connsiteY86" fmla="*/ 146050 h 1075928"/>
              <a:gd name="connsiteX87" fmla="*/ 271463 w 1608138"/>
              <a:gd name="connsiteY87" fmla="*/ 96838 h 1075928"/>
              <a:gd name="connsiteX88" fmla="*/ 346075 w 1608138"/>
              <a:gd name="connsiteY88" fmla="*/ 63500 h 1075928"/>
              <a:gd name="connsiteX89" fmla="*/ 395288 w 1608138"/>
              <a:gd name="connsiteY89" fmla="*/ 49213 h 1075928"/>
              <a:gd name="connsiteX90" fmla="*/ 447675 w 1608138"/>
              <a:gd name="connsiteY90" fmla="*/ 36513 h 1075928"/>
              <a:gd name="connsiteX91" fmla="*/ 500063 w 1608138"/>
              <a:gd name="connsiteY91" fmla="*/ 28575 h 1075928"/>
              <a:gd name="connsiteX92" fmla="*/ 549275 w 1608138"/>
              <a:gd name="connsiteY92" fmla="*/ 17463 h 1075928"/>
              <a:gd name="connsiteX93" fmla="*/ 595313 w 1608138"/>
              <a:gd name="connsiteY93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63575 w 1608138"/>
              <a:gd name="connsiteY46" fmla="*/ 25400 h 1075928"/>
              <a:gd name="connsiteX47" fmla="*/ 676275 w 1608138"/>
              <a:gd name="connsiteY47" fmla="*/ 53975 h 1075928"/>
              <a:gd name="connsiteX48" fmla="*/ 676275 w 1608138"/>
              <a:gd name="connsiteY48" fmla="*/ 85725 h 1075928"/>
              <a:gd name="connsiteX49" fmla="*/ 666750 w 1608138"/>
              <a:gd name="connsiteY49" fmla="*/ 114300 h 1075928"/>
              <a:gd name="connsiteX50" fmla="*/ 649288 w 1608138"/>
              <a:gd name="connsiteY50" fmla="*/ 138113 h 1075928"/>
              <a:gd name="connsiteX51" fmla="*/ 617538 w 1608138"/>
              <a:gd name="connsiteY51" fmla="*/ 149225 h 1075928"/>
              <a:gd name="connsiteX52" fmla="*/ 585788 w 1608138"/>
              <a:gd name="connsiteY52" fmla="*/ 149225 h 1075928"/>
              <a:gd name="connsiteX53" fmla="*/ 550863 w 1608138"/>
              <a:gd name="connsiteY53" fmla="*/ 141288 h 1075928"/>
              <a:gd name="connsiteX54" fmla="*/ 517525 w 1608138"/>
              <a:gd name="connsiteY54" fmla="*/ 131763 h 1075928"/>
              <a:gd name="connsiteX55" fmla="*/ 479425 w 1608138"/>
              <a:gd name="connsiteY55" fmla="*/ 128588 h 1075928"/>
              <a:gd name="connsiteX56" fmla="*/ 441325 w 1608138"/>
              <a:gd name="connsiteY56" fmla="*/ 131763 h 1075928"/>
              <a:gd name="connsiteX57" fmla="*/ 360363 w 1608138"/>
              <a:gd name="connsiteY57" fmla="*/ 158750 h 1075928"/>
              <a:gd name="connsiteX58" fmla="*/ 292100 w 1608138"/>
              <a:gd name="connsiteY58" fmla="*/ 198438 h 1075928"/>
              <a:gd name="connsiteX59" fmla="*/ 231775 w 1608138"/>
              <a:gd name="connsiteY59" fmla="*/ 250825 h 1075928"/>
              <a:gd name="connsiteX60" fmla="*/ 182563 w 1608138"/>
              <a:gd name="connsiteY60" fmla="*/ 307975 h 1075928"/>
              <a:gd name="connsiteX61" fmla="*/ 141288 w 1608138"/>
              <a:gd name="connsiteY61" fmla="*/ 377825 h 1075928"/>
              <a:gd name="connsiteX62" fmla="*/ 109538 w 1608138"/>
              <a:gd name="connsiteY62" fmla="*/ 455613 h 1075928"/>
              <a:gd name="connsiteX63" fmla="*/ 98425 w 1608138"/>
              <a:gd name="connsiteY63" fmla="*/ 512763 h 1075928"/>
              <a:gd name="connsiteX64" fmla="*/ 92075 w 1608138"/>
              <a:gd name="connsiteY64" fmla="*/ 576263 h 1075928"/>
              <a:gd name="connsiteX65" fmla="*/ 95250 w 1608138"/>
              <a:gd name="connsiteY65" fmla="*/ 642938 h 1075928"/>
              <a:gd name="connsiteX66" fmla="*/ 101600 w 1608138"/>
              <a:gd name="connsiteY66" fmla="*/ 709613 h 1075928"/>
              <a:gd name="connsiteX67" fmla="*/ 109538 w 1608138"/>
              <a:gd name="connsiteY67" fmla="*/ 773113 h 1075928"/>
              <a:gd name="connsiteX68" fmla="*/ 123825 w 1608138"/>
              <a:gd name="connsiteY68" fmla="*/ 825500 h 1075928"/>
              <a:gd name="connsiteX69" fmla="*/ 161925 w 1608138"/>
              <a:gd name="connsiteY69" fmla="*/ 928688 h 1075928"/>
              <a:gd name="connsiteX70" fmla="*/ 207963 w 1608138"/>
              <a:gd name="connsiteY70" fmla="*/ 1030288 h 1075928"/>
              <a:gd name="connsiteX71" fmla="*/ 230783 w 1608138"/>
              <a:gd name="connsiteY71" fmla="*/ 1075928 h 1075928"/>
              <a:gd name="connsiteX72" fmla="*/ 119823 w 1608138"/>
              <a:gd name="connsiteY72" fmla="*/ 1075928 h 1075928"/>
              <a:gd name="connsiteX73" fmla="*/ 101600 w 1608138"/>
              <a:gd name="connsiteY73" fmla="*/ 1038225 h 1075928"/>
              <a:gd name="connsiteX74" fmla="*/ 60325 w 1608138"/>
              <a:gd name="connsiteY74" fmla="*/ 938213 h 1075928"/>
              <a:gd name="connsiteX75" fmla="*/ 28575 w 1608138"/>
              <a:gd name="connsiteY75" fmla="*/ 830263 h 1075928"/>
              <a:gd name="connsiteX76" fmla="*/ 14288 w 1608138"/>
              <a:gd name="connsiteY76" fmla="*/ 769938 h 1075928"/>
              <a:gd name="connsiteX77" fmla="*/ 6350 w 1608138"/>
              <a:gd name="connsiteY77" fmla="*/ 700088 h 1075928"/>
              <a:gd name="connsiteX78" fmla="*/ 0 w 1608138"/>
              <a:gd name="connsiteY78" fmla="*/ 628650 h 1075928"/>
              <a:gd name="connsiteX79" fmla="*/ 0 w 1608138"/>
              <a:gd name="connsiteY79" fmla="*/ 554038 h 1075928"/>
              <a:gd name="connsiteX80" fmla="*/ 9525 w 1608138"/>
              <a:gd name="connsiteY80" fmla="*/ 487363 h 1075928"/>
              <a:gd name="connsiteX81" fmla="*/ 23813 w 1608138"/>
              <a:gd name="connsiteY81" fmla="*/ 423863 h 1075928"/>
              <a:gd name="connsiteX82" fmla="*/ 52388 w 1608138"/>
              <a:gd name="connsiteY82" fmla="*/ 342900 h 1075928"/>
              <a:gd name="connsiteX83" fmla="*/ 95250 w 1608138"/>
              <a:gd name="connsiteY83" fmla="*/ 271463 h 1075928"/>
              <a:gd name="connsiteX84" fmla="*/ 144463 w 1608138"/>
              <a:gd name="connsiteY84" fmla="*/ 204788 h 1075928"/>
              <a:gd name="connsiteX85" fmla="*/ 204788 w 1608138"/>
              <a:gd name="connsiteY85" fmla="*/ 146050 h 1075928"/>
              <a:gd name="connsiteX86" fmla="*/ 271463 w 1608138"/>
              <a:gd name="connsiteY86" fmla="*/ 96838 h 1075928"/>
              <a:gd name="connsiteX87" fmla="*/ 346075 w 1608138"/>
              <a:gd name="connsiteY87" fmla="*/ 63500 h 1075928"/>
              <a:gd name="connsiteX88" fmla="*/ 395288 w 1608138"/>
              <a:gd name="connsiteY88" fmla="*/ 49213 h 1075928"/>
              <a:gd name="connsiteX89" fmla="*/ 447675 w 1608138"/>
              <a:gd name="connsiteY89" fmla="*/ 36513 h 1075928"/>
              <a:gd name="connsiteX90" fmla="*/ 500063 w 1608138"/>
              <a:gd name="connsiteY90" fmla="*/ 28575 h 1075928"/>
              <a:gd name="connsiteX91" fmla="*/ 549275 w 1608138"/>
              <a:gd name="connsiteY91" fmla="*/ 17463 h 1075928"/>
              <a:gd name="connsiteX92" fmla="*/ 595313 w 1608138"/>
              <a:gd name="connsiteY92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63575 w 1608138"/>
              <a:gd name="connsiteY46" fmla="*/ 25400 h 1075928"/>
              <a:gd name="connsiteX47" fmla="*/ 676275 w 1608138"/>
              <a:gd name="connsiteY47" fmla="*/ 53975 h 1075928"/>
              <a:gd name="connsiteX48" fmla="*/ 666750 w 1608138"/>
              <a:gd name="connsiteY48" fmla="*/ 114300 h 1075928"/>
              <a:gd name="connsiteX49" fmla="*/ 649288 w 1608138"/>
              <a:gd name="connsiteY49" fmla="*/ 138113 h 1075928"/>
              <a:gd name="connsiteX50" fmla="*/ 617538 w 1608138"/>
              <a:gd name="connsiteY50" fmla="*/ 149225 h 1075928"/>
              <a:gd name="connsiteX51" fmla="*/ 585788 w 1608138"/>
              <a:gd name="connsiteY51" fmla="*/ 149225 h 1075928"/>
              <a:gd name="connsiteX52" fmla="*/ 550863 w 1608138"/>
              <a:gd name="connsiteY52" fmla="*/ 141288 h 1075928"/>
              <a:gd name="connsiteX53" fmla="*/ 517525 w 1608138"/>
              <a:gd name="connsiteY53" fmla="*/ 131763 h 1075928"/>
              <a:gd name="connsiteX54" fmla="*/ 479425 w 1608138"/>
              <a:gd name="connsiteY54" fmla="*/ 128588 h 1075928"/>
              <a:gd name="connsiteX55" fmla="*/ 441325 w 1608138"/>
              <a:gd name="connsiteY55" fmla="*/ 131763 h 1075928"/>
              <a:gd name="connsiteX56" fmla="*/ 360363 w 1608138"/>
              <a:gd name="connsiteY56" fmla="*/ 158750 h 1075928"/>
              <a:gd name="connsiteX57" fmla="*/ 292100 w 1608138"/>
              <a:gd name="connsiteY57" fmla="*/ 198438 h 1075928"/>
              <a:gd name="connsiteX58" fmla="*/ 231775 w 1608138"/>
              <a:gd name="connsiteY58" fmla="*/ 250825 h 1075928"/>
              <a:gd name="connsiteX59" fmla="*/ 182563 w 1608138"/>
              <a:gd name="connsiteY59" fmla="*/ 307975 h 1075928"/>
              <a:gd name="connsiteX60" fmla="*/ 141288 w 1608138"/>
              <a:gd name="connsiteY60" fmla="*/ 377825 h 1075928"/>
              <a:gd name="connsiteX61" fmla="*/ 109538 w 1608138"/>
              <a:gd name="connsiteY61" fmla="*/ 455613 h 1075928"/>
              <a:gd name="connsiteX62" fmla="*/ 98425 w 1608138"/>
              <a:gd name="connsiteY62" fmla="*/ 512763 h 1075928"/>
              <a:gd name="connsiteX63" fmla="*/ 92075 w 1608138"/>
              <a:gd name="connsiteY63" fmla="*/ 576263 h 1075928"/>
              <a:gd name="connsiteX64" fmla="*/ 95250 w 1608138"/>
              <a:gd name="connsiteY64" fmla="*/ 642938 h 1075928"/>
              <a:gd name="connsiteX65" fmla="*/ 101600 w 1608138"/>
              <a:gd name="connsiteY65" fmla="*/ 709613 h 1075928"/>
              <a:gd name="connsiteX66" fmla="*/ 109538 w 1608138"/>
              <a:gd name="connsiteY66" fmla="*/ 773113 h 1075928"/>
              <a:gd name="connsiteX67" fmla="*/ 123825 w 1608138"/>
              <a:gd name="connsiteY67" fmla="*/ 825500 h 1075928"/>
              <a:gd name="connsiteX68" fmla="*/ 161925 w 1608138"/>
              <a:gd name="connsiteY68" fmla="*/ 928688 h 1075928"/>
              <a:gd name="connsiteX69" fmla="*/ 207963 w 1608138"/>
              <a:gd name="connsiteY69" fmla="*/ 1030288 h 1075928"/>
              <a:gd name="connsiteX70" fmla="*/ 230783 w 1608138"/>
              <a:gd name="connsiteY70" fmla="*/ 1075928 h 1075928"/>
              <a:gd name="connsiteX71" fmla="*/ 119823 w 1608138"/>
              <a:gd name="connsiteY71" fmla="*/ 1075928 h 1075928"/>
              <a:gd name="connsiteX72" fmla="*/ 101600 w 1608138"/>
              <a:gd name="connsiteY72" fmla="*/ 1038225 h 1075928"/>
              <a:gd name="connsiteX73" fmla="*/ 60325 w 1608138"/>
              <a:gd name="connsiteY73" fmla="*/ 938213 h 1075928"/>
              <a:gd name="connsiteX74" fmla="*/ 28575 w 1608138"/>
              <a:gd name="connsiteY74" fmla="*/ 830263 h 1075928"/>
              <a:gd name="connsiteX75" fmla="*/ 14288 w 1608138"/>
              <a:gd name="connsiteY75" fmla="*/ 769938 h 1075928"/>
              <a:gd name="connsiteX76" fmla="*/ 6350 w 1608138"/>
              <a:gd name="connsiteY76" fmla="*/ 700088 h 1075928"/>
              <a:gd name="connsiteX77" fmla="*/ 0 w 1608138"/>
              <a:gd name="connsiteY77" fmla="*/ 628650 h 1075928"/>
              <a:gd name="connsiteX78" fmla="*/ 0 w 1608138"/>
              <a:gd name="connsiteY78" fmla="*/ 554038 h 1075928"/>
              <a:gd name="connsiteX79" fmla="*/ 9525 w 1608138"/>
              <a:gd name="connsiteY79" fmla="*/ 487363 h 1075928"/>
              <a:gd name="connsiteX80" fmla="*/ 23813 w 1608138"/>
              <a:gd name="connsiteY80" fmla="*/ 423863 h 1075928"/>
              <a:gd name="connsiteX81" fmla="*/ 52388 w 1608138"/>
              <a:gd name="connsiteY81" fmla="*/ 342900 h 1075928"/>
              <a:gd name="connsiteX82" fmla="*/ 95250 w 1608138"/>
              <a:gd name="connsiteY82" fmla="*/ 271463 h 1075928"/>
              <a:gd name="connsiteX83" fmla="*/ 144463 w 1608138"/>
              <a:gd name="connsiteY83" fmla="*/ 204788 h 1075928"/>
              <a:gd name="connsiteX84" fmla="*/ 204788 w 1608138"/>
              <a:gd name="connsiteY84" fmla="*/ 146050 h 1075928"/>
              <a:gd name="connsiteX85" fmla="*/ 271463 w 1608138"/>
              <a:gd name="connsiteY85" fmla="*/ 96838 h 1075928"/>
              <a:gd name="connsiteX86" fmla="*/ 346075 w 1608138"/>
              <a:gd name="connsiteY86" fmla="*/ 63500 h 1075928"/>
              <a:gd name="connsiteX87" fmla="*/ 395288 w 1608138"/>
              <a:gd name="connsiteY87" fmla="*/ 49213 h 1075928"/>
              <a:gd name="connsiteX88" fmla="*/ 447675 w 1608138"/>
              <a:gd name="connsiteY88" fmla="*/ 36513 h 1075928"/>
              <a:gd name="connsiteX89" fmla="*/ 500063 w 1608138"/>
              <a:gd name="connsiteY89" fmla="*/ 28575 h 1075928"/>
              <a:gd name="connsiteX90" fmla="*/ 549275 w 1608138"/>
              <a:gd name="connsiteY90" fmla="*/ 17463 h 1075928"/>
              <a:gd name="connsiteX91" fmla="*/ 595313 w 1608138"/>
              <a:gd name="connsiteY91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66750 w 1608138"/>
              <a:gd name="connsiteY47" fmla="*/ 114300 h 1075928"/>
              <a:gd name="connsiteX48" fmla="*/ 649288 w 1608138"/>
              <a:gd name="connsiteY48" fmla="*/ 138113 h 1075928"/>
              <a:gd name="connsiteX49" fmla="*/ 617538 w 1608138"/>
              <a:gd name="connsiteY49" fmla="*/ 149225 h 1075928"/>
              <a:gd name="connsiteX50" fmla="*/ 585788 w 1608138"/>
              <a:gd name="connsiteY50" fmla="*/ 149225 h 1075928"/>
              <a:gd name="connsiteX51" fmla="*/ 550863 w 1608138"/>
              <a:gd name="connsiteY51" fmla="*/ 141288 h 1075928"/>
              <a:gd name="connsiteX52" fmla="*/ 517525 w 1608138"/>
              <a:gd name="connsiteY52" fmla="*/ 131763 h 1075928"/>
              <a:gd name="connsiteX53" fmla="*/ 479425 w 1608138"/>
              <a:gd name="connsiteY53" fmla="*/ 128588 h 1075928"/>
              <a:gd name="connsiteX54" fmla="*/ 441325 w 1608138"/>
              <a:gd name="connsiteY54" fmla="*/ 131763 h 1075928"/>
              <a:gd name="connsiteX55" fmla="*/ 360363 w 1608138"/>
              <a:gd name="connsiteY55" fmla="*/ 158750 h 1075928"/>
              <a:gd name="connsiteX56" fmla="*/ 292100 w 1608138"/>
              <a:gd name="connsiteY56" fmla="*/ 198438 h 1075928"/>
              <a:gd name="connsiteX57" fmla="*/ 231775 w 1608138"/>
              <a:gd name="connsiteY57" fmla="*/ 250825 h 1075928"/>
              <a:gd name="connsiteX58" fmla="*/ 182563 w 1608138"/>
              <a:gd name="connsiteY58" fmla="*/ 307975 h 1075928"/>
              <a:gd name="connsiteX59" fmla="*/ 141288 w 1608138"/>
              <a:gd name="connsiteY59" fmla="*/ 377825 h 1075928"/>
              <a:gd name="connsiteX60" fmla="*/ 109538 w 1608138"/>
              <a:gd name="connsiteY60" fmla="*/ 455613 h 1075928"/>
              <a:gd name="connsiteX61" fmla="*/ 98425 w 1608138"/>
              <a:gd name="connsiteY61" fmla="*/ 512763 h 1075928"/>
              <a:gd name="connsiteX62" fmla="*/ 92075 w 1608138"/>
              <a:gd name="connsiteY62" fmla="*/ 576263 h 1075928"/>
              <a:gd name="connsiteX63" fmla="*/ 95250 w 1608138"/>
              <a:gd name="connsiteY63" fmla="*/ 642938 h 1075928"/>
              <a:gd name="connsiteX64" fmla="*/ 101600 w 1608138"/>
              <a:gd name="connsiteY64" fmla="*/ 709613 h 1075928"/>
              <a:gd name="connsiteX65" fmla="*/ 109538 w 1608138"/>
              <a:gd name="connsiteY65" fmla="*/ 773113 h 1075928"/>
              <a:gd name="connsiteX66" fmla="*/ 123825 w 1608138"/>
              <a:gd name="connsiteY66" fmla="*/ 825500 h 1075928"/>
              <a:gd name="connsiteX67" fmla="*/ 161925 w 1608138"/>
              <a:gd name="connsiteY67" fmla="*/ 928688 h 1075928"/>
              <a:gd name="connsiteX68" fmla="*/ 207963 w 1608138"/>
              <a:gd name="connsiteY68" fmla="*/ 1030288 h 1075928"/>
              <a:gd name="connsiteX69" fmla="*/ 230783 w 1608138"/>
              <a:gd name="connsiteY69" fmla="*/ 1075928 h 1075928"/>
              <a:gd name="connsiteX70" fmla="*/ 119823 w 1608138"/>
              <a:gd name="connsiteY70" fmla="*/ 1075928 h 1075928"/>
              <a:gd name="connsiteX71" fmla="*/ 101600 w 1608138"/>
              <a:gd name="connsiteY71" fmla="*/ 1038225 h 1075928"/>
              <a:gd name="connsiteX72" fmla="*/ 60325 w 1608138"/>
              <a:gd name="connsiteY72" fmla="*/ 938213 h 1075928"/>
              <a:gd name="connsiteX73" fmla="*/ 28575 w 1608138"/>
              <a:gd name="connsiteY73" fmla="*/ 830263 h 1075928"/>
              <a:gd name="connsiteX74" fmla="*/ 14288 w 1608138"/>
              <a:gd name="connsiteY74" fmla="*/ 769938 h 1075928"/>
              <a:gd name="connsiteX75" fmla="*/ 6350 w 1608138"/>
              <a:gd name="connsiteY75" fmla="*/ 700088 h 1075928"/>
              <a:gd name="connsiteX76" fmla="*/ 0 w 1608138"/>
              <a:gd name="connsiteY76" fmla="*/ 628650 h 1075928"/>
              <a:gd name="connsiteX77" fmla="*/ 0 w 1608138"/>
              <a:gd name="connsiteY77" fmla="*/ 554038 h 1075928"/>
              <a:gd name="connsiteX78" fmla="*/ 9525 w 1608138"/>
              <a:gd name="connsiteY78" fmla="*/ 487363 h 1075928"/>
              <a:gd name="connsiteX79" fmla="*/ 23813 w 1608138"/>
              <a:gd name="connsiteY79" fmla="*/ 423863 h 1075928"/>
              <a:gd name="connsiteX80" fmla="*/ 52388 w 1608138"/>
              <a:gd name="connsiteY80" fmla="*/ 342900 h 1075928"/>
              <a:gd name="connsiteX81" fmla="*/ 95250 w 1608138"/>
              <a:gd name="connsiteY81" fmla="*/ 271463 h 1075928"/>
              <a:gd name="connsiteX82" fmla="*/ 144463 w 1608138"/>
              <a:gd name="connsiteY82" fmla="*/ 204788 h 1075928"/>
              <a:gd name="connsiteX83" fmla="*/ 204788 w 1608138"/>
              <a:gd name="connsiteY83" fmla="*/ 146050 h 1075928"/>
              <a:gd name="connsiteX84" fmla="*/ 271463 w 1608138"/>
              <a:gd name="connsiteY84" fmla="*/ 96838 h 1075928"/>
              <a:gd name="connsiteX85" fmla="*/ 346075 w 1608138"/>
              <a:gd name="connsiteY85" fmla="*/ 63500 h 1075928"/>
              <a:gd name="connsiteX86" fmla="*/ 395288 w 1608138"/>
              <a:gd name="connsiteY86" fmla="*/ 49213 h 1075928"/>
              <a:gd name="connsiteX87" fmla="*/ 447675 w 1608138"/>
              <a:gd name="connsiteY87" fmla="*/ 36513 h 1075928"/>
              <a:gd name="connsiteX88" fmla="*/ 500063 w 1608138"/>
              <a:gd name="connsiteY88" fmla="*/ 28575 h 1075928"/>
              <a:gd name="connsiteX89" fmla="*/ 549275 w 1608138"/>
              <a:gd name="connsiteY89" fmla="*/ 17463 h 1075928"/>
              <a:gd name="connsiteX90" fmla="*/ 595313 w 1608138"/>
              <a:gd name="connsiteY90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66750 w 1608138"/>
              <a:gd name="connsiteY47" fmla="*/ 114300 h 1075928"/>
              <a:gd name="connsiteX48" fmla="*/ 649288 w 1608138"/>
              <a:gd name="connsiteY48" fmla="*/ 138113 h 1075928"/>
              <a:gd name="connsiteX49" fmla="*/ 617538 w 1608138"/>
              <a:gd name="connsiteY49" fmla="*/ 149225 h 1075928"/>
              <a:gd name="connsiteX50" fmla="*/ 585788 w 1608138"/>
              <a:gd name="connsiteY50" fmla="*/ 149225 h 1075928"/>
              <a:gd name="connsiteX51" fmla="*/ 550863 w 1608138"/>
              <a:gd name="connsiteY51" fmla="*/ 141288 h 1075928"/>
              <a:gd name="connsiteX52" fmla="*/ 517525 w 1608138"/>
              <a:gd name="connsiteY52" fmla="*/ 131763 h 1075928"/>
              <a:gd name="connsiteX53" fmla="*/ 479425 w 1608138"/>
              <a:gd name="connsiteY53" fmla="*/ 128588 h 1075928"/>
              <a:gd name="connsiteX54" fmla="*/ 441325 w 1608138"/>
              <a:gd name="connsiteY54" fmla="*/ 131763 h 1075928"/>
              <a:gd name="connsiteX55" fmla="*/ 360363 w 1608138"/>
              <a:gd name="connsiteY55" fmla="*/ 158750 h 1075928"/>
              <a:gd name="connsiteX56" fmla="*/ 292100 w 1608138"/>
              <a:gd name="connsiteY56" fmla="*/ 198438 h 1075928"/>
              <a:gd name="connsiteX57" fmla="*/ 231775 w 1608138"/>
              <a:gd name="connsiteY57" fmla="*/ 250825 h 1075928"/>
              <a:gd name="connsiteX58" fmla="*/ 182563 w 1608138"/>
              <a:gd name="connsiteY58" fmla="*/ 307975 h 1075928"/>
              <a:gd name="connsiteX59" fmla="*/ 141288 w 1608138"/>
              <a:gd name="connsiteY59" fmla="*/ 377825 h 1075928"/>
              <a:gd name="connsiteX60" fmla="*/ 109538 w 1608138"/>
              <a:gd name="connsiteY60" fmla="*/ 455613 h 1075928"/>
              <a:gd name="connsiteX61" fmla="*/ 98425 w 1608138"/>
              <a:gd name="connsiteY61" fmla="*/ 512763 h 1075928"/>
              <a:gd name="connsiteX62" fmla="*/ 92075 w 1608138"/>
              <a:gd name="connsiteY62" fmla="*/ 576263 h 1075928"/>
              <a:gd name="connsiteX63" fmla="*/ 95250 w 1608138"/>
              <a:gd name="connsiteY63" fmla="*/ 642938 h 1075928"/>
              <a:gd name="connsiteX64" fmla="*/ 101600 w 1608138"/>
              <a:gd name="connsiteY64" fmla="*/ 709613 h 1075928"/>
              <a:gd name="connsiteX65" fmla="*/ 109538 w 1608138"/>
              <a:gd name="connsiteY65" fmla="*/ 773113 h 1075928"/>
              <a:gd name="connsiteX66" fmla="*/ 123825 w 1608138"/>
              <a:gd name="connsiteY66" fmla="*/ 825500 h 1075928"/>
              <a:gd name="connsiteX67" fmla="*/ 161925 w 1608138"/>
              <a:gd name="connsiteY67" fmla="*/ 928688 h 1075928"/>
              <a:gd name="connsiteX68" fmla="*/ 207963 w 1608138"/>
              <a:gd name="connsiteY68" fmla="*/ 1030288 h 1075928"/>
              <a:gd name="connsiteX69" fmla="*/ 230783 w 1608138"/>
              <a:gd name="connsiteY69" fmla="*/ 1075928 h 1075928"/>
              <a:gd name="connsiteX70" fmla="*/ 119823 w 1608138"/>
              <a:gd name="connsiteY70" fmla="*/ 1075928 h 1075928"/>
              <a:gd name="connsiteX71" fmla="*/ 101600 w 1608138"/>
              <a:gd name="connsiteY71" fmla="*/ 1038225 h 1075928"/>
              <a:gd name="connsiteX72" fmla="*/ 60325 w 1608138"/>
              <a:gd name="connsiteY72" fmla="*/ 938213 h 1075928"/>
              <a:gd name="connsiteX73" fmla="*/ 28575 w 1608138"/>
              <a:gd name="connsiteY73" fmla="*/ 830263 h 1075928"/>
              <a:gd name="connsiteX74" fmla="*/ 14288 w 1608138"/>
              <a:gd name="connsiteY74" fmla="*/ 769938 h 1075928"/>
              <a:gd name="connsiteX75" fmla="*/ 6350 w 1608138"/>
              <a:gd name="connsiteY75" fmla="*/ 700088 h 1075928"/>
              <a:gd name="connsiteX76" fmla="*/ 0 w 1608138"/>
              <a:gd name="connsiteY76" fmla="*/ 628650 h 1075928"/>
              <a:gd name="connsiteX77" fmla="*/ 0 w 1608138"/>
              <a:gd name="connsiteY77" fmla="*/ 554038 h 1075928"/>
              <a:gd name="connsiteX78" fmla="*/ 9525 w 1608138"/>
              <a:gd name="connsiteY78" fmla="*/ 487363 h 1075928"/>
              <a:gd name="connsiteX79" fmla="*/ 23813 w 1608138"/>
              <a:gd name="connsiteY79" fmla="*/ 423863 h 1075928"/>
              <a:gd name="connsiteX80" fmla="*/ 52388 w 1608138"/>
              <a:gd name="connsiteY80" fmla="*/ 342900 h 1075928"/>
              <a:gd name="connsiteX81" fmla="*/ 95250 w 1608138"/>
              <a:gd name="connsiteY81" fmla="*/ 271463 h 1075928"/>
              <a:gd name="connsiteX82" fmla="*/ 144463 w 1608138"/>
              <a:gd name="connsiteY82" fmla="*/ 204788 h 1075928"/>
              <a:gd name="connsiteX83" fmla="*/ 204788 w 1608138"/>
              <a:gd name="connsiteY83" fmla="*/ 146050 h 1075928"/>
              <a:gd name="connsiteX84" fmla="*/ 271463 w 1608138"/>
              <a:gd name="connsiteY84" fmla="*/ 96838 h 1075928"/>
              <a:gd name="connsiteX85" fmla="*/ 346075 w 1608138"/>
              <a:gd name="connsiteY85" fmla="*/ 63500 h 1075928"/>
              <a:gd name="connsiteX86" fmla="*/ 395288 w 1608138"/>
              <a:gd name="connsiteY86" fmla="*/ 49213 h 1075928"/>
              <a:gd name="connsiteX87" fmla="*/ 447675 w 1608138"/>
              <a:gd name="connsiteY87" fmla="*/ 36513 h 1075928"/>
              <a:gd name="connsiteX88" fmla="*/ 500063 w 1608138"/>
              <a:gd name="connsiteY88" fmla="*/ 28575 h 1075928"/>
              <a:gd name="connsiteX89" fmla="*/ 549275 w 1608138"/>
              <a:gd name="connsiteY89" fmla="*/ 17463 h 1075928"/>
              <a:gd name="connsiteX90" fmla="*/ 595313 w 1608138"/>
              <a:gd name="connsiteY90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66750 w 1608138"/>
              <a:gd name="connsiteY47" fmla="*/ 114300 h 1075928"/>
              <a:gd name="connsiteX48" fmla="*/ 649288 w 1608138"/>
              <a:gd name="connsiteY48" fmla="*/ 138113 h 1075928"/>
              <a:gd name="connsiteX49" fmla="*/ 617538 w 1608138"/>
              <a:gd name="connsiteY49" fmla="*/ 149225 h 1075928"/>
              <a:gd name="connsiteX50" fmla="*/ 585788 w 1608138"/>
              <a:gd name="connsiteY50" fmla="*/ 149225 h 1075928"/>
              <a:gd name="connsiteX51" fmla="*/ 550863 w 1608138"/>
              <a:gd name="connsiteY51" fmla="*/ 141288 h 1075928"/>
              <a:gd name="connsiteX52" fmla="*/ 517525 w 1608138"/>
              <a:gd name="connsiteY52" fmla="*/ 131763 h 1075928"/>
              <a:gd name="connsiteX53" fmla="*/ 479425 w 1608138"/>
              <a:gd name="connsiteY53" fmla="*/ 128588 h 1075928"/>
              <a:gd name="connsiteX54" fmla="*/ 441325 w 1608138"/>
              <a:gd name="connsiteY54" fmla="*/ 131763 h 1075928"/>
              <a:gd name="connsiteX55" fmla="*/ 360363 w 1608138"/>
              <a:gd name="connsiteY55" fmla="*/ 158750 h 1075928"/>
              <a:gd name="connsiteX56" fmla="*/ 292100 w 1608138"/>
              <a:gd name="connsiteY56" fmla="*/ 198438 h 1075928"/>
              <a:gd name="connsiteX57" fmla="*/ 231775 w 1608138"/>
              <a:gd name="connsiteY57" fmla="*/ 250825 h 1075928"/>
              <a:gd name="connsiteX58" fmla="*/ 182563 w 1608138"/>
              <a:gd name="connsiteY58" fmla="*/ 307975 h 1075928"/>
              <a:gd name="connsiteX59" fmla="*/ 141288 w 1608138"/>
              <a:gd name="connsiteY59" fmla="*/ 377825 h 1075928"/>
              <a:gd name="connsiteX60" fmla="*/ 109538 w 1608138"/>
              <a:gd name="connsiteY60" fmla="*/ 455613 h 1075928"/>
              <a:gd name="connsiteX61" fmla="*/ 98425 w 1608138"/>
              <a:gd name="connsiteY61" fmla="*/ 512763 h 1075928"/>
              <a:gd name="connsiteX62" fmla="*/ 92075 w 1608138"/>
              <a:gd name="connsiteY62" fmla="*/ 576263 h 1075928"/>
              <a:gd name="connsiteX63" fmla="*/ 95250 w 1608138"/>
              <a:gd name="connsiteY63" fmla="*/ 642938 h 1075928"/>
              <a:gd name="connsiteX64" fmla="*/ 101600 w 1608138"/>
              <a:gd name="connsiteY64" fmla="*/ 709613 h 1075928"/>
              <a:gd name="connsiteX65" fmla="*/ 109538 w 1608138"/>
              <a:gd name="connsiteY65" fmla="*/ 773113 h 1075928"/>
              <a:gd name="connsiteX66" fmla="*/ 123825 w 1608138"/>
              <a:gd name="connsiteY66" fmla="*/ 825500 h 1075928"/>
              <a:gd name="connsiteX67" fmla="*/ 161925 w 1608138"/>
              <a:gd name="connsiteY67" fmla="*/ 928688 h 1075928"/>
              <a:gd name="connsiteX68" fmla="*/ 207963 w 1608138"/>
              <a:gd name="connsiteY68" fmla="*/ 1030288 h 1075928"/>
              <a:gd name="connsiteX69" fmla="*/ 230783 w 1608138"/>
              <a:gd name="connsiteY69" fmla="*/ 1075928 h 1075928"/>
              <a:gd name="connsiteX70" fmla="*/ 119823 w 1608138"/>
              <a:gd name="connsiteY70" fmla="*/ 1075928 h 1075928"/>
              <a:gd name="connsiteX71" fmla="*/ 101600 w 1608138"/>
              <a:gd name="connsiteY71" fmla="*/ 1038225 h 1075928"/>
              <a:gd name="connsiteX72" fmla="*/ 60325 w 1608138"/>
              <a:gd name="connsiteY72" fmla="*/ 938213 h 1075928"/>
              <a:gd name="connsiteX73" fmla="*/ 28575 w 1608138"/>
              <a:gd name="connsiteY73" fmla="*/ 830263 h 1075928"/>
              <a:gd name="connsiteX74" fmla="*/ 14288 w 1608138"/>
              <a:gd name="connsiteY74" fmla="*/ 769938 h 1075928"/>
              <a:gd name="connsiteX75" fmla="*/ 6350 w 1608138"/>
              <a:gd name="connsiteY75" fmla="*/ 700088 h 1075928"/>
              <a:gd name="connsiteX76" fmla="*/ 0 w 1608138"/>
              <a:gd name="connsiteY76" fmla="*/ 628650 h 1075928"/>
              <a:gd name="connsiteX77" fmla="*/ 0 w 1608138"/>
              <a:gd name="connsiteY77" fmla="*/ 554038 h 1075928"/>
              <a:gd name="connsiteX78" fmla="*/ 9525 w 1608138"/>
              <a:gd name="connsiteY78" fmla="*/ 487363 h 1075928"/>
              <a:gd name="connsiteX79" fmla="*/ 23813 w 1608138"/>
              <a:gd name="connsiteY79" fmla="*/ 423863 h 1075928"/>
              <a:gd name="connsiteX80" fmla="*/ 52388 w 1608138"/>
              <a:gd name="connsiteY80" fmla="*/ 342900 h 1075928"/>
              <a:gd name="connsiteX81" fmla="*/ 95250 w 1608138"/>
              <a:gd name="connsiteY81" fmla="*/ 271463 h 1075928"/>
              <a:gd name="connsiteX82" fmla="*/ 144463 w 1608138"/>
              <a:gd name="connsiteY82" fmla="*/ 204788 h 1075928"/>
              <a:gd name="connsiteX83" fmla="*/ 204788 w 1608138"/>
              <a:gd name="connsiteY83" fmla="*/ 146050 h 1075928"/>
              <a:gd name="connsiteX84" fmla="*/ 271463 w 1608138"/>
              <a:gd name="connsiteY84" fmla="*/ 96838 h 1075928"/>
              <a:gd name="connsiteX85" fmla="*/ 346075 w 1608138"/>
              <a:gd name="connsiteY85" fmla="*/ 63500 h 1075928"/>
              <a:gd name="connsiteX86" fmla="*/ 395288 w 1608138"/>
              <a:gd name="connsiteY86" fmla="*/ 49213 h 1075928"/>
              <a:gd name="connsiteX87" fmla="*/ 447675 w 1608138"/>
              <a:gd name="connsiteY87" fmla="*/ 36513 h 1075928"/>
              <a:gd name="connsiteX88" fmla="*/ 500063 w 1608138"/>
              <a:gd name="connsiteY88" fmla="*/ 28575 h 1075928"/>
              <a:gd name="connsiteX89" fmla="*/ 549275 w 1608138"/>
              <a:gd name="connsiteY89" fmla="*/ 17463 h 1075928"/>
              <a:gd name="connsiteX90" fmla="*/ 595313 w 1608138"/>
              <a:gd name="connsiteY90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49288 w 1608138"/>
              <a:gd name="connsiteY47" fmla="*/ 138113 h 1075928"/>
              <a:gd name="connsiteX48" fmla="*/ 617538 w 1608138"/>
              <a:gd name="connsiteY48" fmla="*/ 149225 h 1075928"/>
              <a:gd name="connsiteX49" fmla="*/ 585788 w 1608138"/>
              <a:gd name="connsiteY49" fmla="*/ 149225 h 1075928"/>
              <a:gd name="connsiteX50" fmla="*/ 550863 w 1608138"/>
              <a:gd name="connsiteY50" fmla="*/ 141288 h 1075928"/>
              <a:gd name="connsiteX51" fmla="*/ 517525 w 1608138"/>
              <a:gd name="connsiteY51" fmla="*/ 131763 h 1075928"/>
              <a:gd name="connsiteX52" fmla="*/ 479425 w 1608138"/>
              <a:gd name="connsiteY52" fmla="*/ 128588 h 1075928"/>
              <a:gd name="connsiteX53" fmla="*/ 441325 w 1608138"/>
              <a:gd name="connsiteY53" fmla="*/ 131763 h 1075928"/>
              <a:gd name="connsiteX54" fmla="*/ 360363 w 1608138"/>
              <a:gd name="connsiteY54" fmla="*/ 158750 h 1075928"/>
              <a:gd name="connsiteX55" fmla="*/ 292100 w 1608138"/>
              <a:gd name="connsiteY55" fmla="*/ 198438 h 1075928"/>
              <a:gd name="connsiteX56" fmla="*/ 231775 w 1608138"/>
              <a:gd name="connsiteY56" fmla="*/ 250825 h 1075928"/>
              <a:gd name="connsiteX57" fmla="*/ 182563 w 1608138"/>
              <a:gd name="connsiteY57" fmla="*/ 307975 h 1075928"/>
              <a:gd name="connsiteX58" fmla="*/ 141288 w 1608138"/>
              <a:gd name="connsiteY58" fmla="*/ 377825 h 1075928"/>
              <a:gd name="connsiteX59" fmla="*/ 109538 w 1608138"/>
              <a:gd name="connsiteY59" fmla="*/ 455613 h 1075928"/>
              <a:gd name="connsiteX60" fmla="*/ 98425 w 1608138"/>
              <a:gd name="connsiteY60" fmla="*/ 512763 h 1075928"/>
              <a:gd name="connsiteX61" fmla="*/ 92075 w 1608138"/>
              <a:gd name="connsiteY61" fmla="*/ 576263 h 1075928"/>
              <a:gd name="connsiteX62" fmla="*/ 95250 w 1608138"/>
              <a:gd name="connsiteY62" fmla="*/ 642938 h 1075928"/>
              <a:gd name="connsiteX63" fmla="*/ 101600 w 1608138"/>
              <a:gd name="connsiteY63" fmla="*/ 709613 h 1075928"/>
              <a:gd name="connsiteX64" fmla="*/ 109538 w 1608138"/>
              <a:gd name="connsiteY64" fmla="*/ 773113 h 1075928"/>
              <a:gd name="connsiteX65" fmla="*/ 123825 w 1608138"/>
              <a:gd name="connsiteY65" fmla="*/ 825500 h 1075928"/>
              <a:gd name="connsiteX66" fmla="*/ 161925 w 1608138"/>
              <a:gd name="connsiteY66" fmla="*/ 928688 h 1075928"/>
              <a:gd name="connsiteX67" fmla="*/ 207963 w 1608138"/>
              <a:gd name="connsiteY67" fmla="*/ 1030288 h 1075928"/>
              <a:gd name="connsiteX68" fmla="*/ 230783 w 1608138"/>
              <a:gd name="connsiteY68" fmla="*/ 1075928 h 1075928"/>
              <a:gd name="connsiteX69" fmla="*/ 119823 w 1608138"/>
              <a:gd name="connsiteY69" fmla="*/ 1075928 h 1075928"/>
              <a:gd name="connsiteX70" fmla="*/ 101600 w 1608138"/>
              <a:gd name="connsiteY70" fmla="*/ 1038225 h 1075928"/>
              <a:gd name="connsiteX71" fmla="*/ 60325 w 1608138"/>
              <a:gd name="connsiteY71" fmla="*/ 938213 h 1075928"/>
              <a:gd name="connsiteX72" fmla="*/ 28575 w 1608138"/>
              <a:gd name="connsiteY72" fmla="*/ 830263 h 1075928"/>
              <a:gd name="connsiteX73" fmla="*/ 14288 w 1608138"/>
              <a:gd name="connsiteY73" fmla="*/ 769938 h 1075928"/>
              <a:gd name="connsiteX74" fmla="*/ 6350 w 1608138"/>
              <a:gd name="connsiteY74" fmla="*/ 700088 h 1075928"/>
              <a:gd name="connsiteX75" fmla="*/ 0 w 1608138"/>
              <a:gd name="connsiteY75" fmla="*/ 628650 h 1075928"/>
              <a:gd name="connsiteX76" fmla="*/ 0 w 1608138"/>
              <a:gd name="connsiteY76" fmla="*/ 554038 h 1075928"/>
              <a:gd name="connsiteX77" fmla="*/ 9525 w 1608138"/>
              <a:gd name="connsiteY77" fmla="*/ 487363 h 1075928"/>
              <a:gd name="connsiteX78" fmla="*/ 23813 w 1608138"/>
              <a:gd name="connsiteY78" fmla="*/ 423863 h 1075928"/>
              <a:gd name="connsiteX79" fmla="*/ 52388 w 1608138"/>
              <a:gd name="connsiteY79" fmla="*/ 342900 h 1075928"/>
              <a:gd name="connsiteX80" fmla="*/ 95250 w 1608138"/>
              <a:gd name="connsiteY80" fmla="*/ 271463 h 1075928"/>
              <a:gd name="connsiteX81" fmla="*/ 144463 w 1608138"/>
              <a:gd name="connsiteY81" fmla="*/ 204788 h 1075928"/>
              <a:gd name="connsiteX82" fmla="*/ 204788 w 1608138"/>
              <a:gd name="connsiteY82" fmla="*/ 146050 h 1075928"/>
              <a:gd name="connsiteX83" fmla="*/ 271463 w 1608138"/>
              <a:gd name="connsiteY83" fmla="*/ 96838 h 1075928"/>
              <a:gd name="connsiteX84" fmla="*/ 346075 w 1608138"/>
              <a:gd name="connsiteY84" fmla="*/ 63500 h 1075928"/>
              <a:gd name="connsiteX85" fmla="*/ 395288 w 1608138"/>
              <a:gd name="connsiteY85" fmla="*/ 49213 h 1075928"/>
              <a:gd name="connsiteX86" fmla="*/ 447675 w 1608138"/>
              <a:gd name="connsiteY86" fmla="*/ 36513 h 1075928"/>
              <a:gd name="connsiteX87" fmla="*/ 500063 w 1608138"/>
              <a:gd name="connsiteY87" fmla="*/ 28575 h 1075928"/>
              <a:gd name="connsiteX88" fmla="*/ 549275 w 1608138"/>
              <a:gd name="connsiteY88" fmla="*/ 17463 h 1075928"/>
              <a:gd name="connsiteX89" fmla="*/ 595313 w 1608138"/>
              <a:gd name="connsiteY89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49288 w 1608138"/>
              <a:gd name="connsiteY47" fmla="*/ 138113 h 1075928"/>
              <a:gd name="connsiteX48" fmla="*/ 617538 w 1608138"/>
              <a:gd name="connsiteY48" fmla="*/ 149225 h 1075928"/>
              <a:gd name="connsiteX49" fmla="*/ 585788 w 1608138"/>
              <a:gd name="connsiteY49" fmla="*/ 149225 h 1075928"/>
              <a:gd name="connsiteX50" fmla="*/ 550863 w 1608138"/>
              <a:gd name="connsiteY50" fmla="*/ 141288 h 1075928"/>
              <a:gd name="connsiteX51" fmla="*/ 517525 w 1608138"/>
              <a:gd name="connsiteY51" fmla="*/ 131763 h 1075928"/>
              <a:gd name="connsiteX52" fmla="*/ 479425 w 1608138"/>
              <a:gd name="connsiteY52" fmla="*/ 128588 h 1075928"/>
              <a:gd name="connsiteX53" fmla="*/ 441325 w 1608138"/>
              <a:gd name="connsiteY53" fmla="*/ 131763 h 1075928"/>
              <a:gd name="connsiteX54" fmla="*/ 360363 w 1608138"/>
              <a:gd name="connsiteY54" fmla="*/ 158750 h 1075928"/>
              <a:gd name="connsiteX55" fmla="*/ 292100 w 1608138"/>
              <a:gd name="connsiteY55" fmla="*/ 198438 h 1075928"/>
              <a:gd name="connsiteX56" fmla="*/ 231775 w 1608138"/>
              <a:gd name="connsiteY56" fmla="*/ 250825 h 1075928"/>
              <a:gd name="connsiteX57" fmla="*/ 182563 w 1608138"/>
              <a:gd name="connsiteY57" fmla="*/ 307975 h 1075928"/>
              <a:gd name="connsiteX58" fmla="*/ 141288 w 1608138"/>
              <a:gd name="connsiteY58" fmla="*/ 377825 h 1075928"/>
              <a:gd name="connsiteX59" fmla="*/ 109538 w 1608138"/>
              <a:gd name="connsiteY59" fmla="*/ 455613 h 1075928"/>
              <a:gd name="connsiteX60" fmla="*/ 98425 w 1608138"/>
              <a:gd name="connsiteY60" fmla="*/ 512763 h 1075928"/>
              <a:gd name="connsiteX61" fmla="*/ 92075 w 1608138"/>
              <a:gd name="connsiteY61" fmla="*/ 576263 h 1075928"/>
              <a:gd name="connsiteX62" fmla="*/ 95250 w 1608138"/>
              <a:gd name="connsiteY62" fmla="*/ 642938 h 1075928"/>
              <a:gd name="connsiteX63" fmla="*/ 101600 w 1608138"/>
              <a:gd name="connsiteY63" fmla="*/ 709613 h 1075928"/>
              <a:gd name="connsiteX64" fmla="*/ 109538 w 1608138"/>
              <a:gd name="connsiteY64" fmla="*/ 773113 h 1075928"/>
              <a:gd name="connsiteX65" fmla="*/ 123825 w 1608138"/>
              <a:gd name="connsiteY65" fmla="*/ 825500 h 1075928"/>
              <a:gd name="connsiteX66" fmla="*/ 161925 w 1608138"/>
              <a:gd name="connsiteY66" fmla="*/ 928688 h 1075928"/>
              <a:gd name="connsiteX67" fmla="*/ 207963 w 1608138"/>
              <a:gd name="connsiteY67" fmla="*/ 1030288 h 1075928"/>
              <a:gd name="connsiteX68" fmla="*/ 230783 w 1608138"/>
              <a:gd name="connsiteY68" fmla="*/ 1075928 h 1075928"/>
              <a:gd name="connsiteX69" fmla="*/ 119823 w 1608138"/>
              <a:gd name="connsiteY69" fmla="*/ 1075928 h 1075928"/>
              <a:gd name="connsiteX70" fmla="*/ 101600 w 1608138"/>
              <a:gd name="connsiteY70" fmla="*/ 1038225 h 1075928"/>
              <a:gd name="connsiteX71" fmla="*/ 60325 w 1608138"/>
              <a:gd name="connsiteY71" fmla="*/ 938213 h 1075928"/>
              <a:gd name="connsiteX72" fmla="*/ 28575 w 1608138"/>
              <a:gd name="connsiteY72" fmla="*/ 830263 h 1075928"/>
              <a:gd name="connsiteX73" fmla="*/ 14288 w 1608138"/>
              <a:gd name="connsiteY73" fmla="*/ 769938 h 1075928"/>
              <a:gd name="connsiteX74" fmla="*/ 6350 w 1608138"/>
              <a:gd name="connsiteY74" fmla="*/ 700088 h 1075928"/>
              <a:gd name="connsiteX75" fmla="*/ 0 w 1608138"/>
              <a:gd name="connsiteY75" fmla="*/ 628650 h 1075928"/>
              <a:gd name="connsiteX76" fmla="*/ 0 w 1608138"/>
              <a:gd name="connsiteY76" fmla="*/ 554038 h 1075928"/>
              <a:gd name="connsiteX77" fmla="*/ 9525 w 1608138"/>
              <a:gd name="connsiteY77" fmla="*/ 487363 h 1075928"/>
              <a:gd name="connsiteX78" fmla="*/ 23813 w 1608138"/>
              <a:gd name="connsiteY78" fmla="*/ 423863 h 1075928"/>
              <a:gd name="connsiteX79" fmla="*/ 52388 w 1608138"/>
              <a:gd name="connsiteY79" fmla="*/ 342900 h 1075928"/>
              <a:gd name="connsiteX80" fmla="*/ 95250 w 1608138"/>
              <a:gd name="connsiteY80" fmla="*/ 271463 h 1075928"/>
              <a:gd name="connsiteX81" fmla="*/ 144463 w 1608138"/>
              <a:gd name="connsiteY81" fmla="*/ 204788 h 1075928"/>
              <a:gd name="connsiteX82" fmla="*/ 204788 w 1608138"/>
              <a:gd name="connsiteY82" fmla="*/ 146050 h 1075928"/>
              <a:gd name="connsiteX83" fmla="*/ 271463 w 1608138"/>
              <a:gd name="connsiteY83" fmla="*/ 96838 h 1075928"/>
              <a:gd name="connsiteX84" fmla="*/ 346075 w 1608138"/>
              <a:gd name="connsiteY84" fmla="*/ 63500 h 1075928"/>
              <a:gd name="connsiteX85" fmla="*/ 395288 w 1608138"/>
              <a:gd name="connsiteY85" fmla="*/ 49213 h 1075928"/>
              <a:gd name="connsiteX86" fmla="*/ 447675 w 1608138"/>
              <a:gd name="connsiteY86" fmla="*/ 36513 h 1075928"/>
              <a:gd name="connsiteX87" fmla="*/ 500063 w 1608138"/>
              <a:gd name="connsiteY87" fmla="*/ 28575 h 1075928"/>
              <a:gd name="connsiteX88" fmla="*/ 549275 w 1608138"/>
              <a:gd name="connsiteY88" fmla="*/ 17463 h 1075928"/>
              <a:gd name="connsiteX89" fmla="*/ 595313 w 1608138"/>
              <a:gd name="connsiteY89" fmla="*/ 0 h 1075928"/>
              <a:gd name="connsiteX0" fmla="*/ 1012825 w 1608138"/>
              <a:gd name="connsiteY0" fmla="*/ 4763 h 1075928"/>
              <a:gd name="connsiteX1" fmla="*/ 1062038 w 1608138"/>
              <a:gd name="connsiteY1" fmla="*/ 4763 h 1075928"/>
              <a:gd name="connsiteX2" fmla="*/ 1108075 w 1608138"/>
              <a:gd name="connsiteY2" fmla="*/ 17463 h 1075928"/>
              <a:gd name="connsiteX3" fmla="*/ 1157288 w 1608138"/>
              <a:gd name="connsiteY3" fmla="*/ 36513 h 1075928"/>
              <a:gd name="connsiteX4" fmla="*/ 1201738 w 1608138"/>
              <a:gd name="connsiteY4" fmla="*/ 57150 h 1075928"/>
              <a:gd name="connsiteX5" fmla="*/ 1241425 w 1608138"/>
              <a:gd name="connsiteY5" fmla="*/ 74613 h 1075928"/>
              <a:gd name="connsiteX6" fmla="*/ 1301750 w 1608138"/>
              <a:gd name="connsiteY6" fmla="*/ 106363 h 1075928"/>
              <a:gd name="connsiteX7" fmla="*/ 1365250 w 1608138"/>
              <a:gd name="connsiteY7" fmla="*/ 149225 h 1075928"/>
              <a:gd name="connsiteX8" fmla="*/ 1423988 w 1608138"/>
              <a:gd name="connsiteY8" fmla="*/ 198438 h 1075928"/>
              <a:gd name="connsiteX9" fmla="*/ 1474788 w 1608138"/>
              <a:gd name="connsiteY9" fmla="*/ 258763 h 1075928"/>
              <a:gd name="connsiteX10" fmla="*/ 1520826 w 1608138"/>
              <a:gd name="connsiteY10" fmla="*/ 328613 h 1075928"/>
              <a:gd name="connsiteX11" fmla="*/ 1558926 w 1608138"/>
              <a:gd name="connsiteY11" fmla="*/ 406400 h 1075928"/>
              <a:gd name="connsiteX12" fmla="*/ 1587501 w 1608138"/>
              <a:gd name="connsiteY12" fmla="*/ 490538 h 1075928"/>
              <a:gd name="connsiteX13" fmla="*/ 1604963 w 1608138"/>
              <a:gd name="connsiteY13" fmla="*/ 579438 h 1075928"/>
              <a:gd name="connsiteX14" fmla="*/ 1608138 w 1608138"/>
              <a:gd name="connsiteY14" fmla="*/ 677863 h 1075928"/>
              <a:gd name="connsiteX15" fmla="*/ 1597026 w 1608138"/>
              <a:gd name="connsiteY15" fmla="*/ 779463 h 1075928"/>
              <a:gd name="connsiteX16" fmla="*/ 1576388 w 1608138"/>
              <a:gd name="connsiteY16" fmla="*/ 865188 h 1075928"/>
              <a:gd name="connsiteX17" fmla="*/ 1547813 w 1608138"/>
              <a:gd name="connsiteY17" fmla="*/ 942975 h 1075928"/>
              <a:gd name="connsiteX18" fmla="*/ 1516063 w 1608138"/>
              <a:gd name="connsiteY18" fmla="*/ 1017588 h 1075928"/>
              <a:gd name="connsiteX19" fmla="*/ 1486893 w 1608138"/>
              <a:gd name="connsiteY19" fmla="*/ 1075928 h 1075928"/>
              <a:gd name="connsiteX20" fmla="*/ 1381632 w 1608138"/>
              <a:gd name="connsiteY20" fmla="*/ 1075928 h 1075928"/>
              <a:gd name="connsiteX21" fmla="*/ 1495426 w 1608138"/>
              <a:gd name="connsiteY21" fmla="*/ 830263 h 1075928"/>
              <a:gd name="connsiteX22" fmla="*/ 1506538 w 1608138"/>
              <a:gd name="connsiteY22" fmla="*/ 762000 h 1075928"/>
              <a:gd name="connsiteX23" fmla="*/ 1509713 w 1608138"/>
              <a:gd name="connsiteY23" fmla="*/ 685800 h 1075928"/>
              <a:gd name="connsiteX24" fmla="*/ 1506538 w 1608138"/>
              <a:gd name="connsiteY24" fmla="*/ 608013 h 1075928"/>
              <a:gd name="connsiteX25" fmla="*/ 1495426 w 1608138"/>
              <a:gd name="connsiteY25" fmla="*/ 536575 h 1075928"/>
              <a:gd name="connsiteX26" fmla="*/ 1477963 w 1608138"/>
              <a:gd name="connsiteY26" fmla="*/ 466725 h 1075928"/>
              <a:gd name="connsiteX27" fmla="*/ 1457326 w 1608138"/>
              <a:gd name="connsiteY27" fmla="*/ 403225 h 1075928"/>
              <a:gd name="connsiteX28" fmla="*/ 1431926 w 1608138"/>
              <a:gd name="connsiteY28" fmla="*/ 354013 h 1075928"/>
              <a:gd name="connsiteX29" fmla="*/ 1389063 w 1608138"/>
              <a:gd name="connsiteY29" fmla="*/ 296863 h 1075928"/>
              <a:gd name="connsiteX30" fmla="*/ 1336675 w 1608138"/>
              <a:gd name="connsiteY30" fmla="*/ 239713 h 1075928"/>
              <a:gd name="connsiteX31" fmla="*/ 1273175 w 1608138"/>
              <a:gd name="connsiteY31" fmla="*/ 190500 h 1075928"/>
              <a:gd name="connsiteX32" fmla="*/ 1201738 w 1608138"/>
              <a:gd name="connsiteY32" fmla="*/ 149225 h 1075928"/>
              <a:gd name="connsiteX33" fmla="*/ 1125538 w 1608138"/>
              <a:gd name="connsiteY33" fmla="*/ 127000 h 1075928"/>
              <a:gd name="connsiteX34" fmla="*/ 1096963 w 1608138"/>
              <a:gd name="connsiteY34" fmla="*/ 123825 h 1075928"/>
              <a:gd name="connsiteX35" fmla="*/ 1071563 w 1608138"/>
              <a:gd name="connsiteY35" fmla="*/ 131763 h 1075928"/>
              <a:gd name="connsiteX36" fmla="*/ 1042988 w 1608138"/>
              <a:gd name="connsiteY36" fmla="*/ 138113 h 1075928"/>
              <a:gd name="connsiteX37" fmla="*/ 1012825 w 1608138"/>
              <a:gd name="connsiteY37" fmla="*/ 146050 h 1075928"/>
              <a:gd name="connsiteX38" fmla="*/ 981075 w 1608138"/>
              <a:gd name="connsiteY38" fmla="*/ 144463 h 1075928"/>
              <a:gd name="connsiteX39" fmla="*/ 966788 w 1608138"/>
              <a:gd name="connsiteY39" fmla="*/ 127000 h 1075928"/>
              <a:gd name="connsiteX40" fmla="*/ 958850 w 1608138"/>
              <a:gd name="connsiteY40" fmla="*/ 100013 h 1075928"/>
              <a:gd name="connsiteX41" fmla="*/ 955675 w 1608138"/>
              <a:gd name="connsiteY41" fmla="*/ 71438 h 1075928"/>
              <a:gd name="connsiteX42" fmla="*/ 962025 w 1608138"/>
              <a:gd name="connsiteY42" fmla="*/ 42863 h 1075928"/>
              <a:gd name="connsiteX43" fmla="*/ 1012825 w 1608138"/>
              <a:gd name="connsiteY43" fmla="*/ 4763 h 1075928"/>
              <a:gd name="connsiteX44" fmla="*/ 595313 w 1608138"/>
              <a:gd name="connsiteY44" fmla="*/ 0 h 1075928"/>
              <a:gd name="connsiteX45" fmla="*/ 638177 w 1608138"/>
              <a:gd name="connsiteY45" fmla="*/ 4762 h 1075928"/>
              <a:gd name="connsiteX46" fmla="*/ 676275 w 1608138"/>
              <a:gd name="connsiteY46" fmla="*/ 53975 h 1075928"/>
              <a:gd name="connsiteX47" fmla="*/ 649288 w 1608138"/>
              <a:gd name="connsiteY47" fmla="*/ 138113 h 1075928"/>
              <a:gd name="connsiteX48" fmla="*/ 617538 w 1608138"/>
              <a:gd name="connsiteY48" fmla="*/ 149225 h 1075928"/>
              <a:gd name="connsiteX49" fmla="*/ 585788 w 1608138"/>
              <a:gd name="connsiteY49" fmla="*/ 149225 h 1075928"/>
              <a:gd name="connsiteX50" fmla="*/ 550863 w 1608138"/>
              <a:gd name="connsiteY50" fmla="*/ 141288 h 1075928"/>
              <a:gd name="connsiteX51" fmla="*/ 517525 w 1608138"/>
              <a:gd name="connsiteY51" fmla="*/ 131763 h 1075928"/>
              <a:gd name="connsiteX52" fmla="*/ 479425 w 1608138"/>
              <a:gd name="connsiteY52" fmla="*/ 128588 h 1075928"/>
              <a:gd name="connsiteX53" fmla="*/ 441325 w 1608138"/>
              <a:gd name="connsiteY53" fmla="*/ 131763 h 1075928"/>
              <a:gd name="connsiteX54" fmla="*/ 360363 w 1608138"/>
              <a:gd name="connsiteY54" fmla="*/ 158750 h 1075928"/>
              <a:gd name="connsiteX55" fmla="*/ 292100 w 1608138"/>
              <a:gd name="connsiteY55" fmla="*/ 198438 h 1075928"/>
              <a:gd name="connsiteX56" fmla="*/ 231775 w 1608138"/>
              <a:gd name="connsiteY56" fmla="*/ 250825 h 1075928"/>
              <a:gd name="connsiteX57" fmla="*/ 182563 w 1608138"/>
              <a:gd name="connsiteY57" fmla="*/ 307975 h 1075928"/>
              <a:gd name="connsiteX58" fmla="*/ 141288 w 1608138"/>
              <a:gd name="connsiteY58" fmla="*/ 377825 h 1075928"/>
              <a:gd name="connsiteX59" fmla="*/ 109538 w 1608138"/>
              <a:gd name="connsiteY59" fmla="*/ 455613 h 1075928"/>
              <a:gd name="connsiteX60" fmla="*/ 98425 w 1608138"/>
              <a:gd name="connsiteY60" fmla="*/ 512763 h 1075928"/>
              <a:gd name="connsiteX61" fmla="*/ 92075 w 1608138"/>
              <a:gd name="connsiteY61" fmla="*/ 576263 h 1075928"/>
              <a:gd name="connsiteX62" fmla="*/ 95250 w 1608138"/>
              <a:gd name="connsiteY62" fmla="*/ 642938 h 1075928"/>
              <a:gd name="connsiteX63" fmla="*/ 101600 w 1608138"/>
              <a:gd name="connsiteY63" fmla="*/ 709613 h 1075928"/>
              <a:gd name="connsiteX64" fmla="*/ 109538 w 1608138"/>
              <a:gd name="connsiteY64" fmla="*/ 773113 h 1075928"/>
              <a:gd name="connsiteX65" fmla="*/ 123825 w 1608138"/>
              <a:gd name="connsiteY65" fmla="*/ 825500 h 1075928"/>
              <a:gd name="connsiteX66" fmla="*/ 161925 w 1608138"/>
              <a:gd name="connsiteY66" fmla="*/ 928688 h 1075928"/>
              <a:gd name="connsiteX67" fmla="*/ 207963 w 1608138"/>
              <a:gd name="connsiteY67" fmla="*/ 1030288 h 1075928"/>
              <a:gd name="connsiteX68" fmla="*/ 230783 w 1608138"/>
              <a:gd name="connsiteY68" fmla="*/ 1075928 h 1075928"/>
              <a:gd name="connsiteX69" fmla="*/ 119823 w 1608138"/>
              <a:gd name="connsiteY69" fmla="*/ 1075928 h 1075928"/>
              <a:gd name="connsiteX70" fmla="*/ 101600 w 1608138"/>
              <a:gd name="connsiteY70" fmla="*/ 1038225 h 1075928"/>
              <a:gd name="connsiteX71" fmla="*/ 60325 w 1608138"/>
              <a:gd name="connsiteY71" fmla="*/ 938213 h 1075928"/>
              <a:gd name="connsiteX72" fmla="*/ 28575 w 1608138"/>
              <a:gd name="connsiteY72" fmla="*/ 830263 h 1075928"/>
              <a:gd name="connsiteX73" fmla="*/ 14288 w 1608138"/>
              <a:gd name="connsiteY73" fmla="*/ 769938 h 1075928"/>
              <a:gd name="connsiteX74" fmla="*/ 6350 w 1608138"/>
              <a:gd name="connsiteY74" fmla="*/ 700088 h 1075928"/>
              <a:gd name="connsiteX75" fmla="*/ 0 w 1608138"/>
              <a:gd name="connsiteY75" fmla="*/ 628650 h 1075928"/>
              <a:gd name="connsiteX76" fmla="*/ 0 w 1608138"/>
              <a:gd name="connsiteY76" fmla="*/ 554038 h 1075928"/>
              <a:gd name="connsiteX77" fmla="*/ 9525 w 1608138"/>
              <a:gd name="connsiteY77" fmla="*/ 487363 h 1075928"/>
              <a:gd name="connsiteX78" fmla="*/ 23813 w 1608138"/>
              <a:gd name="connsiteY78" fmla="*/ 423863 h 1075928"/>
              <a:gd name="connsiteX79" fmla="*/ 52388 w 1608138"/>
              <a:gd name="connsiteY79" fmla="*/ 342900 h 1075928"/>
              <a:gd name="connsiteX80" fmla="*/ 95250 w 1608138"/>
              <a:gd name="connsiteY80" fmla="*/ 271463 h 1075928"/>
              <a:gd name="connsiteX81" fmla="*/ 144463 w 1608138"/>
              <a:gd name="connsiteY81" fmla="*/ 204788 h 1075928"/>
              <a:gd name="connsiteX82" fmla="*/ 204788 w 1608138"/>
              <a:gd name="connsiteY82" fmla="*/ 146050 h 1075928"/>
              <a:gd name="connsiteX83" fmla="*/ 271463 w 1608138"/>
              <a:gd name="connsiteY83" fmla="*/ 96838 h 1075928"/>
              <a:gd name="connsiteX84" fmla="*/ 346075 w 1608138"/>
              <a:gd name="connsiteY84" fmla="*/ 63500 h 1075928"/>
              <a:gd name="connsiteX85" fmla="*/ 395288 w 1608138"/>
              <a:gd name="connsiteY85" fmla="*/ 49213 h 1075928"/>
              <a:gd name="connsiteX86" fmla="*/ 447675 w 1608138"/>
              <a:gd name="connsiteY86" fmla="*/ 36513 h 1075928"/>
              <a:gd name="connsiteX87" fmla="*/ 500063 w 1608138"/>
              <a:gd name="connsiteY87" fmla="*/ 28575 h 1075928"/>
              <a:gd name="connsiteX88" fmla="*/ 549275 w 1608138"/>
              <a:gd name="connsiteY88" fmla="*/ 17463 h 1075928"/>
              <a:gd name="connsiteX89" fmla="*/ 595313 w 1608138"/>
              <a:gd name="connsiteY89" fmla="*/ 0 h 1075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608138" h="1075928">
                <a:moveTo>
                  <a:pt x="1012825" y="4763"/>
                </a:moveTo>
                <a:lnTo>
                  <a:pt x="1062038" y="4763"/>
                </a:lnTo>
                <a:lnTo>
                  <a:pt x="1108075" y="17463"/>
                </a:lnTo>
                <a:lnTo>
                  <a:pt x="1157288" y="36513"/>
                </a:lnTo>
                <a:lnTo>
                  <a:pt x="1201738" y="57150"/>
                </a:lnTo>
                <a:lnTo>
                  <a:pt x="1241425" y="74613"/>
                </a:lnTo>
                <a:lnTo>
                  <a:pt x="1301750" y="106363"/>
                </a:lnTo>
                <a:lnTo>
                  <a:pt x="1365250" y="149225"/>
                </a:lnTo>
                <a:lnTo>
                  <a:pt x="1423988" y="198438"/>
                </a:lnTo>
                <a:lnTo>
                  <a:pt x="1474788" y="258763"/>
                </a:lnTo>
                <a:lnTo>
                  <a:pt x="1520826" y="328613"/>
                </a:lnTo>
                <a:lnTo>
                  <a:pt x="1558926" y="406400"/>
                </a:lnTo>
                <a:lnTo>
                  <a:pt x="1587501" y="490538"/>
                </a:lnTo>
                <a:lnTo>
                  <a:pt x="1604963" y="579438"/>
                </a:lnTo>
                <a:lnTo>
                  <a:pt x="1608138" y="677863"/>
                </a:lnTo>
                <a:lnTo>
                  <a:pt x="1597026" y="779463"/>
                </a:lnTo>
                <a:lnTo>
                  <a:pt x="1576388" y="865188"/>
                </a:lnTo>
                <a:lnTo>
                  <a:pt x="1547813" y="942975"/>
                </a:lnTo>
                <a:lnTo>
                  <a:pt x="1516063" y="1017588"/>
                </a:lnTo>
                <a:lnTo>
                  <a:pt x="1486893" y="1075928"/>
                </a:lnTo>
                <a:lnTo>
                  <a:pt x="1381632" y="1075928"/>
                </a:lnTo>
                <a:lnTo>
                  <a:pt x="1495426" y="830263"/>
                </a:lnTo>
                <a:lnTo>
                  <a:pt x="1506538" y="762000"/>
                </a:lnTo>
                <a:lnTo>
                  <a:pt x="1509713" y="685800"/>
                </a:lnTo>
                <a:lnTo>
                  <a:pt x="1506538" y="608013"/>
                </a:lnTo>
                <a:lnTo>
                  <a:pt x="1495426" y="536575"/>
                </a:lnTo>
                <a:lnTo>
                  <a:pt x="1477963" y="466725"/>
                </a:lnTo>
                <a:lnTo>
                  <a:pt x="1457326" y="403225"/>
                </a:lnTo>
                <a:lnTo>
                  <a:pt x="1431926" y="354013"/>
                </a:lnTo>
                <a:lnTo>
                  <a:pt x="1389063" y="296863"/>
                </a:lnTo>
                <a:lnTo>
                  <a:pt x="1336675" y="239713"/>
                </a:lnTo>
                <a:lnTo>
                  <a:pt x="1273175" y="190500"/>
                </a:lnTo>
                <a:lnTo>
                  <a:pt x="1201738" y="149225"/>
                </a:lnTo>
                <a:lnTo>
                  <a:pt x="1125538" y="127000"/>
                </a:lnTo>
                <a:lnTo>
                  <a:pt x="1096963" y="123825"/>
                </a:lnTo>
                <a:lnTo>
                  <a:pt x="1071563" y="131763"/>
                </a:lnTo>
                <a:lnTo>
                  <a:pt x="1042988" y="138113"/>
                </a:lnTo>
                <a:lnTo>
                  <a:pt x="1012825" y="146050"/>
                </a:lnTo>
                <a:lnTo>
                  <a:pt x="981075" y="144463"/>
                </a:lnTo>
                <a:lnTo>
                  <a:pt x="966788" y="127000"/>
                </a:lnTo>
                <a:lnTo>
                  <a:pt x="958850" y="100013"/>
                </a:lnTo>
                <a:lnTo>
                  <a:pt x="955675" y="71438"/>
                </a:lnTo>
                <a:lnTo>
                  <a:pt x="962025" y="42863"/>
                </a:lnTo>
                <a:cubicBezTo>
                  <a:pt x="968676" y="19878"/>
                  <a:pt x="973268" y="9235"/>
                  <a:pt x="1012825" y="4763"/>
                </a:cubicBezTo>
                <a:close/>
                <a:moveTo>
                  <a:pt x="595313" y="0"/>
                </a:moveTo>
                <a:lnTo>
                  <a:pt x="638177" y="4762"/>
                </a:lnTo>
                <a:cubicBezTo>
                  <a:pt x="650876" y="21166"/>
                  <a:pt x="663578" y="17002"/>
                  <a:pt x="676275" y="53975"/>
                </a:cubicBezTo>
                <a:cubicBezTo>
                  <a:pt x="678127" y="76200"/>
                  <a:pt x="679649" y="118123"/>
                  <a:pt x="649288" y="138113"/>
                </a:cubicBezTo>
                <a:lnTo>
                  <a:pt x="617538" y="149225"/>
                </a:lnTo>
                <a:lnTo>
                  <a:pt x="585788" y="149225"/>
                </a:lnTo>
                <a:lnTo>
                  <a:pt x="550863" y="141288"/>
                </a:lnTo>
                <a:lnTo>
                  <a:pt x="517525" y="131763"/>
                </a:lnTo>
                <a:lnTo>
                  <a:pt x="479425" y="128588"/>
                </a:lnTo>
                <a:lnTo>
                  <a:pt x="441325" y="131763"/>
                </a:lnTo>
                <a:lnTo>
                  <a:pt x="360363" y="158750"/>
                </a:lnTo>
                <a:lnTo>
                  <a:pt x="292100" y="198438"/>
                </a:lnTo>
                <a:lnTo>
                  <a:pt x="231775" y="250825"/>
                </a:lnTo>
                <a:lnTo>
                  <a:pt x="182563" y="307975"/>
                </a:lnTo>
                <a:lnTo>
                  <a:pt x="141288" y="377825"/>
                </a:lnTo>
                <a:lnTo>
                  <a:pt x="109538" y="455613"/>
                </a:lnTo>
                <a:lnTo>
                  <a:pt x="98425" y="512763"/>
                </a:lnTo>
                <a:lnTo>
                  <a:pt x="92075" y="576263"/>
                </a:lnTo>
                <a:lnTo>
                  <a:pt x="95250" y="642938"/>
                </a:lnTo>
                <a:lnTo>
                  <a:pt x="101600" y="709613"/>
                </a:lnTo>
                <a:lnTo>
                  <a:pt x="109538" y="773113"/>
                </a:lnTo>
                <a:lnTo>
                  <a:pt x="123825" y="825500"/>
                </a:lnTo>
                <a:lnTo>
                  <a:pt x="161925" y="928688"/>
                </a:lnTo>
                <a:lnTo>
                  <a:pt x="207963" y="1030288"/>
                </a:lnTo>
                <a:lnTo>
                  <a:pt x="230783" y="1075928"/>
                </a:lnTo>
                <a:lnTo>
                  <a:pt x="119823" y="1075928"/>
                </a:lnTo>
                <a:lnTo>
                  <a:pt x="101600" y="1038225"/>
                </a:lnTo>
                <a:lnTo>
                  <a:pt x="60325" y="938213"/>
                </a:lnTo>
                <a:lnTo>
                  <a:pt x="28575" y="830263"/>
                </a:lnTo>
                <a:lnTo>
                  <a:pt x="14288" y="769938"/>
                </a:lnTo>
                <a:lnTo>
                  <a:pt x="6350" y="700088"/>
                </a:lnTo>
                <a:lnTo>
                  <a:pt x="0" y="628650"/>
                </a:lnTo>
                <a:lnTo>
                  <a:pt x="0" y="554038"/>
                </a:lnTo>
                <a:lnTo>
                  <a:pt x="9525" y="487363"/>
                </a:lnTo>
                <a:lnTo>
                  <a:pt x="23813" y="423863"/>
                </a:lnTo>
                <a:lnTo>
                  <a:pt x="52388" y="342900"/>
                </a:lnTo>
                <a:lnTo>
                  <a:pt x="95250" y="271463"/>
                </a:lnTo>
                <a:lnTo>
                  <a:pt x="144463" y="204788"/>
                </a:lnTo>
                <a:lnTo>
                  <a:pt x="204788" y="146050"/>
                </a:lnTo>
                <a:lnTo>
                  <a:pt x="271463" y="96838"/>
                </a:lnTo>
                <a:lnTo>
                  <a:pt x="346075" y="63500"/>
                </a:lnTo>
                <a:lnTo>
                  <a:pt x="395288" y="49213"/>
                </a:lnTo>
                <a:lnTo>
                  <a:pt x="447675" y="36513"/>
                </a:lnTo>
                <a:lnTo>
                  <a:pt x="500063" y="28575"/>
                </a:lnTo>
                <a:lnTo>
                  <a:pt x="549275" y="17463"/>
                </a:lnTo>
                <a:lnTo>
                  <a:pt x="595313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5C9091-E2CC-453B-AE70-FBCB4E70649E}"/>
              </a:ext>
            </a:extLst>
          </p:cNvPr>
          <p:cNvSpPr txBox="1"/>
          <p:nvPr/>
        </p:nvSpPr>
        <p:spPr>
          <a:xfrm>
            <a:off x="4267245" y="5573"/>
            <a:ext cx="6025744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4400" dirty="0">
                <a:solidFill>
                  <a:schemeClr val="bg1"/>
                </a:solidFill>
                <a:cs typeface="Arial" pitchFamily="34" charset="0"/>
              </a:rPr>
              <a:t>Функции иммунной системы</a:t>
            </a:r>
            <a:endParaRPr lang="ko-KR" altLang="en-US" sz="4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17FB75-26BA-4171-83BA-2C690240D132}"/>
              </a:ext>
            </a:extLst>
          </p:cNvPr>
          <p:cNvGrpSpPr/>
          <p:nvPr/>
        </p:nvGrpSpPr>
        <p:grpSpPr>
          <a:xfrm>
            <a:off x="4830135" y="1728239"/>
            <a:ext cx="5278114" cy="897770"/>
            <a:chOff x="5616952" y="2519949"/>
            <a:chExt cx="5278114" cy="89777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DC5ED36-8D40-4B78-B6BC-F03C74264789}"/>
                </a:ext>
              </a:extLst>
            </p:cNvPr>
            <p:cNvSpPr txBox="1"/>
            <p:nvPr/>
          </p:nvSpPr>
          <p:spPr>
            <a:xfrm>
              <a:off x="6387374" y="2586722"/>
              <a:ext cx="4507692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ru-RU" altLang="ko-KR" sz="2400" b="1" dirty="0">
                  <a:solidFill>
                    <a:schemeClr val="bg1"/>
                  </a:solidFill>
                  <a:cs typeface="Arial" pitchFamily="34" charset="0"/>
                </a:rPr>
                <a:t>Защита от инфекционных агентов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6E7021E-F2A3-48E7-8ECE-C457F15E7944}"/>
                </a:ext>
              </a:extLst>
            </p:cNvPr>
            <p:cNvSpPr txBox="1"/>
            <p:nvPr/>
          </p:nvSpPr>
          <p:spPr>
            <a:xfrm>
              <a:off x="5616952" y="2519949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A7DB320-28D6-47BE-999C-80FCDBF642E3}"/>
              </a:ext>
            </a:extLst>
          </p:cNvPr>
          <p:cNvGrpSpPr/>
          <p:nvPr/>
        </p:nvGrpSpPr>
        <p:grpSpPr>
          <a:xfrm>
            <a:off x="5302381" y="2834470"/>
            <a:ext cx="5301311" cy="646331"/>
            <a:chOff x="5616952" y="2519949"/>
            <a:chExt cx="5301311" cy="64633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DD5AC9-180A-444A-A011-CE85A5231801}"/>
                </a:ext>
              </a:extLst>
            </p:cNvPr>
            <p:cNvSpPr txBox="1"/>
            <p:nvPr/>
          </p:nvSpPr>
          <p:spPr>
            <a:xfrm>
              <a:off x="6410571" y="2614423"/>
              <a:ext cx="4507692" cy="46166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>
                <a:defRPr sz="1800">
                  <a:solidFill>
                    <a:srgbClr val="FFFFFF"/>
                  </a:solidFill>
                </a:defRPr>
              </a:pPr>
              <a:r>
                <a:rPr lang="ru-RU" sz="2400" dirty="0"/>
                <a:t>Контроль опухолевых клеток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109A621-6ACF-4774-B967-865A20E7C217}"/>
                </a:ext>
              </a:extLst>
            </p:cNvPr>
            <p:cNvSpPr txBox="1"/>
            <p:nvPr/>
          </p:nvSpPr>
          <p:spPr>
            <a:xfrm>
              <a:off x="5616952" y="2519949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777972C-A022-4E99-95F1-0B31C475F014}"/>
              </a:ext>
            </a:extLst>
          </p:cNvPr>
          <p:cNvGrpSpPr/>
          <p:nvPr/>
        </p:nvGrpSpPr>
        <p:grpSpPr>
          <a:xfrm>
            <a:off x="5788231" y="3962484"/>
            <a:ext cx="5340295" cy="872200"/>
            <a:chOff x="5616952" y="2519949"/>
            <a:chExt cx="5340295" cy="87220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31968B4-E39B-4C44-B4B0-072E0D5F16BC}"/>
                </a:ext>
              </a:extLst>
            </p:cNvPr>
            <p:cNvSpPr txBox="1"/>
            <p:nvPr/>
          </p:nvSpPr>
          <p:spPr>
            <a:xfrm>
              <a:off x="6449555" y="2561152"/>
              <a:ext cx="4507692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>
                <a:defRPr sz="1800">
                  <a:solidFill>
                    <a:srgbClr val="FFFFFF"/>
                  </a:solidFill>
                </a:defRPr>
              </a:pPr>
              <a:r>
                <a:rPr lang="ru-RU" sz="2400" dirty="0"/>
                <a:t>Участие в регуляции воспаления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D1669EA-03DC-4A32-8956-A8D663EBD2C9}"/>
                </a:ext>
              </a:extLst>
            </p:cNvPr>
            <p:cNvSpPr txBox="1"/>
            <p:nvPr/>
          </p:nvSpPr>
          <p:spPr>
            <a:xfrm>
              <a:off x="5616952" y="2519949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5739B4D-095D-4022-8F12-5E0C6A5AAAAA}"/>
              </a:ext>
            </a:extLst>
          </p:cNvPr>
          <p:cNvGrpSpPr/>
          <p:nvPr/>
        </p:nvGrpSpPr>
        <p:grpSpPr>
          <a:xfrm>
            <a:off x="6246874" y="5046933"/>
            <a:ext cx="5332978" cy="941914"/>
            <a:chOff x="5616952" y="2519949"/>
            <a:chExt cx="5332978" cy="94191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6F788F6-5985-463E-BE3D-5AB1A4633A61}"/>
                </a:ext>
              </a:extLst>
            </p:cNvPr>
            <p:cNvSpPr txBox="1"/>
            <p:nvPr/>
          </p:nvSpPr>
          <p:spPr>
            <a:xfrm>
              <a:off x="6442238" y="2630866"/>
              <a:ext cx="4507692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ru-RU" altLang="ko-KR" sz="2400" b="1" dirty="0">
                  <a:solidFill>
                    <a:schemeClr val="bg1"/>
                  </a:solidFill>
                  <a:cs typeface="Arial" pitchFamily="34" charset="0"/>
                </a:rPr>
                <a:t>Формирование иммунологической памяти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ADB01A7-3BAD-41B1-809C-FF6674EB15C4}"/>
                </a:ext>
              </a:extLst>
            </p:cNvPr>
            <p:cNvSpPr txBox="1"/>
            <p:nvPr/>
          </p:nvSpPr>
          <p:spPr>
            <a:xfrm>
              <a:off x="5616952" y="2519949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C77D5-2587-46D8-A268-CA228B4A098C}"/>
              </a:ext>
            </a:extLst>
          </p:cNvPr>
          <p:cNvSpPr/>
          <p:nvPr/>
        </p:nvSpPr>
        <p:spPr>
          <a:xfrm rot="16200000">
            <a:off x="690692" y="1573052"/>
            <a:ext cx="3291840" cy="12235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CD9DB49-0254-44A0-BE69-F368A157C8BA}"/>
              </a:ext>
            </a:extLst>
          </p:cNvPr>
          <p:cNvGrpSpPr/>
          <p:nvPr/>
        </p:nvGrpSpPr>
        <p:grpSpPr>
          <a:xfrm>
            <a:off x="2134833" y="3181305"/>
            <a:ext cx="376126" cy="376126"/>
            <a:chOff x="1733181" y="3181305"/>
            <a:chExt cx="376126" cy="37612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533CAEC-985A-4B21-955A-E622106FA4B4}"/>
                </a:ext>
              </a:extLst>
            </p:cNvPr>
            <p:cNvSpPr/>
            <p:nvPr/>
          </p:nvSpPr>
          <p:spPr>
            <a:xfrm rot="16200000">
              <a:off x="1733181" y="3181305"/>
              <a:ext cx="376126" cy="37612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CC6A506-154C-470E-A60B-988C7FC2B1BA}"/>
                </a:ext>
              </a:extLst>
            </p:cNvPr>
            <p:cNvSpPr/>
            <p:nvPr/>
          </p:nvSpPr>
          <p:spPr>
            <a:xfrm rot="16200000">
              <a:off x="1770777" y="3218901"/>
              <a:ext cx="300935" cy="300935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CDE85E2-17CB-4EE3-9E0F-D4D1CFA65AD6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904378" y="3352502"/>
              <a:ext cx="33732" cy="3373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4195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2DE7AD-0C6B-4132-8A85-45BE0E4421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>
                <a:solidFill>
                  <a:srgbClr val="C00000"/>
                </a:solidFill>
              </a:rPr>
              <a:t>Патологии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825516" y="6234524"/>
            <a:ext cx="2304058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1" name="Oval 10"/>
          <p:cNvSpPr/>
          <p:nvPr/>
        </p:nvSpPr>
        <p:spPr>
          <a:xfrm>
            <a:off x="5617545" y="5918071"/>
            <a:ext cx="720000" cy="72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5" name="Freeform 99">
            <a:extLst>
              <a:ext uri="{FF2B5EF4-FFF2-40B4-BE49-F238E27FC236}">
                <a16:creationId xmlns:a16="http://schemas.microsoft.com/office/drawing/2014/main" id="{879A8744-9651-4DA1-98F9-1DF689ACF1B9}"/>
              </a:ext>
            </a:extLst>
          </p:cNvPr>
          <p:cNvSpPr>
            <a:spLocks noChangeAspect="1"/>
          </p:cNvSpPr>
          <p:nvPr/>
        </p:nvSpPr>
        <p:spPr>
          <a:xfrm>
            <a:off x="5785402" y="6085055"/>
            <a:ext cx="326255" cy="408223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79" name="Group 14">
            <a:extLst>
              <a:ext uri="{FF2B5EF4-FFF2-40B4-BE49-F238E27FC236}">
                <a16:creationId xmlns:a16="http://schemas.microsoft.com/office/drawing/2014/main" id="{495C093D-41E8-4FF5-B1F4-C13FEA8444CA}"/>
              </a:ext>
            </a:extLst>
          </p:cNvPr>
          <p:cNvGrpSpPr/>
          <p:nvPr/>
        </p:nvGrpSpPr>
        <p:grpSpPr>
          <a:xfrm rot="13478333" flipH="1">
            <a:off x="-725571" y="171670"/>
            <a:ext cx="2096405" cy="1986647"/>
            <a:chOff x="-116760" y="950876"/>
            <a:chExt cx="6261875" cy="5934029"/>
          </a:xfrm>
        </p:grpSpPr>
        <p:grpSp>
          <p:nvGrpSpPr>
            <p:cNvPr id="80" name="Group 15">
              <a:extLst>
                <a:ext uri="{FF2B5EF4-FFF2-40B4-BE49-F238E27FC236}">
                  <a16:creationId xmlns:a16="http://schemas.microsoft.com/office/drawing/2014/main" id="{5109336D-557E-4B82-BFA5-965D19237353}"/>
                </a:ext>
              </a:extLst>
            </p:cNvPr>
            <p:cNvGrpSpPr/>
            <p:nvPr/>
          </p:nvGrpSpPr>
          <p:grpSpPr>
            <a:xfrm rot="532827">
              <a:off x="-116760" y="3488410"/>
              <a:ext cx="3619070" cy="3396495"/>
              <a:chOff x="509678" y="1797347"/>
              <a:chExt cx="2339381" cy="2195507"/>
            </a:xfrm>
          </p:grpSpPr>
          <p:sp>
            <p:nvSpPr>
              <p:cNvPr id="98" name="Rounded Rectangle 41">
                <a:extLst>
                  <a:ext uri="{FF2B5EF4-FFF2-40B4-BE49-F238E27FC236}">
                    <a16:creationId xmlns:a16="http://schemas.microsoft.com/office/drawing/2014/main" id="{7BBE529E-1B20-473D-BB6A-FBCFDE3107CF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9" name="Rounded Rectangle 62">
                <a:extLst>
                  <a:ext uri="{FF2B5EF4-FFF2-40B4-BE49-F238E27FC236}">
                    <a16:creationId xmlns:a16="http://schemas.microsoft.com/office/drawing/2014/main" id="{6927381B-AD35-442F-B207-7334E6B64F64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0" name="Rounded Rectangle 63">
                <a:extLst>
                  <a:ext uri="{FF2B5EF4-FFF2-40B4-BE49-F238E27FC236}">
                    <a16:creationId xmlns:a16="http://schemas.microsoft.com/office/drawing/2014/main" id="{A52F77F8-B462-4C8E-BE54-3527D1EF77D0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1" name="Rounded Rectangle 64">
                <a:extLst>
                  <a:ext uri="{FF2B5EF4-FFF2-40B4-BE49-F238E27FC236}">
                    <a16:creationId xmlns:a16="http://schemas.microsoft.com/office/drawing/2014/main" id="{628B7605-7547-4EF9-81AC-AE76D2F10858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2" name="Rounded Rectangle 65">
                <a:extLst>
                  <a:ext uri="{FF2B5EF4-FFF2-40B4-BE49-F238E27FC236}">
                    <a16:creationId xmlns:a16="http://schemas.microsoft.com/office/drawing/2014/main" id="{E92B0387-275F-443C-92EF-6BD8BA194B6E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3" name="Rounded Rectangle 66">
                <a:extLst>
                  <a:ext uri="{FF2B5EF4-FFF2-40B4-BE49-F238E27FC236}">
                    <a16:creationId xmlns:a16="http://schemas.microsoft.com/office/drawing/2014/main" id="{FF53CA14-75C8-40A4-8370-D85F79569BEA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4" name="Rounded Rectangle 67">
                <a:extLst>
                  <a:ext uri="{FF2B5EF4-FFF2-40B4-BE49-F238E27FC236}">
                    <a16:creationId xmlns:a16="http://schemas.microsoft.com/office/drawing/2014/main" id="{BAB6C921-5A48-45E5-A583-E90CD9A32416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5" name="Rounded Rectangle 68">
                <a:extLst>
                  <a:ext uri="{FF2B5EF4-FFF2-40B4-BE49-F238E27FC236}">
                    <a16:creationId xmlns:a16="http://schemas.microsoft.com/office/drawing/2014/main" id="{3D442B54-7284-4723-A90E-AC7CFB43C973}"/>
                  </a:ext>
                </a:extLst>
              </p:cNvPr>
              <p:cNvSpPr/>
              <p:nvPr/>
            </p:nvSpPr>
            <p:spPr>
              <a:xfrm rot="18063644">
                <a:off x="2339839" y="1665982"/>
                <a:ext cx="49373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6" name="Rounded Rectangle 69">
                <a:extLst>
                  <a:ext uri="{FF2B5EF4-FFF2-40B4-BE49-F238E27FC236}">
                    <a16:creationId xmlns:a16="http://schemas.microsoft.com/office/drawing/2014/main" id="{16217259-8949-4329-8E33-8A06137E1A2A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7" name="Oval 39">
                <a:extLst>
                  <a:ext uri="{FF2B5EF4-FFF2-40B4-BE49-F238E27FC236}">
                    <a16:creationId xmlns:a16="http://schemas.microsoft.com/office/drawing/2014/main" id="{6D5E7530-7370-4976-B968-99B25A3F5E99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08" name="Oval 39">
                <a:extLst>
                  <a:ext uri="{FF2B5EF4-FFF2-40B4-BE49-F238E27FC236}">
                    <a16:creationId xmlns:a16="http://schemas.microsoft.com/office/drawing/2014/main" id="{675DBE11-676C-45CC-A293-6EE90E21F2CC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81" name="Group 16">
              <a:extLst>
                <a:ext uri="{FF2B5EF4-FFF2-40B4-BE49-F238E27FC236}">
                  <a16:creationId xmlns:a16="http://schemas.microsoft.com/office/drawing/2014/main" id="{250A25A7-0939-4615-8E8A-3091779A0F0E}"/>
                </a:ext>
              </a:extLst>
            </p:cNvPr>
            <p:cNvGrpSpPr/>
            <p:nvPr/>
          </p:nvGrpSpPr>
          <p:grpSpPr>
            <a:xfrm rot="532827">
              <a:off x="2526045" y="950876"/>
              <a:ext cx="3619070" cy="3396495"/>
              <a:chOff x="509678" y="1797347"/>
              <a:chExt cx="2339381" cy="2195507"/>
            </a:xfrm>
          </p:grpSpPr>
          <p:sp>
            <p:nvSpPr>
              <p:cNvPr id="86" name="Rounded Rectangle 16">
                <a:extLst>
                  <a:ext uri="{FF2B5EF4-FFF2-40B4-BE49-F238E27FC236}">
                    <a16:creationId xmlns:a16="http://schemas.microsoft.com/office/drawing/2014/main" id="{EF9A2BEE-647D-43BF-A4BB-E6F8DB8CE01D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7" name="Rounded Rectangle 17">
                <a:extLst>
                  <a:ext uri="{FF2B5EF4-FFF2-40B4-BE49-F238E27FC236}">
                    <a16:creationId xmlns:a16="http://schemas.microsoft.com/office/drawing/2014/main" id="{3BD2A22B-EEB0-48CF-81D3-FBB0F158CA20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8" name="Rounded Rectangle 18">
                <a:extLst>
                  <a:ext uri="{FF2B5EF4-FFF2-40B4-BE49-F238E27FC236}">
                    <a16:creationId xmlns:a16="http://schemas.microsoft.com/office/drawing/2014/main" id="{F8677F55-04BE-44F0-B467-89F172CFA716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9" name="Rounded Rectangle 19">
                <a:extLst>
                  <a:ext uri="{FF2B5EF4-FFF2-40B4-BE49-F238E27FC236}">
                    <a16:creationId xmlns:a16="http://schemas.microsoft.com/office/drawing/2014/main" id="{93D10AC1-DAD1-48E1-BF5C-3F44B5CD426C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0" name="Rounded Rectangle 20">
                <a:extLst>
                  <a:ext uri="{FF2B5EF4-FFF2-40B4-BE49-F238E27FC236}">
                    <a16:creationId xmlns:a16="http://schemas.microsoft.com/office/drawing/2014/main" id="{8848C3BF-3507-4034-814A-3F65B47BA135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1" name="Rounded Rectangle 21">
                <a:extLst>
                  <a:ext uri="{FF2B5EF4-FFF2-40B4-BE49-F238E27FC236}">
                    <a16:creationId xmlns:a16="http://schemas.microsoft.com/office/drawing/2014/main" id="{D702346B-FF74-4698-AE1F-8D41E89A239E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92" name="Rounded Rectangle 22">
                <a:extLst>
                  <a:ext uri="{FF2B5EF4-FFF2-40B4-BE49-F238E27FC236}">
                    <a16:creationId xmlns:a16="http://schemas.microsoft.com/office/drawing/2014/main" id="{64962402-C6FF-4F48-A993-3BB0D742A88E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3" name="Rounded Rectangle 23">
                <a:extLst>
                  <a:ext uri="{FF2B5EF4-FFF2-40B4-BE49-F238E27FC236}">
                    <a16:creationId xmlns:a16="http://schemas.microsoft.com/office/drawing/2014/main" id="{39099280-C9FD-42DB-805B-44CFBE724563}"/>
                  </a:ext>
                </a:extLst>
              </p:cNvPr>
              <p:cNvSpPr/>
              <p:nvPr/>
            </p:nvSpPr>
            <p:spPr>
              <a:xfrm rot="18063644">
                <a:off x="2321860" y="1676143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4" name="Rounded Rectangle 24">
                <a:extLst>
                  <a:ext uri="{FF2B5EF4-FFF2-40B4-BE49-F238E27FC236}">
                    <a16:creationId xmlns:a16="http://schemas.microsoft.com/office/drawing/2014/main" id="{C6EA5B98-07E7-41FF-949F-0498DEC64312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5" name="Oval 39">
                <a:extLst>
                  <a:ext uri="{FF2B5EF4-FFF2-40B4-BE49-F238E27FC236}">
                    <a16:creationId xmlns:a16="http://schemas.microsoft.com/office/drawing/2014/main" id="{1D64DCE0-5805-48BA-9CB3-7256F8862A08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6" name="Oval 39">
                <a:extLst>
                  <a:ext uri="{FF2B5EF4-FFF2-40B4-BE49-F238E27FC236}">
                    <a16:creationId xmlns:a16="http://schemas.microsoft.com/office/drawing/2014/main" id="{D735F5D2-BBAE-4DC6-836E-AFA5DAA963EB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7" name="Rounded Rectangle 21">
                <a:extLst>
                  <a:ext uri="{FF2B5EF4-FFF2-40B4-BE49-F238E27FC236}">
                    <a16:creationId xmlns:a16="http://schemas.microsoft.com/office/drawing/2014/main" id="{D357DC2E-BC79-4409-9900-8ED1DBD5A611}"/>
                  </a:ext>
                </a:extLst>
              </p:cNvPr>
              <p:cNvSpPr/>
              <p:nvPr/>
            </p:nvSpPr>
            <p:spPr>
              <a:xfrm rot="18063644">
                <a:off x="1029053" y="3391349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</p:grpSp>
      <p:grpSp>
        <p:nvGrpSpPr>
          <p:cNvPr id="135" name="Group 14">
            <a:extLst>
              <a:ext uri="{FF2B5EF4-FFF2-40B4-BE49-F238E27FC236}">
                <a16:creationId xmlns:a16="http://schemas.microsoft.com/office/drawing/2014/main" id="{17A5644A-6952-4189-A7A4-645FC7008A40}"/>
              </a:ext>
            </a:extLst>
          </p:cNvPr>
          <p:cNvGrpSpPr/>
          <p:nvPr/>
        </p:nvGrpSpPr>
        <p:grpSpPr>
          <a:xfrm rot="13478333" flipH="1">
            <a:off x="-598681" y="4991225"/>
            <a:ext cx="2096405" cy="1986647"/>
            <a:chOff x="-116760" y="950876"/>
            <a:chExt cx="6261875" cy="5934029"/>
          </a:xfrm>
        </p:grpSpPr>
        <p:grpSp>
          <p:nvGrpSpPr>
            <p:cNvPr id="136" name="Group 15">
              <a:extLst>
                <a:ext uri="{FF2B5EF4-FFF2-40B4-BE49-F238E27FC236}">
                  <a16:creationId xmlns:a16="http://schemas.microsoft.com/office/drawing/2014/main" id="{DBF45870-01A9-42D9-AF19-69C0EF59D6D6}"/>
                </a:ext>
              </a:extLst>
            </p:cNvPr>
            <p:cNvGrpSpPr/>
            <p:nvPr/>
          </p:nvGrpSpPr>
          <p:grpSpPr>
            <a:xfrm rot="532827">
              <a:off x="-116760" y="3488410"/>
              <a:ext cx="3619070" cy="3396495"/>
              <a:chOff x="509678" y="1797347"/>
              <a:chExt cx="2339381" cy="2195507"/>
            </a:xfrm>
          </p:grpSpPr>
          <p:sp>
            <p:nvSpPr>
              <p:cNvPr id="150" name="Rounded Rectangle 41">
                <a:extLst>
                  <a:ext uri="{FF2B5EF4-FFF2-40B4-BE49-F238E27FC236}">
                    <a16:creationId xmlns:a16="http://schemas.microsoft.com/office/drawing/2014/main" id="{02307FC4-4167-43CD-B9D5-884FD7724324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1" name="Rounded Rectangle 62">
                <a:extLst>
                  <a:ext uri="{FF2B5EF4-FFF2-40B4-BE49-F238E27FC236}">
                    <a16:creationId xmlns:a16="http://schemas.microsoft.com/office/drawing/2014/main" id="{1DCB04B5-B520-4473-B94E-9D98AE4807FD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2" name="Rounded Rectangle 63">
                <a:extLst>
                  <a:ext uri="{FF2B5EF4-FFF2-40B4-BE49-F238E27FC236}">
                    <a16:creationId xmlns:a16="http://schemas.microsoft.com/office/drawing/2014/main" id="{19D9FEF9-8EFC-4DFC-A360-75BEB13AD249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3" name="Rounded Rectangle 64">
                <a:extLst>
                  <a:ext uri="{FF2B5EF4-FFF2-40B4-BE49-F238E27FC236}">
                    <a16:creationId xmlns:a16="http://schemas.microsoft.com/office/drawing/2014/main" id="{84154D2E-1FCD-4056-8F77-2FDD9A0E66F8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4" name="Rounded Rectangle 65">
                <a:extLst>
                  <a:ext uri="{FF2B5EF4-FFF2-40B4-BE49-F238E27FC236}">
                    <a16:creationId xmlns:a16="http://schemas.microsoft.com/office/drawing/2014/main" id="{425F709E-B0D1-45B5-A521-31D82CBC041B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5" name="Rounded Rectangle 66">
                <a:extLst>
                  <a:ext uri="{FF2B5EF4-FFF2-40B4-BE49-F238E27FC236}">
                    <a16:creationId xmlns:a16="http://schemas.microsoft.com/office/drawing/2014/main" id="{A956EFD4-6D70-4766-980E-2E2B54D928D4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6" name="Rounded Rectangle 67">
                <a:extLst>
                  <a:ext uri="{FF2B5EF4-FFF2-40B4-BE49-F238E27FC236}">
                    <a16:creationId xmlns:a16="http://schemas.microsoft.com/office/drawing/2014/main" id="{45830FF3-187E-43CC-A638-A1FF5714A307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7" name="Rounded Rectangle 68">
                <a:extLst>
                  <a:ext uri="{FF2B5EF4-FFF2-40B4-BE49-F238E27FC236}">
                    <a16:creationId xmlns:a16="http://schemas.microsoft.com/office/drawing/2014/main" id="{19222C6F-F42B-4FFF-8B54-16F189E8AA81}"/>
                  </a:ext>
                </a:extLst>
              </p:cNvPr>
              <p:cNvSpPr/>
              <p:nvPr/>
            </p:nvSpPr>
            <p:spPr>
              <a:xfrm rot="18063644">
                <a:off x="2339839" y="1665982"/>
                <a:ext cx="49373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8" name="Rounded Rectangle 69">
                <a:extLst>
                  <a:ext uri="{FF2B5EF4-FFF2-40B4-BE49-F238E27FC236}">
                    <a16:creationId xmlns:a16="http://schemas.microsoft.com/office/drawing/2014/main" id="{5B3E37A8-E2AF-4C70-8826-15ABAE91207F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9" name="Oval 39">
                <a:extLst>
                  <a:ext uri="{FF2B5EF4-FFF2-40B4-BE49-F238E27FC236}">
                    <a16:creationId xmlns:a16="http://schemas.microsoft.com/office/drawing/2014/main" id="{E1BB82CC-BC08-4D07-B602-AEE389BD745B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60" name="Oval 39">
                <a:extLst>
                  <a:ext uri="{FF2B5EF4-FFF2-40B4-BE49-F238E27FC236}">
                    <a16:creationId xmlns:a16="http://schemas.microsoft.com/office/drawing/2014/main" id="{BB83B07C-75DF-4011-83DA-F01C4065E2D9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37" name="Group 16">
              <a:extLst>
                <a:ext uri="{FF2B5EF4-FFF2-40B4-BE49-F238E27FC236}">
                  <a16:creationId xmlns:a16="http://schemas.microsoft.com/office/drawing/2014/main" id="{71C5D779-8025-455D-B672-AA888B14E581}"/>
                </a:ext>
              </a:extLst>
            </p:cNvPr>
            <p:cNvGrpSpPr/>
            <p:nvPr/>
          </p:nvGrpSpPr>
          <p:grpSpPr>
            <a:xfrm rot="532827">
              <a:off x="2526045" y="950876"/>
              <a:ext cx="3619070" cy="3396495"/>
              <a:chOff x="509678" y="1797347"/>
              <a:chExt cx="2339381" cy="2195507"/>
            </a:xfrm>
          </p:grpSpPr>
          <p:sp>
            <p:nvSpPr>
              <p:cNvPr id="138" name="Rounded Rectangle 16">
                <a:extLst>
                  <a:ext uri="{FF2B5EF4-FFF2-40B4-BE49-F238E27FC236}">
                    <a16:creationId xmlns:a16="http://schemas.microsoft.com/office/drawing/2014/main" id="{A385A345-2BFC-4922-82C1-A595F81DEB5B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9" name="Rounded Rectangle 17">
                <a:extLst>
                  <a:ext uri="{FF2B5EF4-FFF2-40B4-BE49-F238E27FC236}">
                    <a16:creationId xmlns:a16="http://schemas.microsoft.com/office/drawing/2014/main" id="{1B248E25-C0D8-4F23-BF45-6F67F5CDFE49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0" name="Rounded Rectangle 18">
                <a:extLst>
                  <a:ext uri="{FF2B5EF4-FFF2-40B4-BE49-F238E27FC236}">
                    <a16:creationId xmlns:a16="http://schemas.microsoft.com/office/drawing/2014/main" id="{FE59D3E1-92ED-442B-B2C2-778EE939F3E4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1" name="Rounded Rectangle 19">
                <a:extLst>
                  <a:ext uri="{FF2B5EF4-FFF2-40B4-BE49-F238E27FC236}">
                    <a16:creationId xmlns:a16="http://schemas.microsoft.com/office/drawing/2014/main" id="{12A550FF-7771-4620-A9BC-91DB2EB885B8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2" name="Rounded Rectangle 20">
                <a:extLst>
                  <a:ext uri="{FF2B5EF4-FFF2-40B4-BE49-F238E27FC236}">
                    <a16:creationId xmlns:a16="http://schemas.microsoft.com/office/drawing/2014/main" id="{4F5BD272-B1FC-4ED9-A020-77FAAFA79CCF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3" name="Rounded Rectangle 21">
                <a:extLst>
                  <a:ext uri="{FF2B5EF4-FFF2-40B4-BE49-F238E27FC236}">
                    <a16:creationId xmlns:a16="http://schemas.microsoft.com/office/drawing/2014/main" id="{ADDA985B-FE5C-489B-8842-76C6442CB391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44" name="Rounded Rectangle 22">
                <a:extLst>
                  <a:ext uri="{FF2B5EF4-FFF2-40B4-BE49-F238E27FC236}">
                    <a16:creationId xmlns:a16="http://schemas.microsoft.com/office/drawing/2014/main" id="{C682FC09-DE81-46DF-98A1-3B44C7F79C51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5" name="Rounded Rectangle 23">
                <a:extLst>
                  <a:ext uri="{FF2B5EF4-FFF2-40B4-BE49-F238E27FC236}">
                    <a16:creationId xmlns:a16="http://schemas.microsoft.com/office/drawing/2014/main" id="{D1DB72E1-5A9A-4E89-9BD7-6B723342B0D7}"/>
                  </a:ext>
                </a:extLst>
              </p:cNvPr>
              <p:cNvSpPr/>
              <p:nvPr/>
            </p:nvSpPr>
            <p:spPr>
              <a:xfrm rot="18063644">
                <a:off x="2321860" y="1676143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6" name="Rounded Rectangle 24">
                <a:extLst>
                  <a:ext uri="{FF2B5EF4-FFF2-40B4-BE49-F238E27FC236}">
                    <a16:creationId xmlns:a16="http://schemas.microsoft.com/office/drawing/2014/main" id="{4A16C6C7-2AB3-46F8-B520-F93D9E2A6395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7" name="Oval 39">
                <a:extLst>
                  <a:ext uri="{FF2B5EF4-FFF2-40B4-BE49-F238E27FC236}">
                    <a16:creationId xmlns:a16="http://schemas.microsoft.com/office/drawing/2014/main" id="{C65369A5-F385-4F80-8996-32FD1317E93B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8" name="Oval 39">
                <a:extLst>
                  <a:ext uri="{FF2B5EF4-FFF2-40B4-BE49-F238E27FC236}">
                    <a16:creationId xmlns:a16="http://schemas.microsoft.com/office/drawing/2014/main" id="{0F816807-3D94-4AD8-B06E-D3883FDAD5A9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9" name="Rounded Rectangle 21">
                <a:extLst>
                  <a:ext uri="{FF2B5EF4-FFF2-40B4-BE49-F238E27FC236}">
                    <a16:creationId xmlns:a16="http://schemas.microsoft.com/office/drawing/2014/main" id="{83B9DB7B-1142-4FAA-ABE5-CC27B02A1721}"/>
                  </a:ext>
                </a:extLst>
              </p:cNvPr>
              <p:cNvSpPr/>
              <p:nvPr/>
            </p:nvSpPr>
            <p:spPr>
              <a:xfrm rot="18063644">
                <a:off x="1029053" y="3391349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</p:grpSp>
      <p:grpSp>
        <p:nvGrpSpPr>
          <p:cNvPr id="187" name="Group 14">
            <a:extLst>
              <a:ext uri="{FF2B5EF4-FFF2-40B4-BE49-F238E27FC236}">
                <a16:creationId xmlns:a16="http://schemas.microsoft.com/office/drawing/2014/main" id="{6AD06D51-238F-473E-8FE9-7C9615D36BEE}"/>
              </a:ext>
            </a:extLst>
          </p:cNvPr>
          <p:cNvGrpSpPr/>
          <p:nvPr/>
        </p:nvGrpSpPr>
        <p:grpSpPr>
          <a:xfrm rot="13478333" flipH="1">
            <a:off x="-642764" y="2594638"/>
            <a:ext cx="2096405" cy="1986647"/>
            <a:chOff x="-116760" y="950876"/>
            <a:chExt cx="6261875" cy="5934029"/>
          </a:xfrm>
        </p:grpSpPr>
        <p:grpSp>
          <p:nvGrpSpPr>
            <p:cNvPr id="188" name="Group 15">
              <a:extLst>
                <a:ext uri="{FF2B5EF4-FFF2-40B4-BE49-F238E27FC236}">
                  <a16:creationId xmlns:a16="http://schemas.microsoft.com/office/drawing/2014/main" id="{DC2DBF82-7EA6-4A30-9F9A-6B83E9CBC7F1}"/>
                </a:ext>
              </a:extLst>
            </p:cNvPr>
            <p:cNvGrpSpPr/>
            <p:nvPr/>
          </p:nvGrpSpPr>
          <p:grpSpPr>
            <a:xfrm rot="532827">
              <a:off x="-116760" y="3488410"/>
              <a:ext cx="3619070" cy="3396495"/>
              <a:chOff x="509678" y="1797347"/>
              <a:chExt cx="2339381" cy="2195507"/>
            </a:xfrm>
          </p:grpSpPr>
          <p:sp>
            <p:nvSpPr>
              <p:cNvPr id="202" name="Rounded Rectangle 41">
                <a:extLst>
                  <a:ext uri="{FF2B5EF4-FFF2-40B4-BE49-F238E27FC236}">
                    <a16:creationId xmlns:a16="http://schemas.microsoft.com/office/drawing/2014/main" id="{6DE4BBE5-4A48-486B-97E0-FDAC73977F08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3" name="Rounded Rectangle 62">
                <a:extLst>
                  <a:ext uri="{FF2B5EF4-FFF2-40B4-BE49-F238E27FC236}">
                    <a16:creationId xmlns:a16="http://schemas.microsoft.com/office/drawing/2014/main" id="{5466162C-879F-4DED-BAB5-D376FF32FF4C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4" name="Rounded Rectangle 63">
                <a:extLst>
                  <a:ext uri="{FF2B5EF4-FFF2-40B4-BE49-F238E27FC236}">
                    <a16:creationId xmlns:a16="http://schemas.microsoft.com/office/drawing/2014/main" id="{C23B2182-C816-4A52-B53F-C9CCAF2A4E9E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5" name="Rounded Rectangle 64">
                <a:extLst>
                  <a:ext uri="{FF2B5EF4-FFF2-40B4-BE49-F238E27FC236}">
                    <a16:creationId xmlns:a16="http://schemas.microsoft.com/office/drawing/2014/main" id="{38894396-8216-4E18-9C68-B762D5EAD888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6" name="Rounded Rectangle 65">
                <a:extLst>
                  <a:ext uri="{FF2B5EF4-FFF2-40B4-BE49-F238E27FC236}">
                    <a16:creationId xmlns:a16="http://schemas.microsoft.com/office/drawing/2014/main" id="{D18F496D-6B1A-40AD-8B72-95DCD22EC640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7" name="Rounded Rectangle 66">
                <a:extLst>
                  <a:ext uri="{FF2B5EF4-FFF2-40B4-BE49-F238E27FC236}">
                    <a16:creationId xmlns:a16="http://schemas.microsoft.com/office/drawing/2014/main" id="{A3A6F4B1-AA97-4475-BECF-A55E35EBB14B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8" name="Rounded Rectangle 67">
                <a:extLst>
                  <a:ext uri="{FF2B5EF4-FFF2-40B4-BE49-F238E27FC236}">
                    <a16:creationId xmlns:a16="http://schemas.microsoft.com/office/drawing/2014/main" id="{CB9D96AC-2ABF-42D1-B3DC-FD940C69FE34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9" name="Rounded Rectangle 68">
                <a:extLst>
                  <a:ext uri="{FF2B5EF4-FFF2-40B4-BE49-F238E27FC236}">
                    <a16:creationId xmlns:a16="http://schemas.microsoft.com/office/drawing/2014/main" id="{374E4239-A1D2-4F63-B1C0-723EE0AA7D03}"/>
                  </a:ext>
                </a:extLst>
              </p:cNvPr>
              <p:cNvSpPr/>
              <p:nvPr/>
            </p:nvSpPr>
            <p:spPr>
              <a:xfrm rot="18063644">
                <a:off x="2339839" y="1665982"/>
                <a:ext cx="49373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0" name="Rounded Rectangle 69">
                <a:extLst>
                  <a:ext uri="{FF2B5EF4-FFF2-40B4-BE49-F238E27FC236}">
                    <a16:creationId xmlns:a16="http://schemas.microsoft.com/office/drawing/2014/main" id="{5D697953-C2BC-4A80-A1FA-42EBE7F3284E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1" name="Oval 39">
                <a:extLst>
                  <a:ext uri="{FF2B5EF4-FFF2-40B4-BE49-F238E27FC236}">
                    <a16:creationId xmlns:a16="http://schemas.microsoft.com/office/drawing/2014/main" id="{9AC0EF8B-DB6D-460C-8FFD-765B44B12FF4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12" name="Oval 39">
                <a:extLst>
                  <a:ext uri="{FF2B5EF4-FFF2-40B4-BE49-F238E27FC236}">
                    <a16:creationId xmlns:a16="http://schemas.microsoft.com/office/drawing/2014/main" id="{D9290428-1120-4E95-B354-96FE20EC2672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89" name="Group 16">
              <a:extLst>
                <a:ext uri="{FF2B5EF4-FFF2-40B4-BE49-F238E27FC236}">
                  <a16:creationId xmlns:a16="http://schemas.microsoft.com/office/drawing/2014/main" id="{06A0AFFF-6DC4-42C0-A5CD-8325D21844C4}"/>
                </a:ext>
              </a:extLst>
            </p:cNvPr>
            <p:cNvGrpSpPr/>
            <p:nvPr/>
          </p:nvGrpSpPr>
          <p:grpSpPr>
            <a:xfrm rot="532827">
              <a:off x="2526045" y="950876"/>
              <a:ext cx="3619070" cy="3396495"/>
              <a:chOff x="509678" y="1797347"/>
              <a:chExt cx="2339381" cy="2195507"/>
            </a:xfrm>
          </p:grpSpPr>
          <p:sp>
            <p:nvSpPr>
              <p:cNvPr id="190" name="Rounded Rectangle 16">
                <a:extLst>
                  <a:ext uri="{FF2B5EF4-FFF2-40B4-BE49-F238E27FC236}">
                    <a16:creationId xmlns:a16="http://schemas.microsoft.com/office/drawing/2014/main" id="{345936DB-90A6-486E-9FA9-464C30B20DE4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1" name="Rounded Rectangle 17">
                <a:extLst>
                  <a:ext uri="{FF2B5EF4-FFF2-40B4-BE49-F238E27FC236}">
                    <a16:creationId xmlns:a16="http://schemas.microsoft.com/office/drawing/2014/main" id="{236B7155-1B65-4839-89CB-514228CB2AD6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2" name="Rounded Rectangle 18">
                <a:extLst>
                  <a:ext uri="{FF2B5EF4-FFF2-40B4-BE49-F238E27FC236}">
                    <a16:creationId xmlns:a16="http://schemas.microsoft.com/office/drawing/2014/main" id="{09592CB9-2AC0-444C-90E6-C26B46133A6E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3" name="Rounded Rectangle 19">
                <a:extLst>
                  <a:ext uri="{FF2B5EF4-FFF2-40B4-BE49-F238E27FC236}">
                    <a16:creationId xmlns:a16="http://schemas.microsoft.com/office/drawing/2014/main" id="{C279FEDD-C530-4430-880A-6CB61A79BFF2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4" name="Rounded Rectangle 20">
                <a:extLst>
                  <a:ext uri="{FF2B5EF4-FFF2-40B4-BE49-F238E27FC236}">
                    <a16:creationId xmlns:a16="http://schemas.microsoft.com/office/drawing/2014/main" id="{CE3D5AE4-4974-4BCC-B971-4945574CD812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5" name="Rounded Rectangle 21">
                <a:extLst>
                  <a:ext uri="{FF2B5EF4-FFF2-40B4-BE49-F238E27FC236}">
                    <a16:creationId xmlns:a16="http://schemas.microsoft.com/office/drawing/2014/main" id="{182AEF10-6A6F-43DE-921D-9DD62D3B652A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96" name="Rounded Rectangle 22">
                <a:extLst>
                  <a:ext uri="{FF2B5EF4-FFF2-40B4-BE49-F238E27FC236}">
                    <a16:creationId xmlns:a16="http://schemas.microsoft.com/office/drawing/2014/main" id="{76C65031-689B-4D16-8EB3-596CCBA69EAF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7" name="Rounded Rectangle 23">
                <a:extLst>
                  <a:ext uri="{FF2B5EF4-FFF2-40B4-BE49-F238E27FC236}">
                    <a16:creationId xmlns:a16="http://schemas.microsoft.com/office/drawing/2014/main" id="{B2E48553-1855-4F3D-9583-58B2FBDF686E}"/>
                  </a:ext>
                </a:extLst>
              </p:cNvPr>
              <p:cNvSpPr/>
              <p:nvPr/>
            </p:nvSpPr>
            <p:spPr>
              <a:xfrm rot="18063644">
                <a:off x="2321860" y="1676143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8" name="Rounded Rectangle 24">
                <a:extLst>
                  <a:ext uri="{FF2B5EF4-FFF2-40B4-BE49-F238E27FC236}">
                    <a16:creationId xmlns:a16="http://schemas.microsoft.com/office/drawing/2014/main" id="{8FB5D262-F246-4025-965C-B0C733D3DD09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9" name="Oval 39">
                <a:extLst>
                  <a:ext uri="{FF2B5EF4-FFF2-40B4-BE49-F238E27FC236}">
                    <a16:creationId xmlns:a16="http://schemas.microsoft.com/office/drawing/2014/main" id="{68828ECC-F574-46F4-AEAC-2D7857FD0547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0" name="Oval 39">
                <a:extLst>
                  <a:ext uri="{FF2B5EF4-FFF2-40B4-BE49-F238E27FC236}">
                    <a16:creationId xmlns:a16="http://schemas.microsoft.com/office/drawing/2014/main" id="{6B027822-1A76-4F52-9D5F-20166FDF0886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1" name="Rounded Rectangle 21">
                <a:extLst>
                  <a:ext uri="{FF2B5EF4-FFF2-40B4-BE49-F238E27FC236}">
                    <a16:creationId xmlns:a16="http://schemas.microsoft.com/office/drawing/2014/main" id="{56A8053D-99B3-4BD3-89E5-9945D6164BE2}"/>
                  </a:ext>
                </a:extLst>
              </p:cNvPr>
              <p:cNvSpPr/>
              <p:nvPr/>
            </p:nvSpPr>
            <p:spPr>
              <a:xfrm rot="18063644">
                <a:off x="1029053" y="3391349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</p:grpSp>
      <p:grpSp>
        <p:nvGrpSpPr>
          <p:cNvPr id="239" name="Group 14">
            <a:extLst>
              <a:ext uri="{FF2B5EF4-FFF2-40B4-BE49-F238E27FC236}">
                <a16:creationId xmlns:a16="http://schemas.microsoft.com/office/drawing/2014/main" id="{5F1D1FA3-3F6C-4889-8A07-FCB8C7F6427A}"/>
              </a:ext>
            </a:extLst>
          </p:cNvPr>
          <p:cNvGrpSpPr/>
          <p:nvPr/>
        </p:nvGrpSpPr>
        <p:grpSpPr>
          <a:xfrm rot="13478333" flipH="1">
            <a:off x="10687752" y="-244454"/>
            <a:ext cx="2096405" cy="1986647"/>
            <a:chOff x="-116760" y="950876"/>
            <a:chExt cx="6261875" cy="5934029"/>
          </a:xfrm>
        </p:grpSpPr>
        <p:grpSp>
          <p:nvGrpSpPr>
            <p:cNvPr id="240" name="Group 15">
              <a:extLst>
                <a:ext uri="{FF2B5EF4-FFF2-40B4-BE49-F238E27FC236}">
                  <a16:creationId xmlns:a16="http://schemas.microsoft.com/office/drawing/2014/main" id="{88590ED9-D9A3-4488-A89F-34A262CB71E2}"/>
                </a:ext>
              </a:extLst>
            </p:cNvPr>
            <p:cNvGrpSpPr/>
            <p:nvPr/>
          </p:nvGrpSpPr>
          <p:grpSpPr>
            <a:xfrm rot="532827">
              <a:off x="-116760" y="3488410"/>
              <a:ext cx="3619070" cy="3396495"/>
              <a:chOff x="509678" y="1797347"/>
              <a:chExt cx="2339381" cy="2195507"/>
            </a:xfrm>
          </p:grpSpPr>
          <p:sp>
            <p:nvSpPr>
              <p:cNvPr id="254" name="Rounded Rectangle 41">
                <a:extLst>
                  <a:ext uri="{FF2B5EF4-FFF2-40B4-BE49-F238E27FC236}">
                    <a16:creationId xmlns:a16="http://schemas.microsoft.com/office/drawing/2014/main" id="{E2CD414F-130C-4DAE-A1D2-79911F210B2C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5" name="Rounded Rectangle 62">
                <a:extLst>
                  <a:ext uri="{FF2B5EF4-FFF2-40B4-BE49-F238E27FC236}">
                    <a16:creationId xmlns:a16="http://schemas.microsoft.com/office/drawing/2014/main" id="{190F0232-EEBF-4D56-B6C0-8959DB36C200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6" name="Rounded Rectangle 63">
                <a:extLst>
                  <a:ext uri="{FF2B5EF4-FFF2-40B4-BE49-F238E27FC236}">
                    <a16:creationId xmlns:a16="http://schemas.microsoft.com/office/drawing/2014/main" id="{C2B675D9-A5B7-4512-838F-55A2670585D7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7" name="Rounded Rectangle 64">
                <a:extLst>
                  <a:ext uri="{FF2B5EF4-FFF2-40B4-BE49-F238E27FC236}">
                    <a16:creationId xmlns:a16="http://schemas.microsoft.com/office/drawing/2014/main" id="{BC7F5AAB-6B84-4DEC-8392-D1ABCF82BD8C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8" name="Rounded Rectangle 65">
                <a:extLst>
                  <a:ext uri="{FF2B5EF4-FFF2-40B4-BE49-F238E27FC236}">
                    <a16:creationId xmlns:a16="http://schemas.microsoft.com/office/drawing/2014/main" id="{A753211E-9C7A-4FE4-933D-B42CE6CCAA0C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9" name="Rounded Rectangle 66">
                <a:extLst>
                  <a:ext uri="{FF2B5EF4-FFF2-40B4-BE49-F238E27FC236}">
                    <a16:creationId xmlns:a16="http://schemas.microsoft.com/office/drawing/2014/main" id="{0A34BAD8-180A-4CE5-B2C8-53B352D19161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60" name="Rounded Rectangle 67">
                <a:extLst>
                  <a:ext uri="{FF2B5EF4-FFF2-40B4-BE49-F238E27FC236}">
                    <a16:creationId xmlns:a16="http://schemas.microsoft.com/office/drawing/2014/main" id="{7499261D-1B77-48A0-B5CD-3FB1D8E5E8BC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61" name="Rounded Rectangle 68">
                <a:extLst>
                  <a:ext uri="{FF2B5EF4-FFF2-40B4-BE49-F238E27FC236}">
                    <a16:creationId xmlns:a16="http://schemas.microsoft.com/office/drawing/2014/main" id="{A1C1781F-007F-4980-9C48-774490B5D056}"/>
                  </a:ext>
                </a:extLst>
              </p:cNvPr>
              <p:cNvSpPr/>
              <p:nvPr/>
            </p:nvSpPr>
            <p:spPr>
              <a:xfrm rot="18063644">
                <a:off x="2339839" y="1665982"/>
                <a:ext cx="49373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62" name="Rounded Rectangle 69">
                <a:extLst>
                  <a:ext uri="{FF2B5EF4-FFF2-40B4-BE49-F238E27FC236}">
                    <a16:creationId xmlns:a16="http://schemas.microsoft.com/office/drawing/2014/main" id="{A6D40287-1A45-4F92-9CD0-E1C6CACF63EE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63" name="Oval 39">
                <a:extLst>
                  <a:ext uri="{FF2B5EF4-FFF2-40B4-BE49-F238E27FC236}">
                    <a16:creationId xmlns:a16="http://schemas.microsoft.com/office/drawing/2014/main" id="{C742BACE-8B91-44ED-AA35-B8AF4003E739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64" name="Oval 39">
                <a:extLst>
                  <a:ext uri="{FF2B5EF4-FFF2-40B4-BE49-F238E27FC236}">
                    <a16:creationId xmlns:a16="http://schemas.microsoft.com/office/drawing/2014/main" id="{B21B19D8-4F22-4AAA-ACEA-A2FD28F980F4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241" name="Group 16">
              <a:extLst>
                <a:ext uri="{FF2B5EF4-FFF2-40B4-BE49-F238E27FC236}">
                  <a16:creationId xmlns:a16="http://schemas.microsoft.com/office/drawing/2014/main" id="{E62CB089-A1CD-4827-98FB-0E513FDC0F71}"/>
                </a:ext>
              </a:extLst>
            </p:cNvPr>
            <p:cNvGrpSpPr/>
            <p:nvPr/>
          </p:nvGrpSpPr>
          <p:grpSpPr>
            <a:xfrm rot="532827">
              <a:off x="2526045" y="950876"/>
              <a:ext cx="3619070" cy="3396495"/>
              <a:chOff x="509678" y="1797347"/>
              <a:chExt cx="2339381" cy="2195507"/>
            </a:xfrm>
          </p:grpSpPr>
          <p:sp>
            <p:nvSpPr>
              <p:cNvPr id="242" name="Rounded Rectangle 16">
                <a:extLst>
                  <a:ext uri="{FF2B5EF4-FFF2-40B4-BE49-F238E27FC236}">
                    <a16:creationId xmlns:a16="http://schemas.microsoft.com/office/drawing/2014/main" id="{D456B80B-ABA1-462C-80E9-DB3639CA3645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43" name="Rounded Rectangle 17">
                <a:extLst>
                  <a:ext uri="{FF2B5EF4-FFF2-40B4-BE49-F238E27FC236}">
                    <a16:creationId xmlns:a16="http://schemas.microsoft.com/office/drawing/2014/main" id="{A913A524-A48E-4BE3-A67A-FF1F91D91A9B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44" name="Rounded Rectangle 18">
                <a:extLst>
                  <a:ext uri="{FF2B5EF4-FFF2-40B4-BE49-F238E27FC236}">
                    <a16:creationId xmlns:a16="http://schemas.microsoft.com/office/drawing/2014/main" id="{DD1C1235-46ED-44FA-BCEB-4FAB1466EC94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45" name="Rounded Rectangle 19">
                <a:extLst>
                  <a:ext uri="{FF2B5EF4-FFF2-40B4-BE49-F238E27FC236}">
                    <a16:creationId xmlns:a16="http://schemas.microsoft.com/office/drawing/2014/main" id="{1B1DE3B7-066D-4BB3-BDA9-27F53198DD0B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46" name="Rounded Rectangle 20">
                <a:extLst>
                  <a:ext uri="{FF2B5EF4-FFF2-40B4-BE49-F238E27FC236}">
                    <a16:creationId xmlns:a16="http://schemas.microsoft.com/office/drawing/2014/main" id="{706889C7-868C-4593-B491-78205FB251F3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47" name="Rounded Rectangle 21">
                <a:extLst>
                  <a:ext uri="{FF2B5EF4-FFF2-40B4-BE49-F238E27FC236}">
                    <a16:creationId xmlns:a16="http://schemas.microsoft.com/office/drawing/2014/main" id="{C5F1E7F0-55CB-4C78-A5A4-EC81DDAD68E5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48" name="Rounded Rectangle 22">
                <a:extLst>
                  <a:ext uri="{FF2B5EF4-FFF2-40B4-BE49-F238E27FC236}">
                    <a16:creationId xmlns:a16="http://schemas.microsoft.com/office/drawing/2014/main" id="{53B9F88C-79DF-4FB5-8872-051399A69841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49" name="Rounded Rectangle 23">
                <a:extLst>
                  <a:ext uri="{FF2B5EF4-FFF2-40B4-BE49-F238E27FC236}">
                    <a16:creationId xmlns:a16="http://schemas.microsoft.com/office/drawing/2014/main" id="{C5F3A096-8294-4A61-A8F7-FC4F55C51F27}"/>
                  </a:ext>
                </a:extLst>
              </p:cNvPr>
              <p:cNvSpPr/>
              <p:nvPr/>
            </p:nvSpPr>
            <p:spPr>
              <a:xfrm rot="18063644">
                <a:off x="2321860" y="1676143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0" name="Rounded Rectangle 24">
                <a:extLst>
                  <a:ext uri="{FF2B5EF4-FFF2-40B4-BE49-F238E27FC236}">
                    <a16:creationId xmlns:a16="http://schemas.microsoft.com/office/drawing/2014/main" id="{803B65DB-EBB0-4225-9EB1-5D60AC441164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1" name="Oval 39">
                <a:extLst>
                  <a:ext uri="{FF2B5EF4-FFF2-40B4-BE49-F238E27FC236}">
                    <a16:creationId xmlns:a16="http://schemas.microsoft.com/office/drawing/2014/main" id="{21B74E12-E3FE-44F9-B3AF-CFBB12E92972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2" name="Oval 39">
                <a:extLst>
                  <a:ext uri="{FF2B5EF4-FFF2-40B4-BE49-F238E27FC236}">
                    <a16:creationId xmlns:a16="http://schemas.microsoft.com/office/drawing/2014/main" id="{E02CF7D5-2EED-4C1D-8FE2-7A4D0908849A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3" name="Rounded Rectangle 21">
                <a:extLst>
                  <a:ext uri="{FF2B5EF4-FFF2-40B4-BE49-F238E27FC236}">
                    <a16:creationId xmlns:a16="http://schemas.microsoft.com/office/drawing/2014/main" id="{996CAB9F-4117-4921-886D-3552CF164FED}"/>
                  </a:ext>
                </a:extLst>
              </p:cNvPr>
              <p:cNvSpPr/>
              <p:nvPr/>
            </p:nvSpPr>
            <p:spPr>
              <a:xfrm rot="18063644">
                <a:off x="1029053" y="3391349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</p:grpSp>
      <p:grpSp>
        <p:nvGrpSpPr>
          <p:cNvPr id="265" name="Group 14">
            <a:extLst>
              <a:ext uri="{FF2B5EF4-FFF2-40B4-BE49-F238E27FC236}">
                <a16:creationId xmlns:a16="http://schemas.microsoft.com/office/drawing/2014/main" id="{D1D77BBC-07CC-4940-A338-70F3D64B34D7}"/>
              </a:ext>
            </a:extLst>
          </p:cNvPr>
          <p:cNvGrpSpPr/>
          <p:nvPr/>
        </p:nvGrpSpPr>
        <p:grpSpPr>
          <a:xfrm rot="13478333" flipH="1">
            <a:off x="10745763" y="2182520"/>
            <a:ext cx="2096405" cy="1986647"/>
            <a:chOff x="-116760" y="950876"/>
            <a:chExt cx="6261875" cy="5934029"/>
          </a:xfrm>
        </p:grpSpPr>
        <p:grpSp>
          <p:nvGrpSpPr>
            <p:cNvPr id="266" name="Group 15">
              <a:extLst>
                <a:ext uri="{FF2B5EF4-FFF2-40B4-BE49-F238E27FC236}">
                  <a16:creationId xmlns:a16="http://schemas.microsoft.com/office/drawing/2014/main" id="{7494752E-39D2-474D-8941-A3D208C51E49}"/>
                </a:ext>
              </a:extLst>
            </p:cNvPr>
            <p:cNvGrpSpPr/>
            <p:nvPr/>
          </p:nvGrpSpPr>
          <p:grpSpPr>
            <a:xfrm rot="532827">
              <a:off x="-116760" y="3488410"/>
              <a:ext cx="3619070" cy="3396495"/>
              <a:chOff x="509678" y="1797347"/>
              <a:chExt cx="2339381" cy="2195507"/>
            </a:xfrm>
          </p:grpSpPr>
          <p:sp>
            <p:nvSpPr>
              <p:cNvPr id="280" name="Rounded Rectangle 41">
                <a:extLst>
                  <a:ext uri="{FF2B5EF4-FFF2-40B4-BE49-F238E27FC236}">
                    <a16:creationId xmlns:a16="http://schemas.microsoft.com/office/drawing/2014/main" id="{5895C47F-F58F-4E5B-9F71-DE2871117AD2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1" name="Rounded Rectangle 62">
                <a:extLst>
                  <a:ext uri="{FF2B5EF4-FFF2-40B4-BE49-F238E27FC236}">
                    <a16:creationId xmlns:a16="http://schemas.microsoft.com/office/drawing/2014/main" id="{17F6CE58-73EC-473F-B2D6-A3626AA87399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2" name="Rounded Rectangle 63">
                <a:extLst>
                  <a:ext uri="{FF2B5EF4-FFF2-40B4-BE49-F238E27FC236}">
                    <a16:creationId xmlns:a16="http://schemas.microsoft.com/office/drawing/2014/main" id="{AF4B63FB-84D0-4FFD-A012-414DF68AE9C2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3" name="Rounded Rectangle 64">
                <a:extLst>
                  <a:ext uri="{FF2B5EF4-FFF2-40B4-BE49-F238E27FC236}">
                    <a16:creationId xmlns:a16="http://schemas.microsoft.com/office/drawing/2014/main" id="{F3AD2859-A604-4532-A563-3503D122DB06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4" name="Rounded Rectangle 65">
                <a:extLst>
                  <a:ext uri="{FF2B5EF4-FFF2-40B4-BE49-F238E27FC236}">
                    <a16:creationId xmlns:a16="http://schemas.microsoft.com/office/drawing/2014/main" id="{6A211D09-0C6F-4038-85A4-EA530FCA43CC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5" name="Rounded Rectangle 66">
                <a:extLst>
                  <a:ext uri="{FF2B5EF4-FFF2-40B4-BE49-F238E27FC236}">
                    <a16:creationId xmlns:a16="http://schemas.microsoft.com/office/drawing/2014/main" id="{90719E3A-56F9-493C-89DC-6B398640677B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6" name="Rounded Rectangle 67">
                <a:extLst>
                  <a:ext uri="{FF2B5EF4-FFF2-40B4-BE49-F238E27FC236}">
                    <a16:creationId xmlns:a16="http://schemas.microsoft.com/office/drawing/2014/main" id="{679835BE-EE0C-45A1-846A-8DD3A0B39B0E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7" name="Rounded Rectangle 68">
                <a:extLst>
                  <a:ext uri="{FF2B5EF4-FFF2-40B4-BE49-F238E27FC236}">
                    <a16:creationId xmlns:a16="http://schemas.microsoft.com/office/drawing/2014/main" id="{3A2FCDE7-9812-43C4-962B-D4390CC6E088}"/>
                  </a:ext>
                </a:extLst>
              </p:cNvPr>
              <p:cNvSpPr/>
              <p:nvPr/>
            </p:nvSpPr>
            <p:spPr>
              <a:xfrm rot="18063644">
                <a:off x="2339839" y="1665982"/>
                <a:ext cx="49373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8" name="Rounded Rectangle 69">
                <a:extLst>
                  <a:ext uri="{FF2B5EF4-FFF2-40B4-BE49-F238E27FC236}">
                    <a16:creationId xmlns:a16="http://schemas.microsoft.com/office/drawing/2014/main" id="{A74DF4D8-78A4-4F19-9AA3-51BD55699313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9" name="Oval 39">
                <a:extLst>
                  <a:ext uri="{FF2B5EF4-FFF2-40B4-BE49-F238E27FC236}">
                    <a16:creationId xmlns:a16="http://schemas.microsoft.com/office/drawing/2014/main" id="{3B8037B2-D4DB-4201-9A60-36E43575C92B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90" name="Oval 39">
                <a:extLst>
                  <a:ext uri="{FF2B5EF4-FFF2-40B4-BE49-F238E27FC236}">
                    <a16:creationId xmlns:a16="http://schemas.microsoft.com/office/drawing/2014/main" id="{9E6FA285-C876-424A-9DAF-181F02F78F9A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267" name="Group 16">
              <a:extLst>
                <a:ext uri="{FF2B5EF4-FFF2-40B4-BE49-F238E27FC236}">
                  <a16:creationId xmlns:a16="http://schemas.microsoft.com/office/drawing/2014/main" id="{6DD76471-433B-4EE0-A61A-B08403BB56E1}"/>
                </a:ext>
              </a:extLst>
            </p:cNvPr>
            <p:cNvGrpSpPr/>
            <p:nvPr/>
          </p:nvGrpSpPr>
          <p:grpSpPr>
            <a:xfrm rot="532827">
              <a:off x="2526045" y="950876"/>
              <a:ext cx="3619070" cy="3396495"/>
              <a:chOff x="509678" y="1797347"/>
              <a:chExt cx="2339381" cy="2195507"/>
            </a:xfrm>
          </p:grpSpPr>
          <p:sp>
            <p:nvSpPr>
              <p:cNvPr id="268" name="Rounded Rectangle 16">
                <a:extLst>
                  <a:ext uri="{FF2B5EF4-FFF2-40B4-BE49-F238E27FC236}">
                    <a16:creationId xmlns:a16="http://schemas.microsoft.com/office/drawing/2014/main" id="{AA69E727-E576-46EC-B9C4-FB948EBF263F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69" name="Rounded Rectangle 17">
                <a:extLst>
                  <a:ext uri="{FF2B5EF4-FFF2-40B4-BE49-F238E27FC236}">
                    <a16:creationId xmlns:a16="http://schemas.microsoft.com/office/drawing/2014/main" id="{1610CBCF-C8C6-497B-B402-AA2385AB516A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0" name="Rounded Rectangle 18">
                <a:extLst>
                  <a:ext uri="{FF2B5EF4-FFF2-40B4-BE49-F238E27FC236}">
                    <a16:creationId xmlns:a16="http://schemas.microsoft.com/office/drawing/2014/main" id="{990B801B-9608-429F-A8D3-60156A917490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1" name="Rounded Rectangle 19">
                <a:extLst>
                  <a:ext uri="{FF2B5EF4-FFF2-40B4-BE49-F238E27FC236}">
                    <a16:creationId xmlns:a16="http://schemas.microsoft.com/office/drawing/2014/main" id="{C3462BB6-268C-4428-971D-7BD7CBAF5EA8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2" name="Rounded Rectangle 20">
                <a:extLst>
                  <a:ext uri="{FF2B5EF4-FFF2-40B4-BE49-F238E27FC236}">
                    <a16:creationId xmlns:a16="http://schemas.microsoft.com/office/drawing/2014/main" id="{8C29FDAE-55C8-489E-BE6E-52B66310BA4B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3" name="Rounded Rectangle 21">
                <a:extLst>
                  <a:ext uri="{FF2B5EF4-FFF2-40B4-BE49-F238E27FC236}">
                    <a16:creationId xmlns:a16="http://schemas.microsoft.com/office/drawing/2014/main" id="{80CED494-EBF2-49CB-B88A-3FEB85074D92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74" name="Rounded Rectangle 22">
                <a:extLst>
                  <a:ext uri="{FF2B5EF4-FFF2-40B4-BE49-F238E27FC236}">
                    <a16:creationId xmlns:a16="http://schemas.microsoft.com/office/drawing/2014/main" id="{BD995BC9-30D2-462C-8C54-AD622F9399E7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5" name="Rounded Rectangle 23">
                <a:extLst>
                  <a:ext uri="{FF2B5EF4-FFF2-40B4-BE49-F238E27FC236}">
                    <a16:creationId xmlns:a16="http://schemas.microsoft.com/office/drawing/2014/main" id="{C464E6DF-5854-4084-AE8E-BEB4B4705EE5}"/>
                  </a:ext>
                </a:extLst>
              </p:cNvPr>
              <p:cNvSpPr/>
              <p:nvPr/>
            </p:nvSpPr>
            <p:spPr>
              <a:xfrm rot="18063644">
                <a:off x="2321860" y="1676143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6" name="Rounded Rectangle 24">
                <a:extLst>
                  <a:ext uri="{FF2B5EF4-FFF2-40B4-BE49-F238E27FC236}">
                    <a16:creationId xmlns:a16="http://schemas.microsoft.com/office/drawing/2014/main" id="{E3635860-1233-4D1E-8A53-A9EFA2B7E1AD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7" name="Oval 39">
                <a:extLst>
                  <a:ext uri="{FF2B5EF4-FFF2-40B4-BE49-F238E27FC236}">
                    <a16:creationId xmlns:a16="http://schemas.microsoft.com/office/drawing/2014/main" id="{D0D69F65-3B16-4431-87E2-80BA479D623D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8" name="Oval 39">
                <a:extLst>
                  <a:ext uri="{FF2B5EF4-FFF2-40B4-BE49-F238E27FC236}">
                    <a16:creationId xmlns:a16="http://schemas.microsoft.com/office/drawing/2014/main" id="{DDAB5A96-1CDA-4EF0-92A9-AE1D8E9A4E1E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9" name="Rounded Rectangle 21">
                <a:extLst>
                  <a:ext uri="{FF2B5EF4-FFF2-40B4-BE49-F238E27FC236}">
                    <a16:creationId xmlns:a16="http://schemas.microsoft.com/office/drawing/2014/main" id="{D991CA70-4668-4545-9524-3E8D6F2F4041}"/>
                  </a:ext>
                </a:extLst>
              </p:cNvPr>
              <p:cNvSpPr/>
              <p:nvPr/>
            </p:nvSpPr>
            <p:spPr>
              <a:xfrm rot="18063644">
                <a:off x="1029053" y="3391349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</p:grpSp>
      <p:grpSp>
        <p:nvGrpSpPr>
          <p:cNvPr id="291" name="Group 14">
            <a:extLst>
              <a:ext uri="{FF2B5EF4-FFF2-40B4-BE49-F238E27FC236}">
                <a16:creationId xmlns:a16="http://schemas.microsoft.com/office/drawing/2014/main" id="{487EDB80-2645-4270-B890-8041534554BD}"/>
              </a:ext>
            </a:extLst>
          </p:cNvPr>
          <p:cNvGrpSpPr/>
          <p:nvPr/>
        </p:nvGrpSpPr>
        <p:grpSpPr>
          <a:xfrm rot="13478333" flipH="1">
            <a:off x="10804075" y="4594140"/>
            <a:ext cx="2096405" cy="1986647"/>
            <a:chOff x="-116760" y="950876"/>
            <a:chExt cx="6261875" cy="5934029"/>
          </a:xfrm>
        </p:grpSpPr>
        <p:grpSp>
          <p:nvGrpSpPr>
            <p:cNvPr id="292" name="Group 15">
              <a:extLst>
                <a:ext uri="{FF2B5EF4-FFF2-40B4-BE49-F238E27FC236}">
                  <a16:creationId xmlns:a16="http://schemas.microsoft.com/office/drawing/2014/main" id="{CFBDA4E0-BE9D-4CC8-B713-33635E2B7EEB}"/>
                </a:ext>
              </a:extLst>
            </p:cNvPr>
            <p:cNvGrpSpPr/>
            <p:nvPr/>
          </p:nvGrpSpPr>
          <p:grpSpPr>
            <a:xfrm rot="532827">
              <a:off x="-116760" y="3488410"/>
              <a:ext cx="3619070" cy="3396495"/>
              <a:chOff x="509678" y="1797347"/>
              <a:chExt cx="2339381" cy="2195507"/>
            </a:xfrm>
          </p:grpSpPr>
          <p:sp>
            <p:nvSpPr>
              <p:cNvPr id="306" name="Rounded Rectangle 41">
                <a:extLst>
                  <a:ext uri="{FF2B5EF4-FFF2-40B4-BE49-F238E27FC236}">
                    <a16:creationId xmlns:a16="http://schemas.microsoft.com/office/drawing/2014/main" id="{E6DF3DA4-8584-47A6-BF7D-1D60240F044E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07" name="Rounded Rectangle 62">
                <a:extLst>
                  <a:ext uri="{FF2B5EF4-FFF2-40B4-BE49-F238E27FC236}">
                    <a16:creationId xmlns:a16="http://schemas.microsoft.com/office/drawing/2014/main" id="{F8330174-10B3-45A5-91AC-76A8DB2EF6B0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08" name="Rounded Rectangle 63">
                <a:extLst>
                  <a:ext uri="{FF2B5EF4-FFF2-40B4-BE49-F238E27FC236}">
                    <a16:creationId xmlns:a16="http://schemas.microsoft.com/office/drawing/2014/main" id="{D5B9FF47-E7E1-402E-8C38-0AC01094A81A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09" name="Rounded Rectangle 64">
                <a:extLst>
                  <a:ext uri="{FF2B5EF4-FFF2-40B4-BE49-F238E27FC236}">
                    <a16:creationId xmlns:a16="http://schemas.microsoft.com/office/drawing/2014/main" id="{B162E06E-C446-419A-B3CF-08740624A1CF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10" name="Rounded Rectangle 65">
                <a:extLst>
                  <a:ext uri="{FF2B5EF4-FFF2-40B4-BE49-F238E27FC236}">
                    <a16:creationId xmlns:a16="http://schemas.microsoft.com/office/drawing/2014/main" id="{528DA620-C594-46FE-80DA-09691BA3ABEE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11" name="Rounded Rectangle 66">
                <a:extLst>
                  <a:ext uri="{FF2B5EF4-FFF2-40B4-BE49-F238E27FC236}">
                    <a16:creationId xmlns:a16="http://schemas.microsoft.com/office/drawing/2014/main" id="{43EA4D09-8565-4806-BF44-923BA1A4E496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12" name="Rounded Rectangle 67">
                <a:extLst>
                  <a:ext uri="{FF2B5EF4-FFF2-40B4-BE49-F238E27FC236}">
                    <a16:creationId xmlns:a16="http://schemas.microsoft.com/office/drawing/2014/main" id="{CEFA4B92-3FD5-48D9-9CCE-3512E1D82DC9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13" name="Rounded Rectangle 68">
                <a:extLst>
                  <a:ext uri="{FF2B5EF4-FFF2-40B4-BE49-F238E27FC236}">
                    <a16:creationId xmlns:a16="http://schemas.microsoft.com/office/drawing/2014/main" id="{E088EE97-6529-4D6C-8A12-8695A659EFB8}"/>
                  </a:ext>
                </a:extLst>
              </p:cNvPr>
              <p:cNvSpPr/>
              <p:nvPr/>
            </p:nvSpPr>
            <p:spPr>
              <a:xfrm rot="18063644">
                <a:off x="2339839" y="1665982"/>
                <a:ext cx="49373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14" name="Rounded Rectangle 69">
                <a:extLst>
                  <a:ext uri="{FF2B5EF4-FFF2-40B4-BE49-F238E27FC236}">
                    <a16:creationId xmlns:a16="http://schemas.microsoft.com/office/drawing/2014/main" id="{5A5F7645-9E50-421B-93FE-70C8468B4512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15" name="Oval 39">
                <a:extLst>
                  <a:ext uri="{FF2B5EF4-FFF2-40B4-BE49-F238E27FC236}">
                    <a16:creationId xmlns:a16="http://schemas.microsoft.com/office/drawing/2014/main" id="{B32F9D36-B613-445A-A815-03C2C826BEC4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16" name="Oval 39">
                <a:extLst>
                  <a:ext uri="{FF2B5EF4-FFF2-40B4-BE49-F238E27FC236}">
                    <a16:creationId xmlns:a16="http://schemas.microsoft.com/office/drawing/2014/main" id="{5C0CEF42-5727-4110-8E9F-930B5D742A85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293" name="Group 16">
              <a:extLst>
                <a:ext uri="{FF2B5EF4-FFF2-40B4-BE49-F238E27FC236}">
                  <a16:creationId xmlns:a16="http://schemas.microsoft.com/office/drawing/2014/main" id="{445D3EA1-97D1-4282-B7EA-F7B4510A8171}"/>
                </a:ext>
              </a:extLst>
            </p:cNvPr>
            <p:cNvGrpSpPr/>
            <p:nvPr/>
          </p:nvGrpSpPr>
          <p:grpSpPr>
            <a:xfrm rot="532827">
              <a:off x="2526045" y="950876"/>
              <a:ext cx="3619070" cy="3396495"/>
              <a:chOff x="509678" y="1797347"/>
              <a:chExt cx="2339381" cy="2195507"/>
            </a:xfrm>
          </p:grpSpPr>
          <p:sp>
            <p:nvSpPr>
              <p:cNvPr id="294" name="Rounded Rectangle 16">
                <a:extLst>
                  <a:ext uri="{FF2B5EF4-FFF2-40B4-BE49-F238E27FC236}">
                    <a16:creationId xmlns:a16="http://schemas.microsoft.com/office/drawing/2014/main" id="{9D70AC6C-E0E7-4662-B846-C347489B4A95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95" name="Rounded Rectangle 17">
                <a:extLst>
                  <a:ext uri="{FF2B5EF4-FFF2-40B4-BE49-F238E27FC236}">
                    <a16:creationId xmlns:a16="http://schemas.microsoft.com/office/drawing/2014/main" id="{2DDE7060-82EB-4884-B52A-3E651A8DC30B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96" name="Rounded Rectangle 18">
                <a:extLst>
                  <a:ext uri="{FF2B5EF4-FFF2-40B4-BE49-F238E27FC236}">
                    <a16:creationId xmlns:a16="http://schemas.microsoft.com/office/drawing/2014/main" id="{A9564D9A-738D-44A9-BD67-A8F81E4BEF36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97" name="Rounded Rectangle 19">
                <a:extLst>
                  <a:ext uri="{FF2B5EF4-FFF2-40B4-BE49-F238E27FC236}">
                    <a16:creationId xmlns:a16="http://schemas.microsoft.com/office/drawing/2014/main" id="{64FD2A4F-1ADA-4551-938C-571F387E2753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98" name="Rounded Rectangle 20">
                <a:extLst>
                  <a:ext uri="{FF2B5EF4-FFF2-40B4-BE49-F238E27FC236}">
                    <a16:creationId xmlns:a16="http://schemas.microsoft.com/office/drawing/2014/main" id="{BD4CEA66-58BE-4D71-BA66-43692F734ACF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99" name="Rounded Rectangle 21">
                <a:extLst>
                  <a:ext uri="{FF2B5EF4-FFF2-40B4-BE49-F238E27FC236}">
                    <a16:creationId xmlns:a16="http://schemas.microsoft.com/office/drawing/2014/main" id="{06705215-0080-4D15-929A-4097E9EDAF94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00" name="Rounded Rectangle 22">
                <a:extLst>
                  <a:ext uri="{FF2B5EF4-FFF2-40B4-BE49-F238E27FC236}">
                    <a16:creationId xmlns:a16="http://schemas.microsoft.com/office/drawing/2014/main" id="{99830899-0EA1-43D4-BD78-77508DE1EFEF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01" name="Rounded Rectangle 23">
                <a:extLst>
                  <a:ext uri="{FF2B5EF4-FFF2-40B4-BE49-F238E27FC236}">
                    <a16:creationId xmlns:a16="http://schemas.microsoft.com/office/drawing/2014/main" id="{4ECC4A9E-2E1D-44B4-99C4-FF4E9AEFD9BC}"/>
                  </a:ext>
                </a:extLst>
              </p:cNvPr>
              <p:cNvSpPr/>
              <p:nvPr/>
            </p:nvSpPr>
            <p:spPr>
              <a:xfrm rot="18063644">
                <a:off x="2321860" y="1676143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02" name="Rounded Rectangle 24">
                <a:extLst>
                  <a:ext uri="{FF2B5EF4-FFF2-40B4-BE49-F238E27FC236}">
                    <a16:creationId xmlns:a16="http://schemas.microsoft.com/office/drawing/2014/main" id="{5B59FAE5-28B3-4BAD-A518-D6920221E98B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03" name="Oval 39">
                <a:extLst>
                  <a:ext uri="{FF2B5EF4-FFF2-40B4-BE49-F238E27FC236}">
                    <a16:creationId xmlns:a16="http://schemas.microsoft.com/office/drawing/2014/main" id="{C030D88F-51A0-40DD-8351-5B950B8E686A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04" name="Oval 39">
                <a:extLst>
                  <a:ext uri="{FF2B5EF4-FFF2-40B4-BE49-F238E27FC236}">
                    <a16:creationId xmlns:a16="http://schemas.microsoft.com/office/drawing/2014/main" id="{69896BD9-70EB-4E21-B7BA-948DFD99FB5A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05" name="Rounded Rectangle 21">
                <a:extLst>
                  <a:ext uri="{FF2B5EF4-FFF2-40B4-BE49-F238E27FC236}">
                    <a16:creationId xmlns:a16="http://schemas.microsoft.com/office/drawing/2014/main" id="{77075AFA-7A34-4D7E-8434-ECA60164CDD0}"/>
                  </a:ext>
                </a:extLst>
              </p:cNvPr>
              <p:cNvSpPr/>
              <p:nvPr/>
            </p:nvSpPr>
            <p:spPr>
              <a:xfrm rot="18063644">
                <a:off x="1029053" y="3391349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</p:grpSp>
      <p:sp>
        <p:nvSpPr>
          <p:cNvPr id="317" name="Text Placeholder 8">
            <a:extLst>
              <a:ext uri="{FF2B5EF4-FFF2-40B4-BE49-F238E27FC236}">
                <a16:creationId xmlns:a16="http://schemas.microsoft.com/office/drawing/2014/main" id="{69603FF3-7A17-4D9C-BF09-233275821938}"/>
              </a:ext>
            </a:extLst>
          </p:cNvPr>
          <p:cNvSpPr txBox="1">
            <a:spLocks/>
          </p:cNvSpPr>
          <p:nvPr/>
        </p:nvSpPr>
        <p:spPr>
          <a:xfrm>
            <a:off x="826804" y="1082276"/>
            <a:ext cx="9950996" cy="4354256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b="1" i="0" dirty="0">
                <a:solidFill>
                  <a:schemeClr val="tx1"/>
                </a:solidFill>
                <a:effectLst/>
                <a:latin typeface="system-ui"/>
              </a:rPr>
              <a:t>Нарушения в работе иммунной системы могут привести к различным последствиям, например:</a:t>
            </a:r>
            <a:br>
              <a:rPr lang="ru-RU" sz="2000" dirty="0">
                <a:solidFill>
                  <a:schemeClr val="tx1"/>
                </a:solidFill>
              </a:rPr>
            </a:br>
            <a:endParaRPr lang="ru-RU" sz="20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/>
                </a:solidFill>
                <a:effectLst/>
                <a:latin typeface="system-ui"/>
              </a:rPr>
              <a:t>Иммунодефицитные состояния 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system-ui"/>
              </a:rPr>
              <a:t>— состояния, при которых иммунная система организма не функционирует должным образом, что может привести к повышенной чувствительности к инфекциям. Примеры — ВИЧ-инфекция, СПИД, а также генетические заболевания, такие как врождённый иммунодефицит.</a:t>
            </a:r>
            <a:br>
              <a:rPr lang="ru-RU" sz="2000" dirty="0">
                <a:solidFill>
                  <a:schemeClr val="tx1"/>
                </a:solidFill>
              </a:rPr>
            </a:br>
            <a:endParaRPr lang="ru-RU" sz="20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/>
                </a:solidFill>
                <a:effectLst/>
                <a:latin typeface="system-ui"/>
              </a:rPr>
              <a:t>Аутоиммунные заболевания 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system-ui"/>
              </a:rPr>
              <a:t>— группа заболеваний, при которых иммунная система начинает атаковать свои собственные ткани и органы. Например, системная красная волчанка, ревматоидный артрит.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system-ui"/>
              </a:rPr>
              <a:t>Аллергические реакции — реакции иммунной системы на различные аллергены, такие как пыльца, пищевые продукты, животные и другие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937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2F35897-6A35-4D3E-86BF-1DFFD95AF155}"/>
              </a:ext>
            </a:extLst>
          </p:cNvPr>
          <p:cNvGrpSpPr/>
          <p:nvPr/>
        </p:nvGrpSpPr>
        <p:grpSpPr>
          <a:xfrm rot="17784187" flipH="1">
            <a:off x="3459908" y="2834528"/>
            <a:ext cx="2096405" cy="1986647"/>
            <a:chOff x="-116760" y="950876"/>
            <a:chExt cx="6261875" cy="593402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48C0C4-8541-49C9-8D51-83BD795767E6}"/>
                </a:ext>
              </a:extLst>
            </p:cNvPr>
            <p:cNvGrpSpPr/>
            <p:nvPr/>
          </p:nvGrpSpPr>
          <p:grpSpPr>
            <a:xfrm rot="532827">
              <a:off x="-116760" y="3488410"/>
              <a:ext cx="3619070" cy="3396495"/>
              <a:chOff x="509678" y="1797347"/>
              <a:chExt cx="2339381" cy="2195507"/>
            </a:xfrm>
          </p:grpSpPr>
          <p:sp>
            <p:nvSpPr>
              <p:cNvPr id="30" name="Rounded Rectangle 41">
                <a:extLst>
                  <a:ext uri="{FF2B5EF4-FFF2-40B4-BE49-F238E27FC236}">
                    <a16:creationId xmlns:a16="http://schemas.microsoft.com/office/drawing/2014/main" id="{EA058A82-0B26-41BD-A873-CA7A0D12A0F5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1" name="Rounded Rectangle 62">
                <a:extLst>
                  <a:ext uri="{FF2B5EF4-FFF2-40B4-BE49-F238E27FC236}">
                    <a16:creationId xmlns:a16="http://schemas.microsoft.com/office/drawing/2014/main" id="{5CCA823E-B4BE-4AE8-A11C-4126690B1DAF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2" name="Rounded Rectangle 63">
                <a:extLst>
                  <a:ext uri="{FF2B5EF4-FFF2-40B4-BE49-F238E27FC236}">
                    <a16:creationId xmlns:a16="http://schemas.microsoft.com/office/drawing/2014/main" id="{606E46EE-02B9-4003-8145-D9C69B37F2C8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3" name="Rounded Rectangle 64">
                <a:extLst>
                  <a:ext uri="{FF2B5EF4-FFF2-40B4-BE49-F238E27FC236}">
                    <a16:creationId xmlns:a16="http://schemas.microsoft.com/office/drawing/2014/main" id="{C173C5C8-1624-4C1A-BDF5-B4DE0609105D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4" name="Rounded Rectangle 65">
                <a:extLst>
                  <a:ext uri="{FF2B5EF4-FFF2-40B4-BE49-F238E27FC236}">
                    <a16:creationId xmlns:a16="http://schemas.microsoft.com/office/drawing/2014/main" id="{1D1E7564-9F07-4D22-BB6D-CD09C1915FE5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5" name="Rounded Rectangle 66">
                <a:extLst>
                  <a:ext uri="{FF2B5EF4-FFF2-40B4-BE49-F238E27FC236}">
                    <a16:creationId xmlns:a16="http://schemas.microsoft.com/office/drawing/2014/main" id="{EB3A9F6B-9CE2-47FE-9A9F-97A9D1232510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6" name="Rounded Rectangle 67">
                <a:extLst>
                  <a:ext uri="{FF2B5EF4-FFF2-40B4-BE49-F238E27FC236}">
                    <a16:creationId xmlns:a16="http://schemas.microsoft.com/office/drawing/2014/main" id="{0ACBE37F-05DD-46DE-B1AF-91C89D06414E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7" name="Rounded Rectangle 68">
                <a:extLst>
                  <a:ext uri="{FF2B5EF4-FFF2-40B4-BE49-F238E27FC236}">
                    <a16:creationId xmlns:a16="http://schemas.microsoft.com/office/drawing/2014/main" id="{05710CEC-D4CE-4166-AAB0-1023C4EC58C6}"/>
                  </a:ext>
                </a:extLst>
              </p:cNvPr>
              <p:cNvSpPr/>
              <p:nvPr/>
            </p:nvSpPr>
            <p:spPr>
              <a:xfrm rot="18063644">
                <a:off x="2339839" y="1665982"/>
                <a:ext cx="49373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8" name="Rounded Rectangle 69">
                <a:extLst>
                  <a:ext uri="{FF2B5EF4-FFF2-40B4-BE49-F238E27FC236}">
                    <a16:creationId xmlns:a16="http://schemas.microsoft.com/office/drawing/2014/main" id="{C8F18327-C049-4AA5-9FE7-74C3D933206A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9" name="Oval 39">
                <a:extLst>
                  <a:ext uri="{FF2B5EF4-FFF2-40B4-BE49-F238E27FC236}">
                    <a16:creationId xmlns:a16="http://schemas.microsoft.com/office/drawing/2014/main" id="{94F002F3-B0C8-4C5A-9EF4-46BCC7F0E815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F89BB37-AC18-43EB-AF7C-CB7F2EC2D3D7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CA12AE5-08FC-41BE-8DC9-C6E60F9CDCD8}"/>
                </a:ext>
              </a:extLst>
            </p:cNvPr>
            <p:cNvGrpSpPr/>
            <p:nvPr/>
          </p:nvGrpSpPr>
          <p:grpSpPr>
            <a:xfrm rot="532827">
              <a:off x="2526045" y="950876"/>
              <a:ext cx="3619070" cy="3396495"/>
              <a:chOff x="509678" y="1797347"/>
              <a:chExt cx="2339381" cy="2195507"/>
            </a:xfrm>
          </p:grpSpPr>
          <p:sp>
            <p:nvSpPr>
              <p:cNvPr id="18" name="Rounded Rectangle 16">
                <a:extLst>
                  <a:ext uri="{FF2B5EF4-FFF2-40B4-BE49-F238E27FC236}">
                    <a16:creationId xmlns:a16="http://schemas.microsoft.com/office/drawing/2014/main" id="{F7AA88C6-ED28-4C6C-BC7B-DBE9BD9D2259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" name="Rounded Rectangle 17">
                <a:extLst>
                  <a:ext uri="{FF2B5EF4-FFF2-40B4-BE49-F238E27FC236}">
                    <a16:creationId xmlns:a16="http://schemas.microsoft.com/office/drawing/2014/main" id="{87D98759-D966-4D09-ABBF-5E6FA7B1ED90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" name="Rounded Rectangle 18">
                <a:extLst>
                  <a:ext uri="{FF2B5EF4-FFF2-40B4-BE49-F238E27FC236}">
                    <a16:creationId xmlns:a16="http://schemas.microsoft.com/office/drawing/2014/main" id="{BE3F4650-310E-4513-8B22-AF260F2F7D2C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19">
                <a:extLst>
                  <a:ext uri="{FF2B5EF4-FFF2-40B4-BE49-F238E27FC236}">
                    <a16:creationId xmlns:a16="http://schemas.microsoft.com/office/drawing/2014/main" id="{35B5B52B-5EF7-4B88-A426-40F9197449FF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2" name="Rounded Rectangle 20">
                <a:extLst>
                  <a:ext uri="{FF2B5EF4-FFF2-40B4-BE49-F238E27FC236}">
                    <a16:creationId xmlns:a16="http://schemas.microsoft.com/office/drawing/2014/main" id="{B83FED4C-237E-47FB-ADC0-63E77D77B489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3" name="Rounded Rectangle 21">
                <a:extLst>
                  <a:ext uri="{FF2B5EF4-FFF2-40B4-BE49-F238E27FC236}">
                    <a16:creationId xmlns:a16="http://schemas.microsoft.com/office/drawing/2014/main" id="{0F88870A-0E78-45D2-AB73-53E6CB2684D5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4" name="Rounded Rectangle 22">
                <a:extLst>
                  <a:ext uri="{FF2B5EF4-FFF2-40B4-BE49-F238E27FC236}">
                    <a16:creationId xmlns:a16="http://schemas.microsoft.com/office/drawing/2014/main" id="{76D940FB-D44F-46E2-9CF2-DF9FA857BAE5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" name="Rounded Rectangle 23">
                <a:extLst>
                  <a:ext uri="{FF2B5EF4-FFF2-40B4-BE49-F238E27FC236}">
                    <a16:creationId xmlns:a16="http://schemas.microsoft.com/office/drawing/2014/main" id="{150F444D-3135-4FE4-89A0-64C29BC4817B}"/>
                  </a:ext>
                </a:extLst>
              </p:cNvPr>
              <p:cNvSpPr/>
              <p:nvPr/>
            </p:nvSpPr>
            <p:spPr>
              <a:xfrm rot="18063644">
                <a:off x="2321860" y="1676143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6" name="Rounded Rectangle 24">
                <a:extLst>
                  <a:ext uri="{FF2B5EF4-FFF2-40B4-BE49-F238E27FC236}">
                    <a16:creationId xmlns:a16="http://schemas.microsoft.com/office/drawing/2014/main" id="{56F9559F-2A21-4A75-9968-7DDEC6296390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" name="Oval 39">
                <a:extLst>
                  <a:ext uri="{FF2B5EF4-FFF2-40B4-BE49-F238E27FC236}">
                    <a16:creationId xmlns:a16="http://schemas.microsoft.com/office/drawing/2014/main" id="{62145253-1296-4A0E-A942-34785C4C3BCD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" name="Oval 39">
                <a:extLst>
                  <a:ext uri="{FF2B5EF4-FFF2-40B4-BE49-F238E27FC236}">
                    <a16:creationId xmlns:a16="http://schemas.microsoft.com/office/drawing/2014/main" id="{C65563E3-360D-42FC-A090-8DA156028DA3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9" name="Rounded Rectangle 21">
                <a:extLst>
                  <a:ext uri="{FF2B5EF4-FFF2-40B4-BE49-F238E27FC236}">
                    <a16:creationId xmlns:a16="http://schemas.microsoft.com/office/drawing/2014/main" id="{D5600636-B1C2-4FF9-B818-65856497AA49}"/>
                  </a:ext>
                </a:extLst>
              </p:cNvPr>
              <p:cNvSpPr/>
              <p:nvPr/>
            </p:nvSpPr>
            <p:spPr>
              <a:xfrm rot="18063644">
                <a:off x="1029053" y="3391349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91955D-7C07-446C-ADC7-BAD6A457601E}"/>
              </a:ext>
            </a:extLst>
          </p:cNvPr>
          <p:cNvGrpSpPr/>
          <p:nvPr/>
        </p:nvGrpSpPr>
        <p:grpSpPr>
          <a:xfrm>
            <a:off x="1038638" y="608027"/>
            <a:ext cx="3861004" cy="5602490"/>
            <a:chOff x="928131" y="447675"/>
            <a:chExt cx="4082018" cy="592319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4A102D5-56F8-43E0-96A0-643303B76912}"/>
                </a:ext>
              </a:extLst>
            </p:cNvPr>
            <p:cNvGrpSpPr/>
            <p:nvPr/>
          </p:nvGrpSpPr>
          <p:grpSpPr>
            <a:xfrm flipH="1">
              <a:off x="928131" y="447675"/>
              <a:ext cx="4082018" cy="5923193"/>
              <a:chOff x="3730139" y="0"/>
              <a:chExt cx="4725732" cy="685725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0DAE108-5C9B-4D39-B568-97F5375DE1B6}"/>
                  </a:ext>
                </a:extLst>
              </p:cNvPr>
              <p:cNvSpPr/>
              <p:nvPr/>
            </p:nvSpPr>
            <p:spPr>
              <a:xfrm>
                <a:off x="3730139" y="366857"/>
                <a:ext cx="4490643" cy="6490394"/>
              </a:xfrm>
              <a:custGeom>
                <a:avLst/>
                <a:gdLst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304718 w 4490643"/>
                  <a:gd name="connsiteY41" fmla="*/ 3600450 h 6490394"/>
                  <a:gd name="connsiteX42" fmla="*/ 3460446 w 4490643"/>
                  <a:gd name="connsiteY42" fmla="*/ 2852509 h 6490394"/>
                  <a:gd name="connsiteX43" fmla="*/ 3272524 w 4490643"/>
                  <a:gd name="connsiteY43" fmla="*/ 1888196 h 6490394"/>
                  <a:gd name="connsiteX44" fmla="*/ 1953332 w 4490643"/>
                  <a:gd name="connsiteY44" fmla="*/ 2999252 h 6490394"/>
                  <a:gd name="connsiteX45" fmla="*/ 1119292 w 4490643"/>
                  <a:gd name="connsiteY45" fmla="*/ 2052159 h 6490394"/>
                  <a:gd name="connsiteX46" fmla="*/ 3507613 w 4490643"/>
                  <a:gd name="connsiteY46" fmla="*/ 0 h 6490394"/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460446 w 4490643"/>
                  <a:gd name="connsiteY41" fmla="*/ 2852509 h 6490394"/>
                  <a:gd name="connsiteX42" fmla="*/ 3272524 w 4490643"/>
                  <a:gd name="connsiteY42" fmla="*/ 1888196 h 6490394"/>
                  <a:gd name="connsiteX43" fmla="*/ 1953332 w 4490643"/>
                  <a:gd name="connsiteY43" fmla="*/ 2999252 h 6490394"/>
                  <a:gd name="connsiteX44" fmla="*/ 1119292 w 4490643"/>
                  <a:gd name="connsiteY44" fmla="*/ 2052159 h 6490394"/>
                  <a:gd name="connsiteX45" fmla="*/ 3507613 w 4490643"/>
                  <a:gd name="connsiteY45" fmla="*/ 0 h 6490394"/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460446 w 4490643"/>
                  <a:gd name="connsiteY41" fmla="*/ 2852509 h 6490394"/>
                  <a:gd name="connsiteX42" fmla="*/ 3272524 w 4490643"/>
                  <a:gd name="connsiteY42" fmla="*/ 1888196 h 6490394"/>
                  <a:gd name="connsiteX43" fmla="*/ 1953332 w 4490643"/>
                  <a:gd name="connsiteY43" fmla="*/ 2999252 h 6490394"/>
                  <a:gd name="connsiteX44" fmla="*/ 1119292 w 4490643"/>
                  <a:gd name="connsiteY44" fmla="*/ 2052159 h 6490394"/>
                  <a:gd name="connsiteX45" fmla="*/ 3507613 w 4490643"/>
                  <a:gd name="connsiteY45" fmla="*/ 0 h 6490394"/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460446 w 4490643"/>
                  <a:gd name="connsiteY41" fmla="*/ 2852509 h 6490394"/>
                  <a:gd name="connsiteX42" fmla="*/ 3272524 w 4490643"/>
                  <a:gd name="connsiteY42" fmla="*/ 1888196 h 6490394"/>
                  <a:gd name="connsiteX43" fmla="*/ 1953332 w 4490643"/>
                  <a:gd name="connsiteY43" fmla="*/ 2999252 h 6490394"/>
                  <a:gd name="connsiteX44" fmla="*/ 1119292 w 4490643"/>
                  <a:gd name="connsiteY44" fmla="*/ 2052159 h 6490394"/>
                  <a:gd name="connsiteX45" fmla="*/ 3507613 w 4490643"/>
                  <a:gd name="connsiteY45" fmla="*/ 0 h 6490394"/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460446 w 4490643"/>
                  <a:gd name="connsiteY41" fmla="*/ 2852509 h 6490394"/>
                  <a:gd name="connsiteX42" fmla="*/ 3272524 w 4490643"/>
                  <a:gd name="connsiteY42" fmla="*/ 1888196 h 6490394"/>
                  <a:gd name="connsiteX43" fmla="*/ 1953332 w 4490643"/>
                  <a:gd name="connsiteY43" fmla="*/ 2999252 h 6490394"/>
                  <a:gd name="connsiteX44" fmla="*/ 1119292 w 4490643"/>
                  <a:gd name="connsiteY44" fmla="*/ 2052159 h 6490394"/>
                  <a:gd name="connsiteX45" fmla="*/ 3507613 w 4490643"/>
                  <a:gd name="connsiteY45" fmla="*/ 0 h 6490394"/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460446 w 4490643"/>
                  <a:gd name="connsiteY41" fmla="*/ 2852509 h 6490394"/>
                  <a:gd name="connsiteX42" fmla="*/ 3272524 w 4490643"/>
                  <a:gd name="connsiteY42" fmla="*/ 1888196 h 6490394"/>
                  <a:gd name="connsiteX43" fmla="*/ 1953332 w 4490643"/>
                  <a:gd name="connsiteY43" fmla="*/ 2999252 h 6490394"/>
                  <a:gd name="connsiteX44" fmla="*/ 1119292 w 4490643"/>
                  <a:gd name="connsiteY44" fmla="*/ 2052159 h 6490394"/>
                  <a:gd name="connsiteX45" fmla="*/ 3507613 w 4490643"/>
                  <a:gd name="connsiteY45" fmla="*/ 0 h 6490394"/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479496 w 4490643"/>
                  <a:gd name="connsiteY41" fmla="*/ 3204934 h 6490394"/>
                  <a:gd name="connsiteX42" fmla="*/ 3272524 w 4490643"/>
                  <a:gd name="connsiteY42" fmla="*/ 1888196 h 6490394"/>
                  <a:gd name="connsiteX43" fmla="*/ 1953332 w 4490643"/>
                  <a:gd name="connsiteY43" fmla="*/ 2999252 h 6490394"/>
                  <a:gd name="connsiteX44" fmla="*/ 1119292 w 4490643"/>
                  <a:gd name="connsiteY44" fmla="*/ 2052159 h 6490394"/>
                  <a:gd name="connsiteX45" fmla="*/ 3507613 w 4490643"/>
                  <a:gd name="connsiteY45" fmla="*/ 0 h 6490394"/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479496 w 4490643"/>
                  <a:gd name="connsiteY41" fmla="*/ 3204934 h 6490394"/>
                  <a:gd name="connsiteX42" fmla="*/ 3272524 w 4490643"/>
                  <a:gd name="connsiteY42" fmla="*/ 1888196 h 6490394"/>
                  <a:gd name="connsiteX43" fmla="*/ 1953332 w 4490643"/>
                  <a:gd name="connsiteY43" fmla="*/ 2999252 h 6490394"/>
                  <a:gd name="connsiteX44" fmla="*/ 1119292 w 4490643"/>
                  <a:gd name="connsiteY44" fmla="*/ 2052159 h 6490394"/>
                  <a:gd name="connsiteX45" fmla="*/ 3507613 w 4490643"/>
                  <a:gd name="connsiteY45" fmla="*/ 0 h 6490394"/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603321 w 4490643"/>
                  <a:gd name="connsiteY41" fmla="*/ 2871559 h 6490394"/>
                  <a:gd name="connsiteX42" fmla="*/ 3272524 w 4490643"/>
                  <a:gd name="connsiteY42" fmla="*/ 1888196 h 6490394"/>
                  <a:gd name="connsiteX43" fmla="*/ 1953332 w 4490643"/>
                  <a:gd name="connsiteY43" fmla="*/ 2999252 h 6490394"/>
                  <a:gd name="connsiteX44" fmla="*/ 1119292 w 4490643"/>
                  <a:gd name="connsiteY44" fmla="*/ 2052159 h 6490394"/>
                  <a:gd name="connsiteX45" fmla="*/ 3507613 w 4490643"/>
                  <a:gd name="connsiteY45" fmla="*/ 0 h 6490394"/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603321 w 4490643"/>
                  <a:gd name="connsiteY41" fmla="*/ 2871559 h 6490394"/>
                  <a:gd name="connsiteX42" fmla="*/ 3272524 w 4490643"/>
                  <a:gd name="connsiteY42" fmla="*/ 1888196 h 6490394"/>
                  <a:gd name="connsiteX43" fmla="*/ 1953332 w 4490643"/>
                  <a:gd name="connsiteY43" fmla="*/ 2999252 h 6490394"/>
                  <a:gd name="connsiteX44" fmla="*/ 1119292 w 4490643"/>
                  <a:gd name="connsiteY44" fmla="*/ 2052159 h 6490394"/>
                  <a:gd name="connsiteX45" fmla="*/ 3507613 w 4490643"/>
                  <a:gd name="connsiteY45" fmla="*/ 0 h 6490394"/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603321 w 4490643"/>
                  <a:gd name="connsiteY41" fmla="*/ 2871559 h 6490394"/>
                  <a:gd name="connsiteX42" fmla="*/ 3272524 w 4490643"/>
                  <a:gd name="connsiteY42" fmla="*/ 1888196 h 6490394"/>
                  <a:gd name="connsiteX43" fmla="*/ 1953332 w 4490643"/>
                  <a:gd name="connsiteY43" fmla="*/ 2999252 h 6490394"/>
                  <a:gd name="connsiteX44" fmla="*/ 1119292 w 4490643"/>
                  <a:gd name="connsiteY44" fmla="*/ 2052159 h 6490394"/>
                  <a:gd name="connsiteX45" fmla="*/ 3507613 w 4490643"/>
                  <a:gd name="connsiteY45" fmla="*/ 0 h 6490394"/>
                  <a:gd name="connsiteX0" fmla="*/ 3271027 w 4490643"/>
                  <a:gd name="connsiteY0" fmla="*/ 4794611 h 6490394"/>
                  <a:gd name="connsiteX1" fmla="*/ 3107812 w 4490643"/>
                  <a:gd name="connsiteY1" fmla="*/ 4921888 h 6490394"/>
                  <a:gd name="connsiteX2" fmla="*/ 3226854 w 4490643"/>
                  <a:gd name="connsiteY2" fmla="*/ 5093338 h 6490394"/>
                  <a:gd name="connsiteX3" fmla="*/ 3426754 w 4490643"/>
                  <a:gd name="connsiteY3" fmla="*/ 4993762 h 6490394"/>
                  <a:gd name="connsiteX4" fmla="*/ 3271027 w 4490643"/>
                  <a:gd name="connsiteY4" fmla="*/ 4794611 h 6490394"/>
                  <a:gd name="connsiteX5" fmla="*/ 3507613 w 4490643"/>
                  <a:gd name="connsiteY5" fmla="*/ 0 h 6490394"/>
                  <a:gd name="connsiteX6" fmla="*/ 4341654 w 4490643"/>
                  <a:gd name="connsiteY6" fmla="*/ 947093 h 6490394"/>
                  <a:gd name="connsiteX7" fmla="*/ 3959073 w 4490643"/>
                  <a:gd name="connsiteY7" fmla="*/ 1284003 h 6490394"/>
                  <a:gd name="connsiteX8" fmla="*/ 4349141 w 4490643"/>
                  <a:gd name="connsiteY8" fmla="*/ 1721238 h 6490394"/>
                  <a:gd name="connsiteX9" fmla="*/ 4472675 w 4490643"/>
                  <a:gd name="connsiteY9" fmla="*/ 2031945 h 6490394"/>
                  <a:gd name="connsiteX10" fmla="*/ 4384329 w 4490643"/>
                  <a:gd name="connsiteY10" fmla="*/ 2023709 h 6490394"/>
                  <a:gd name="connsiteX11" fmla="*/ 3870728 w 4490643"/>
                  <a:gd name="connsiteY11" fmla="*/ 2509609 h 6490394"/>
                  <a:gd name="connsiteX12" fmla="*/ 4246570 w 4490643"/>
                  <a:gd name="connsiteY12" fmla="*/ 2922886 h 6490394"/>
                  <a:gd name="connsiteX13" fmla="*/ 4490643 w 4490643"/>
                  <a:gd name="connsiteY13" fmla="*/ 2931870 h 6490394"/>
                  <a:gd name="connsiteX14" fmla="*/ 4484111 w 4490643"/>
                  <a:gd name="connsiteY14" fmla="*/ 2945016 h 6490394"/>
                  <a:gd name="connsiteX15" fmla="*/ 4483898 w 4490643"/>
                  <a:gd name="connsiteY15" fmla="*/ 3077270 h 6490394"/>
                  <a:gd name="connsiteX16" fmla="*/ 3719396 w 4490643"/>
                  <a:gd name="connsiteY16" fmla="*/ 4625553 h 6490394"/>
                  <a:gd name="connsiteX17" fmla="*/ 3650168 w 4490643"/>
                  <a:gd name="connsiteY17" fmla="*/ 4675183 h 6490394"/>
                  <a:gd name="connsiteX18" fmla="*/ 3674204 w 4490643"/>
                  <a:gd name="connsiteY18" fmla="*/ 4787179 h 6490394"/>
                  <a:gd name="connsiteX19" fmla="*/ 3979288 w 4490643"/>
                  <a:gd name="connsiteY19" fmla="*/ 6214875 h 6490394"/>
                  <a:gd name="connsiteX20" fmla="*/ 4017471 w 4490643"/>
                  <a:gd name="connsiteY20" fmla="*/ 6244823 h 6490394"/>
                  <a:gd name="connsiteX21" fmla="*/ 4278764 w 4490643"/>
                  <a:gd name="connsiteY21" fmla="*/ 6244074 h 6490394"/>
                  <a:gd name="connsiteX22" fmla="*/ 4278764 w 4490643"/>
                  <a:gd name="connsiteY22" fmla="*/ 6490394 h 6490394"/>
                  <a:gd name="connsiteX23" fmla="*/ 0 w 4490643"/>
                  <a:gd name="connsiteY23" fmla="*/ 6490394 h 6490394"/>
                  <a:gd name="connsiteX24" fmla="*/ 0 w 4490643"/>
                  <a:gd name="connsiteY24" fmla="*/ 6245572 h 6490394"/>
                  <a:gd name="connsiteX25" fmla="*/ 637135 w 4490643"/>
                  <a:gd name="connsiteY25" fmla="*/ 6244074 h 6490394"/>
                  <a:gd name="connsiteX26" fmla="*/ 637135 w 4490643"/>
                  <a:gd name="connsiteY26" fmla="*/ 5897431 h 6490394"/>
                  <a:gd name="connsiteX27" fmla="*/ 1056402 w 4490643"/>
                  <a:gd name="connsiteY27" fmla="*/ 5897431 h 6490394"/>
                  <a:gd name="connsiteX28" fmla="*/ 422261 w 4490643"/>
                  <a:gd name="connsiteY28" fmla="*/ 5615175 h 6490394"/>
                  <a:gd name="connsiteX29" fmla="*/ 508361 w 4490643"/>
                  <a:gd name="connsiteY29" fmla="*/ 5416024 h 6490394"/>
                  <a:gd name="connsiteX30" fmla="*/ 1826055 w 4490643"/>
                  <a:gd name="connsiteY30" fmla="*/ 5987274 h 6490394"/>
                  <a:gd name="connsiteX31" fmla="*/ 1739207 w 4490643"/>
                  <a:gd name="connsiteY31" fmla="*/ 6187174 h 6490394"/>
                  <a:gd name="connsiteX32" fmla="*/ 1466684 w 4490643"/>
                  <a:gd name="connsiteY32" fmla="*/ 6068881 h 6490394"/>
                  <a:gd name="connsiteX33" fmla="*/ 1466684 w 4490643"/>
                  <a:gd name="connsiteY33" fmla="*/ 6244074 h 6490394"/>
                  <a:gd name="connsiteX34" fmla="*/ 1492888 w 4490643"/>
                  <a:gd name="connsiteY34" fmla="*/ 6244074 h 6490394"/>
                  <a:gd name="connsiteX35" fmla="*/ 2514850 w 4490643"/>
                  <a:gd name="connsiteY35" fmla="*/ 6244823 h 6490394"/>
                  <a:gd name="connsiteX36" fmla="*/ 2819567 w 4490643"/>
                  <a:gd name="connsiteY36" fmla="*/ 4940605 h 6490394"/>
                  <a:gd name="connsiteX37" fmla="*/ 246319 w 4490643"/>
                  <a:gd name="connsiteY37" fmla="*/ 4940605 h 6490394"/>
                  <a:gd name="connsiteX38" fmla="*/ 246319 w 4490643"/>
                  <a:gd name="connsiteY38" fmla="*/ 4545297 h 6490394"/>
                  <a:gd name="connsiteX39" fmla="*/ 2603195 w 4490643"/>
                  <a:gd name="connsiteY39" fmla="*/ 4522088 h 6490394"/>
                  <a:gd name="connsiteX40" fmla="*/ 2798603 w 4490643"/>
                  <a:gd name="connsiteY40" fmla="*/ 4474920 h 6490394"/>
                  <a:gd name="connsiteX41" fmla="*/ 3603321 w 4490643"/>
                  <a:gd name="connsiteY41" fmla="*/ 2871559 h 6490394"/>
                  <a:gd name="connsiteX42" fmla="*/ 3272524 w 4490643"/>
                  <a:gd name="connsiteY42" fmla="*/ 1888196 h 6490394"/>
                  <a:gd name="connsiteX43" fmla="*/ 1953332 w 4490643"/>
                  <a:gd name="connsiteY43" fmla="*/ 2999252 h 6490394"/>
                  <a:gd name="connsiteX44" fmla="*/ 1119292 w 4490643"/>
                  <a:gd name="connsiteY44" fmla="*/ 2052159 h 6490394"/>
                  <a:gd name="connsiteX45" fmla="*/ 3507613 w 4490643"/>
                  <a:gd name="connsiteY45" fmla="*/ 0 h 649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490643" h="6490394">
                    <a:moveTo>
                      <a:pt x="3271027" y="4794611"/>
                    </a:moveTo>
                    <a:cubicBezTo>
                      <a:pt x="3189420" y="4793862"/>
                      <a:pt x="3119792" y="4848516"/>
                      <a:pt x="3107812" y="4921888"/>
                    </a:cubicBezTo>
                    <a:cubicBezTo>
                      <a:pt x="3095085" y="4999752"/>
                      <a:pt x="3145996" y="5073872"/>
                      <a:pt x="3226854" y="5093338"/>
                    </a:cubicBezTo>
                    <a:cubicBezTo>
                      <a:pt x="3312205" y="5114301"/>
                      <a:pt x="3399802" y="5070129"/>
                      <a:pt x="3426754" y="4993762"/>
                    </a:cubicBezTo>
                    <a:cubicBezTo>
                      <a:pt x="3460446" y="4894935"/>
                      <a:pt x="3382582" y="4794611"/>
                      <a:pt x="3271027" y="4794611"/>
                    </a:cubicBezTo>
                    <a:close/>
                    <a:moveTo>
                      <a:pt x="3507613" y="0"/>
                    </a:moveTo>
                    <a:lnTo>
                      <a:pt x="4341654" y="947093"/>
                    </a:lnTo>
                    <a:lnTo>
                      <a:pt x="3959073" y="1284003"/>
                    </a:lnTo>
                    <a:cubicBezTo>
                      <a:pt x="4099827" y="1409783"/>
                      <a:pt x="4263041" y="1555778"/>
                      <a:pt x="4349141" y="1721238"/>
                    </a:cubicBezTo>
                    <a:cubicBezTo>
                      <a:pt x="4400052" y="1819317"/>
                      <a:pt x="4438235" y="1922636"/>
                      <a:pt x="4472675" y="2031945"/>
                    </a:cubicBezTo>
                    <a:cubicBezTo>
                      <a:pt x="4441978" y="2028950"/>
                      <a:pt x="4412779" y="2027452"/>
                      <a:pt x="4384329" y="2023709"/>
                    </a:cubicBezTo>
                    <a:cubicBezTo>
                      <a:pt x="4099078" y="1990767"/>
                      <a:pt x="3852759" y="2223609"/>
                      <a:pt x="3870728" y="2509609"/>
                    </a:cubicBezTo>
                    <a:cubicBezTo>
                      <a:pt x="3882706" y="2709509"/>
                      <a:pt x="4042926" y="2884702"/>
                      <a:pt x="4246570" y="2922886"/>
                    </a:cubicBezTo>
                    <a:cubicBezTo>
                      <a:pt x="4316198" y="2936362"/>
                      <a:pt x="4434491" y="2942352"/>
                      <a:pt x="4490643" y="2931870"/>
                    </a:cubicBezTo>
                    <a:lnTo>
                      <a:pt x="4484111" y="2945016"/>
                    </a:lnTo>
                    <a:lnTo>
                      <a:pt x="4483898" y="3077270"/>
                    </a:lnTo>
                    <a:cubicBezTo>
                      <a:pt x="4462836" y="3680986"/>
                      <a:pt x="4182579" y="4244546"/>
                      <a:pt x="3719396" y="4625553"/>
                    </a:cubicBezTo>
                    <a:lnTo>
                      <a:pt x="3650168" y="4675183"/>
                    </a:lnTo>
                    <a:lnTo>
                      <a:pt x="3674204" y="4787179"/>
                    </a:lnTo>
                    <a:cubicBezTo>
                      <a:pt x="3754833" y="5162861"/>
                      <a:pt x="3877092" y="5732720"/>
                      <a:pt x="3979288" y="6214875"/>
                    </a:cubicBezTo>
                    <a:cubicBezTo>
                      <a:pt x="3984529" y="6238834"/>
                      <a:pt x="3994261" y="6245572"/>
                      <a:pt x="4017471" y="6244823"/>
                    </a:cubicBezTo>
                    <a:cubicBezTo>
                      <a:pt x="4095335" y="6243326"/>
                      <a:pt x="4267533" y="6244074"/>
                      <a:pt x="4278764" y="6244074"/>
                    </a:cubicBezTo>
                    <a:lnTo>
                      <a:pt x="4278764" y="6490394"/>
                    </a:lnTo>
                    <a:lnTo>
                      <a:pt x="0" y="6490394"/>
                    </a:lnTo>
                    <a:lnTo>
                      <a:pt x="0" y="6245572"/>
                    </a:lnTo>
                    <a:cubicBezTo>
                      <a:pt x="9733" y="6244823"/>
                      <a:pt x="624408" y="6244074"/>
                      <a:pt x="637135" y="6244074"/>
                    </a:cubicBezTo>
                    <a:lnTo>
                      <a:pt x="637135" y="5897431"/>
                    </a:lnTo>
                    <a:lnTo>
                      <a:pt x="1056402" y="5897431"/>
                    </a:lnTo>
                    <a:cubicBezTo>
                      <a:pt x="1057150" y="5895185"/>
                      <a:pt x="635638" y="5708013"/>
                      <a:pt x="422261" y="5615175"/>
                    </a:cubicBezTo>
                    <a:cubicBezTo>
                      <a:pt x="451460" y="5548541"/>
                      <a:pt x="479162" y="5483406"/>
                      <a:pt x="508361" y="5416024"/>
                    </a:cubicBezTo>
                    <a:lnTo>
                      <a:pt x="1826055" y="5987274"/>
                    </a:lnTo>
                    <a:lnTo>
                      <a:pt x="1739207" y="6187174"/>
                    </a:lnTo>
                    <a:lnTo>
                      <a:pt x="1466684" y="6068881"/>
                    </a:lnTo>
                    <a:lnTo>
                      <a:pt x="1466684" y="6244074"/>
                    </a:lnTo>
                    <a:lnTo>
                      <a:pt x="1492888" y="6244074"/>
                    </a:lnTo>
                    <a:lnTo>
                      <a:pt x="2514850" y="6244823"/>
                    </a:lnTo>
                    <a:cubicBezTo>
                      <a:pt x="2535065" y="6244823"/>
                      <a:pt x="2818069" y="4949589"/>
                      <a:pt x="2819567" y="4940605"/>
                    </a:cubicBezTo>
                    <a:lnTo>
                      <a:pt x="246319" y="4940605"/>
                    </a:lnTo>
                    <a:lnTo>
                      <a:pt x="246319" y="4545297"/>
                    </a:lnTo>
                    <a:lnTo>
                      <a:pt x="2603195" y="4522088"/>
                    </a:lnTo>
                    <a:cubicBezTo>
                      <a:pt x="2714750" y="4515349"/>
                      <a:pt x="2772399" y="4486151"/>
                      <a:pt x="2798603" y="4474920"/>
                    </a:cubicBezTo>
                    <a:cubicBezTo>
                      <a:pt x="3170078" y="4291907"/>
                      <a:pt x="3505284" y="3712255"/>
                      <a:pt x="3603321" y="2871559"/>
                    </a:cubicBezTo>
                    <a:cubicBezTo>
                      <a:pt x="3669330" y="2428251"/>
                      <a:pt x="3282257" y="1911405"/>
                      <a:pt x="3272524" y="1888196"/>
                    </a:cubicBezTo>
                    <a:cubicBezTo>
                      <a:pt x="2826305" y="2280510"/>
                      <a:pt x="2457949" y="2555279"/>
                      <a:pt x="1953332" y="2999252"/>
                    </a:cubicBezTo>
                    <a:lnTo>
                      <a:pt x="1119292" y="2052159"/>
                    </a:lnTo>
                    <a:cubicBezTo>
                      <a:pt x="1950338" y="1320689"/>
                      <a:pt x="2675818" y="732219"/>
                      <a:pt x="35076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47E1779-231D-4657-8B7D-C823AF81C6AE}"/>
                  </a:ext>
                </a:extLst>
              </p:cNvPr>
              <p:cNvSpPr/>
              <p:nvPr/>
            </p:nvSpPr>
            <p:spPr>
              <a:xfrm>
                <a:off x="4412196" y="2470677"/>
                <a:ext cx="1205391" cy="1272773"/>
              </a:xfrm>
              <a:custGeom>
                <a:avLst/>
                <a:gdLst>
                  <a:gd name="connsiteX0" fmla="*/ 491889 w 1205390"/>
                  <a:gd name="connsiteY0" fmla="*/ 1275019 h 1272772"/>
                  <a:gd name="connsiteX1" fmla="*/ 459696 w 1205390"/>
                  <a:gd name="connsiteY1" fmla="*/ 1050412 h 1272772"/>
                  <a:gd name="connsiteX2" fmla="*/ 295733 w 1205390"/>
                  <a:gd name="connsiteY2" fmla="*/ 1194161 h 1272772"/>
                  <a:gd name="connsiteX3" fmla="*/ 17969 w 1205390"/>
                  <a:gd name="connsiteY3" fmla="*/ 878213 h 1272772"/>
                  <a:gd name="connsiteX4" fmla="*/ 233591 w 1205390"/>
                  <a:gd name="connsiteY4" fmla="*/ 688046 h 1272772"/>
                  <a:gd name="connsiteX5" fmla="*/ 0 w 1205390"/>
                  <a:gd name="connsiteY5" fmla="*/ 631146 h 1272772"/>
                  <a:gd name="connsiteX6" fmla="*/ 98827 w 1205390"/>
                  <a:gd name="connsiteY6" fmla="*/ 222361 h 1272772"/>
                  <a:gd name="connsiteX7" fmla="*/ 472423 w 1205390"/>
                  <a:gd name="connsiteY7" fmla="*/ 312204 h 1272772"/>
                  <a:gd name="connsiteX8" fmla="*/ 475418 w 1205390"/>
                  <a:gd name="connsiteY8" fmla="*/ 308460 h 1272772"/>
                  <a:gd name="connsiteX9" fmla="*/ 280010 w 1205390"/>
                  <a:gd name="connsiteY9" fmla="*/ 86099 h 1272772"/>
                  <a:gd name="connsiteX10" fmla="*/ 378089 w 1205390"/>
                  <a:gd name="connsiteY10" fmla="*/ 0 h 1272772"/>
                  <a:gd name="connsiteX11" fmla="*/ 1212129 w 1205390"/>
                  <a:gd name="connsiteY11" fmla="*/ 947093 h 1272772"/>
                  <a:gd name="connsiteX12" fmla="*/ 1114051 w 1205390"/>
                  <a:gd name="connsiteY12" fmla="*/ 1033192 h 1272772"/>
                  <a:gd name="connsiteX13" fmla="*/ 894685 w 1205390"/>
                  <a:gd name="connsiteY13" fmla="*/ 783879 h 1272772"/>
                  <a:gd name="connsiteX14" fmla="*/ 890192 w 1205390"/>
                  <a:gd name="connsiteY14" fmla="*/ 786124 h 1272772"/>
                  <a:gd name="connsiteX15" fmla="*/ 954580 w 1205390"/>
                  <a:gd name="connsiteY15" fmla="*/ 1238333 h 1272772"/>
                  <a:gd name="connsiteX16" fmla="*/ 491889 w 1205390"/>
                  <a:gd name="connsiteY16" fmla="*/ 1275019 h 127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05390" h="1272772">
                    <a:moveTo>
                      <a:pt x="491889" y="1275019"/>
                    </a:moveTo>
                    <a:cubicBezTo>
                      <a:pt x="480659" y="1200150"/>
                      <a:pt x="470926" y="1128276"/>
                      <a:pt x="459696" y="1050412"/>
                    </a:cubicBezTo>
                    <a:cubicBezTo>
                      <a:pt x="404293" y="1099077"/>
                      <a:pt x="351136" y="1145496"/>
                      <a:pt x="295733" y="1194161"/>
                    </a:cubicBezTo>
                    <a:cubicBezTo>
                      <a:pt x="202895" y="1088595"/>
                      <a:pt x="110806" y="984527"/>
                      <a:pt x="17969" y="878213"/>
                    </a:cubicBezTo>
                    <a:cubicBezTo>
                      <a:pt x="89843" y="815323"/>
                      <a:pt x="159471" y="753182"/>
                      <a:pt x="233591" y="688046"/>
                    </a:cubicBezTo>
                    <a:cubicBezTo>
                      <a:pt x="153481" y="668580"/>
                      <a:pt x="77864" y="649863"/>
                      <a:pt x="0" y="631146"/>
                    </a:cubicBezTo>
                    <a:cubicBezTo>
                      <a:pt x="32942" y="494884"/>
                      <a:pt x="65136" y="360120"/>
                      <a:pt x="98827" y="222361"/>
                    </a:cubicBezTo>
                    <a:cubicBezTo>
                      <a:pt x="224607" y="252309"/>
                      <a:pt x="348141" y="282256"/>
                      <a:pt x="472423" y="312204"/>
                    </a:cubicBezTo>
                    <a:cubicBezTo>
                      <a:pt x="473172" y="310706"/>
                      <a:pt x="474670" y="309958"/>
                      <a:pt x="475418" y="308460"/>
                    </a:cubicBezTo>
                    <a:cubicBezTo>
                      <a:pt x="411031" y="235089"/>
                      <a:pt x="346643" y="161717"/>
                      <a:pt x="280010" y="86099"/>
                    </a:cubicBezTo>
                    <a:cubicBezTo>
                      <a:pt x="312204" y="57649"/>
                      <a:pt x="343649" y="29948"/>
                      <a:pt x="378089" y="0"/>
                    </a:cubicBezTo>
                    <a:cubicBezTo>
                      <a:pt x="655852" y="315947"/>
                      <a:pt x="932868" y="630397"/>
                      <a:pt x="1212129" y="947093"/>
                    </a:cubicBezTo>
                    <a:cubicBezTo>
                      <a:pt x="1179936" y="975543"/>
                      <a:pt x="1147742" y="1003993"/>
                      <a:pt x="1114051" y="1033192"/>
                    </a:cubicBezTo>
                    <a:cubicBezTo>
                      <a:pt x="1040679" y="950088"/>
                      <a:pt x="967308" y="866983"/>
                      <a:pt x="894685" y="783879"/>
                    </a:cubicBezTo>
                    <a:cubicBezTo>
                      <a:pt x="893187" y="784627"/>
                      <a:pt x="891690" y="785376"/>
                      <a:pt x="890192" y="786124"/>
                    </a:cubicBezTo>
                    <a:cubicBezTo>
                      <a:pt x="911904" y="935862"/>
                      <a:pt x="932868" y="1085600"/>
                      <a:pt x="954580" y="1238333"/>
                    </a:cubicBezTo>
                    <a:cubicBezTo>
                      <a:pt x="800350" y="1251061"/>
                      <a:pt x="647617" y="1263040"/>
                      <a:pt x="491889" y="12750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4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C1BE7C51-B94F-4D78-8AFA-37C14964457C}"/>
                  </a:ext>
                </a:extLst>
              </p:cNvPr>
              <p:cNvSpPr/>
              <p:nvPr/>
            </p:nvSpPr>
            <p:spPr>
              <a:xfrm>
                <a:off x="7448134" y="0"/>
                <a:ext cx="973297" cy="1063140"/>
              </a:xfrm>
              <a:custGeom>
                <a:avLst/>
                <a:gdLst>
                  <a:gd name="connsiteX0" fmla="*/ 238832 w 973297"/>
                  <a:gd name="connsiteY0" fmla="*/ 416272 h 1063139"/>
                  <a:gd name="connsiteX1" fmla="*/ 119790 w 973297"/>
                  <a:gd name="connsiteY1" fmla="*/ 280759 h 1063139"/>
                  <a:gd name="connsiteX2" fmla="*/ 0 w 973297"/>
                  <a:gd name="connsiteY2" fmla="*/ 144497 h 1063139"/>
                  <a:gd name="connsiteX3" fmla="*/ 162466 w 973297"/>
                  <a:gd name="connsiteY3" fmla="*/ 0 h 1063139"/>
                  <a:gd name="connsiteX4" fmla="*/ 977040 w 973297"/>
                  <a:gd name="connsiteY4" fmla="*/ 925381 h 1063139"/>
                  <a:gd name="connsiteX5" fmla="*/ 813826 w 973297"/>
                  <a:gd name="connsiteY5" fmla="*/ 1069129 h 1063139"/>
                  <a:gd name="connsiteX6" fmla="*/ 574245 w 973297"/>
                  <a:gd name="connsiteY6" fmla="*/ 797355 h 1063139"/>
                  <a:gd name="connsiteX7" fmla="*/ 399800 w 973297"/>
                  <a:gd name="connsiteY7" fmla="*/ 950088 h 1063139"/>
                  <a:gd name="connsiteX8" fmla="*/ 64387 w 973297"/>
                  <a:gd name="connsiteY8" fmla="*/ 569004 h 1063139"/>
                  <a:gd name="connsiteX9" fmla="*/ 238832 w 973297"/>
                  <a:gd name="connsiteY9" fmla="*/ 416272 h 1063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73297" h="1063139">
                    <a:moveTo>
                      <a:pt x="238832" y="416272"/>
                    </a:moveTo>
                    <a:cubicBezTo>
                      <a:pt x="198403" y="369853"/>
                      <a:pt x="158722" y="325680"/>
                      <a:pt x="119790" y="280759"/>
                    </a:cubicBezTo>
                    <a:cubicBezTo>
                      <a:pt x="80110" y="235837"/>
                      <a:pt x="41178" y="191665"/>
                      <a:pt x="0" y="144497"/>
                    </a:cubicBezTo>
                    <a:cubicBezTo>
                      <a:pt x="53906" y="95832"/>
                      <a:pt x="107811" y="48665"/>
                      <a:pt x="162466" y="0"/>
                    </a:cubicBezTo>
                    <a:cubicBezTo>
                      <a:pt x="434240" y="308460"/>
                      <a:pt x="705266" y="616172"/>
                      <a:pt x="977040" y="925381"/>
                    </a:cubicBezTo>
                    <a:cubicBezTo>
                      <a:pt x="922386" y="973297"/>
                      <a:pt x="868480" y="1020464"/>
                      <a:pt x="813826" y="1069129"/>
                    </a:cubicBezTo>
                    <a:cubicBezTo>
                      <a:pt x="733716" y="977789"/>
                      <a:pt x="654355" y="887946"/>
                      <a:pt x="574245" y="797355"/>
                    </a:cubicBezTo>
                    <a:cubicBezTo>
                      <a:pt x="515847" y="849014"/>
                      <a:pt x="458947" y="899177"/>
                      <a:pt x="399800" y="950088"/>
                    </a:cubicBezTo>
                    <a:cubicBezTo>
                      <a:pt x="288245" y="822810"/>
                      <a:pt x="176691" y="697030"/>
                      <a:pt x="64387" y="569004"/>
                    </a:cubicBezTo>
                    <a:cubicBezTo>
                      <a:pt x="122785" y="518093"/>
                      <a:pt x="180434" y="467183"/>
                      <a:pt x="238832" y="41627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4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8033315-9532-4701-9B4A-0F86E59A51B2}"/>
                  </a:ext>
                </a:extLst>
              </p:cNvPr>
              <p:cNvSpPr/>
              <p:nvPr/>
            </p:nvSpPr>
            <p:spPr>
              <a:xfrm>
                <a:off x="7699694" y="2487897"/>
                <a:ext cx="756177" cy="741203"/>
              </a:xfrm>
              <a:custGeom>
                <a:avLst/>
                <a:gdLst>
                  <a:gd name="connsiteX0" fmla="*/ 381083 w 756176"/>
                  <a:gd name="connsiteY0" fmla="*/ 743449 h 741203"/>
                  <a:gd name="connsiteX1" fmla="*/ 0 w 756176"/>
                  <a:gd name="connsiteY1" fmla="*/ 369853 h 741203"/>
                  <a:gd name="connsiteX2" fmla="*/ 381832 w 756176"/>
                  <a:gd name="connsiteY2" fmla="*/ 0 h 741203"/>
                  <a:gd name="connsiteX3" fmla="*/ 762915 w 756176"/>
                  <a:gd name="connsiteY3" fmla="*/ 370602 h 741203"/>
                  <a:gd name="connsiteX4" fmla="*/ 381083 w 756176"/>
                  <a:gd name="connsiteY4" fmla="*/ 743449 h 741203"/>
                  <a:gd name="connsiteX5" fmla="*/ 577989 w 756176"/>
                  <a:gd name="connsiteY5" fmla="*/ 372099 h 741203"/>
                  <a:gd name="connsiteX6" fmla="*/ 381083 w 756176"/>
                  <a:gd name="connsiteY6" fmla="*/ 180434 h 741203"/>
                  <a:gd name="connsiteX7" fmla="*/ 184927 w 756176"/>
                  <a:gd name="connsiteY7" fmla="*/ 370602 h 741203"/>
                  <a:gd name="connsiteX8" fmla="*/ 380334 w 756176"/>
                  <a:gd name="connsiteY8" fmla="*/ 563015 h 741203"/>
                  <a:gd name="connsiteX9" fmla="*/ 577989 w 756176"/>
                  <a:gd name="connsiteY9" fmla="*/ 372099 h 741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56176" h="741203">
                    <a:moveTo>
                      <a:pt x="381083" y="743449"/>
                    </a:moveTo>
                    <a:cubicBezTo>
                      <a:pt x="169953" y="743449"/>
                      <a:pt x="0" y="576491"/>
                      <a:pt x="0" y="369853"/>
                    </a:cubicBezTo>
                    <a:cubicBezTo>
                      <a:pt x="749" y="165461"/>
                      <a:pt x="171450" y="0"/>
                      <a:pt x="381832" y="0"/>
                    </a:cubicBezTo>
                    <a:cubicBezTo>
                      <a:pt x="591465" y="0"/>
                      <a:pt x="762166" y="166209"/>
                      <a:pt x="762915" y="370602"/>
                    </a:cubicBezTo>
                    <a:cubicBezTo>
                      <a:pt x="762915" y="576491"/>
                      <a:pt x="592214" y="743449"/>
                      <a:pt x="381083" y="743449"/>
                    </a:cubicBezTo>
                    <a:close/>
                    <a:moveTo>
                      <a:pt x="577989" y="372099"/>
                    </a:moveTo>
                    <a:cubicBezTo>
                      <a:pt x="577989" y="265785"/>
                      <a:pt x="489643" y="179686"/>
                      <a:pt x="381083" y="180434"/>
                    </a:cubicBezTo>
                    <a:cubicBezTo>
                      <a:pt x="273272" y="180434"/>
                      <a:pt x="185675" y="265785"/>
                      <a:pt x="184927" y="370602"/>
                    </a:cubicBezTo>
                    <a:cubicBezTo>
                      <a:pt x="184927" y="477664"/>
                      <a:pt x="271026" y="563015"/>
                      <a:pt x="380334" y="563015"/>
                    </a:cubicBezTo>
                    <a:cubicBezTo>
                      <a:pt x="489643" y="563764"/>
                      <a:pt x="577989" y="478413"/>
                      <a:pt x="577989" y="37209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4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3ECF0ED-59C5-4F64-BA71-460B00300E31}"/>
                </a:ext>
              </a:extLst>
            </p:cNvPr>
            <p:cNvSpPr/>
            <p:nvPr/>
          </p:nvSpPr>
          <p:spPr>
            <a:xfrm>
              <a:off x="3070673" y="4573635"/>
              <a:ext cx="1715646" cy="545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7AFBE768-9551-4A84-986D-179C99548710}"/>
              </a:ext>
            </a:extLst>
          </p:cNvPr>
          <p:cNvSpPr txBox="1"/>
          <p:nvPr/>
        </p:nvSpPr>
        <p:spPr>
          <a:xfrm>
            <a:off x="6171057" y="1822332"/>
            <a:ext cx="48501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Сопровождается появлением высыпаний на коже и воспалением суставов, может приводить к поражению сердца, лёгких, почек и других органов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630A37-696F-48D6-A421-316A893AEA16}"/>
              </a:ext>
            </a:extLst>
          </p:cNvPr>
          <p:cNvSpPr txBox="1"/>
          <p:nvPr/>
        </p:nvSpPr>
        <p:spPr>
          <a:xfrm>
            <a:off x="6756814" y="2726273"/>
            <a:ext cx="42643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Имеет хроническое течение с периодами ремиссий и обострений.</a:t>
            </a:r>
            <a:br>
              <a:rPr lang="ru-RU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</a:br>
            <a:endParaRPr lang="ru-RU" altLang="ko-KR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4F4CBA-3505-42D0-87EC-C259F8B7B279}"/>
              </a:ext>
            </a:extLst>
          </p:cNvPr>
          <p:cNvSpPr txBox="1"/>
          <p:nvPr/>
        </p:nvSpPr>
        <p:spPr>
          <a:xfrm>
            <a:off x="6865860" y="3862580"/>
            <a:ext cx="42885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Точные причины развития до конца не изучены, предполагается влияние множества факторов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C6E1B5-56D7-4688-BF63-3FE76F00372B}"/>
              </a:ext>
            </a:extLst>
          </p:cNvPr>
          <p:cNvSpPr txBox="1"/>
          <p:nvPr/>
        </p:nvSpPr>
        <p:spPr>
          <a:xfrm>
            <a:off x="6550554" y="5031321"/>
            <a:ext cx="42885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Лечение направлено на контроль симптомов, снижение частоты обострений и предупреждение развития осложнений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58" name="그룹 9">
            <a:extLst>
              <a:ext uri="{FF2B5EF4-FFF2-40B4-BE49-F238E27FC236}">
                <a16:creationId xmlns:a16="http://schemas.microsoft.com/office/drawing/2014/main" id="{32928568-BF9D-4332-9FAD-7F63A1295985}"/>
              </a:ext>
            </a:extLst>
          </p:cNvPr>
          <p:cNvGrpSpPr/>
          <p:nvPr/>
        </p:nvGrpSpPr>
        <p:grpSpPr>
          <a:xfrm>
            <a:off x="1974047" y="1787085"/>
            <a:ext cx="4734219" cy="4623159"/>
            <a:chOff x="924229" y="1606109"/>
            <a:chExt cx="4734219" cy="4623159"/>
          </a:xfrm>
        </p:grpSpPr>
        <p:sp>
          <p:nvSpPr>
            <p:cNvPr id="59" name="Block Arc 58">
              <a:extLst>
                <a:ext uri="{FF2B5EF4-FFF2-40B4-BE49-F238E27FC236}">
                  <a16:creationId xmlns:a16="http://schemas.microsoft.com/office/drawing/2014/main" id="{6D08C845-5729-4F90-92E8-B066E90AFD6A}"/>
                </a:ext>
              </a:extLst>
            </p:cNvPr>
            <p:cNvSpPr/>
            <p:nvPr/>
          </p:nvSpPr>
          <p:spPr>
            <a:xfrm>
              <a:off x="924229" y="1606109"/>
              <a:ext cx="4623159" cy="4623159"/>
            </a:xfrm>
            <a:prstGeom prst="blockArc">
              <a:avLst>
                <a:gd name="adj1" fmla="val 17994494"/>
                <a:gd name="adj2" fmla="val 3631056"/>
                <a:gd name="adj3" fmla="val 126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5C00751-E639-4731-9A0B-AD7B04A1B3EC}"/>
                </a:ext>
              </a:extLst>
            </p:cNvPr>
            <p:cNvSpPr/>
            <p:nvPr/>
          </p:nvSpPr>
          <p:spPr>
            <a:xfrm>
              <a:off x="4238091" y="1766259"/>
              <a:ext cx="288032" cy="28803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26DA5C2-DFF9-4F59-8208-F8CC14518876}"/>
                </a:ext>
              </a:extLst>
            </p:cNvPr>
            <p:cNvSpPr/>
            <p:nvPr/>
          </p:nvSpPr>
          <p:spPr>
            <a:xfrm>
              <a:off x="5370416" y="3760400"/>
              <a:ext cx="288032" cy="28803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698F58E-B60E-4C11-BB1F-5BC59BF92E42}"/>
                </a:ext>
              </a:extLst>
            </p:cNvPr>
            <p:cNvSpPr/>
            <p:nvPr/>
          </p:nvSpPr>
          <p:spPr>
            <a:xfrm>
              <a:off x="4238091" y="5754540"/>
              <a:ext cx="288032" cy="28803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961333F-59A3-45F0-8C9D-B78F7C8ECBC6}"/>
                </a:ext>
              </a:extLst>
            </p:cNvPr>
            <p:cNvSpPr/>
            <p:nvPr/>
          </p:nvSpPr>
          <p:spPr>
            <a:xfrm>
              <a:off x="5072001" y="2610815"/>
              <a:ext cx="288032" cy="288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1ADBAA6-D531-484F-A3CA-2A60DDDB2E5C}"/>
                </a:ext>
              </a:extLst>
            </p:cNvPr>
            <p:cNvSpPr/>
            <p:nvPr/>
          </p:nvSpPr>
          <p:spPr>
            <a:xfrm>
              <a:off x="5049075" y="4941168"/>
              <a:ext cx="288032" cy="288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D56F54D3-11B8-4B35-90B2-A3B75EEFF097}"/>
              </a:ext>
            </a:extLst>
          </p:cNvPr>
          <p:cNvSpPr txBox="1"/>
          <p:nvPr/>
        </p:nvSpPr>
        <p:spPr>
          <a:xfrm>
            <a:off x="3065176" y="556054"/>
            <a:ext cx="9126824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Некоторые особенности СКВ</a:t>
            </a:r>
            <a:endParaRPr lang="en-US" altLang="ko-KR" sz="4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995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9B134C2-98EC-475F-9DD6-A291109C85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94" r="-178"/>
          <a:stretch/>
        </p:blipFill>
        <p:spPr bwMode="auto">
          <a:xfrm>
            <a:off x="1382268" y="1005840"/>
            <a:ext cx="9444228" cy="58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D3FD376-FA71-4C5B-B230-655232B25F61}"/>
              </a:ext>
            </a:extLst>
          </p:cNvPr>
          <p:cNvSpPr txBox="1"/>
          <p:nvPr/>
        </p:nvSpPr>
        <p:spPr>
          <a:xfrm>
            <a:off x="2039112" y="236399"/>
            <a:ext cx="9659112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Клинические синдромы при СКВ</a:t>
            </a:r>
            <a:endParaRPr lang="en-US" altLang="ko-KR" sz="4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600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10">
            <a:extLst>
              <a:ext uri="{FF2B5EF4-FFF2-40B4-BE49-F238E27FC236}">
                <a16:creationId xmlns:a16="http://schemas.microsoft.com/office/drawing/2014/main" id="{2E466B35-D21A-4A65-9408-3888B78F535C}"/>
              </a:ext>
            </a:extLst>
          </p:cNvPr>
          <p:cNvGrpSpPr/>
          <p:nvPr/>
        </p:nvGrpSpPr>
        <p:grpSpPr>
          <a:xfrm>
            <a:off x="1208099" y="507433"/>
            <a:ext cx="3338774" cy="5651950"/>
            <a:chOff x="947897" y="1831704"/>
            <a:chExt cx="2670285" cy="452031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4E3EFDC-DE51-4C0F-9AFC-E01D5805892E}"/>
                </a:ext>
              </a:extLst>
            </p:cNvPr>
            <p:cNvSpPr/>
            <p:nvPr/>
          </p:nvSpPr>
          <p:spPr>
            <a:xfrm>
              <a:off x="3129268" y="5540427"/>
              <a:ext cx="488914" cy="502556"/>
            </a:xfrm>
            <a:custGeom>
              <a:avLst/>
              <a:gdLst>
                <a:gd name="connsiteX0" fmla="*/ 491422 w 488903"/>
                <a:gd name="connsiteY0" fmla="*/ 222634 h 498489"/>
                <a:gd name="connsiteX1" fmla="*/ 488546 w 488903"/>
                <a:gd name="connsiteY1" fmla="*/ 246600 h 498489"/>
                <a:gd name="connsiteX2" fmla="*/ 312157 w 488903"/>
                <a:gd name="connsiteY2" fmla="*/ 483862 h 498489"/>
                <a:gd name="connsiteX3" fmla="*/ 296819 w 488903"/>
                <a:gd name="connsiteY3" fmla="*/ 488175 h 498489"/>
                <a:gd name="connsiteX4" fmla="*/ 273812 w 488903"/>
                <a:gd name="connsiteY4" fmla="*/ 496324 h 498489"/>
                <a:gd name="connsiteX5" fmla="*/ 208625 w 488903"/>
                <a:gd name="connsiteY5" fmla="*/ 495365 h 498489"/>
                <a:gd name="connsiteX6" fmla="*/ 184180 w 488903"/>
                <a:gd name="connsiteY6" fmla="*/ 502555 h 498489"/>
                <a:gd name="connsiteX7" fmla="*/ 167883 w 488903"/>
                <a:gd name="connsiteY7" fmla="*/ 480506 h 498489"/>
                <a:gd name="connsiteX8" fmla="*/ 122 w 488903"/>
                <a:gd name="connsiteY8" fmla="*/ 239410 h 498489"/>
                <a:gd name="connsiteX9" fmla="*/ 205749 w 488903"/>
                <a:gd name="connsiteY9" fmla="*/ 3586 h 498489"/>
                <a:gd name="connsiteX10" fmla="*/ 487108 w 488903"/>
                <a:gd name="connsiteY10" fmla="*/ 192437 h 498489"/>
                <a:gd name="connsiteX11" fmla="*/ 490942 w 488903"/>
                <a:gd name="connsiteY11" fmla="*/ 202023 h 498489"/>
                <a:gd name="connsiteX12" fmla="*/ 491422 w 488903"/>
                <a:gd name="connsiteY12" fmla="*/ 222634 h 498489"/>
                <a:gd name="connsiteX0" fmla="*/ 491422 w 509389"/>
                <a:gd name="connsiteY0" fmla="*/ 222634 h 502555"/>
                <a:gd name="connsiteX1" fmla="*/ 488546 w 509389"/>
                <a:gd name="connsiteY1" fmla="*/ 246600 h 502555"/>
                <a:gd name="connsiteX2" fmla="*/ 312157 w 509389"/>
                <a:gd name="connsiteY2" fmla="*/ 483862 h 502555"/>
                <a:gd name="connsiteX3" fmla="*/ 296819 w 509389"/>
                <a:gd name="connsiteY3" fmla="*/ 488175 h 502555"/>
                <a:gd name="connsiteX4" fmla="*/ 273812 w 509389"/>
                <a:gd name="connsiteY4" fmla="*/ 496324 h 502555"/>
                <a:gd name="connsiteX5" fmla="*/ 208625 w 509389"/>
                <a:gd name="connsiteY5" fmla="*/ 495365 h 502555"/>
                <a:gd name="connsiteX6" fmla="*/ 184180 w 509389"/>
                <a:gd name="connsiteY6" fmla="*/ 502555 h 502555"/>
                <a:gd name="connsiteX7" fmla="*/ 167883 w 509389"/>
                <a:gd name="connsiteY7" fmla="*/ 480506 h 502555"/>
                <a:gd name="connsiteX8" fmla="*/ 122 w 509389"/>
                <a:gd name="connsiteY8" fmla="*/ 239410 h 502555"/>
                <a:gd name="connsiteX9" fmla="*/ 205749 w 509389"/>
                <a:gd name="connsiteY9" fmla="*/ 3586 h 502555"/>
                <a:gd name="connsiteX10" fmla="*/ 487108 w 509389"/>
                <a:gd name="connsiteY10" fmla="*/ 192437 h 502555"/>
                <a:gd name="connsiteX11" fmla="*/ 491422 w 509389"/>
                <a:gd name="connsiteY11" fmla="*/ 222634 h 502555"/>
                <a:gd name="connsiteX0" fmla="*/ 487108 w 516710"/>
                <a:gd name="connsiteY0" fmla="*/ 192437 h 502555"/>
                <a:gd name="connsiteX1" fmla="*/ 488546 w 516710"/>
                <a:gd name="connsiteY1" fmla="*/ 246600 h 502555"/>
                <a:gd name="connsiteX2" fmla="*/ 312157 w 516710"/>
                <a:gd name="connsiteY2" fmla="*/ 483862 h 502555"/>
                <a:gd name="connsiteX3" fmla="*/ 296819 w 516710"/>
                <a:gd name="connsiteY3" fmla="*/ 488175 h 502555"/>
                <a:gd name="connsiteX4" fmla="*/ 273812 w 516710"/>
                <a:gd name="connsiteY4" fmla="*/ 496324 h 502555"/>
                <a:gd name="connsiteX5" fmla="*/ 208625 w 516710"/>
                <a:gd name="connsiteY5" fmla="*/ 495365 h 502555"/>
                <a:gd name="connsiteX6" fmla="*/ 184180 w 516710"/>
                <a:gd name="connsiteY6" fmla="*/ 502555 h 502555"/>
                <a:gd name="connsiteX7" fmla="*/ 167883 w 516710"/>
                <a:gd name="connsiteY7" fmla="*/ 480506 h 502555"/>
                <a:gd name="connsiteX8" fmla="*/ 122 w 516710"/>
                <a:gd name="connsiteY8" fmla="*/ 239410 h 502555"/>
                <a:gd name="connsiteX9" fmla="*/ 205749 w 516710"/>
                <a:gd name="connsiteY9" fmla="*/ 3586 h 502555"/>
                <a:gd name="connsiteX10" fmla="*/ 487108 w 516710"/>
                <a:gd name="connsiteY10" fmla="*/ 192437 h 502555"/>
                <a:gd name="connsiteX0" fmla="*/ 487108 w 502324"/>
                <a:gd name="connsiteY0" fmla="*/ 192437 h 502555"/>
                <a:gd name="connsiteX1" fmla="*/ 488546 w 502324"/>
                <a:gd name="connsiteY1" fmla="*/ 246600 h 502555"/>
                <a:gd name="connsiteX2" fmla="*/ 312157 w 502324"/>
                <a:gd name="connsiteY2" fmla="*/ 483862 h 502555"/>
                <a:gd name="connsiteX3" fmla="*/ 296819 w 502324"/>
                <a:gd name="connsiteY3" fmla="*/ 488175 h 502555"/>
                <a:gd name="connsiteX4" fmla="*/ 273812 w 502324"/>
                <a:gd name="connsiteY4" fmla="*/ 496324 h 502555"/>
                <a:gd name="connsiteX5" fmla="*/ 208625 w 502324"/>
                <a:gd name="connsiteY5" fmla="*/ 495365 h 502555"/>
                <a:gd name="connsiteX6" fmla="*/ 184180 w 502324"/>
                <a:gd name="connsiteY6" fmla="*/ 502555 h 502555"/>
                <a:gd name="connsiteX7" fmla="*/ 167883 w 502324"/>
                <a:gd name="connsiteY7" fmla="*/ 480506 h 502555"/>
                <a:gd name="connsiteX8" fmla="*/ 122 w 502324"/>
                <a:gd name="connsiteY8" fmla="*/ 239410 h 502555"/>
                <a:gd name="connsiteX9" fmla="*/ 205749 w 502324"/>
                <a:gd name="connsiteY9" fmla="*/ 3586 h 502555"/>
                <a:gd name="connsiteX10" fmla="*/ 487108 w 502324"/>
                <a:gd name="connsiteY10" fmla="*/ 192437 h 502555"/>
                <a:gd name="connsiteX0" fmla="*/ 487108 w 489819"/>
                <a:gd name="connsiteY0" fmla="*/ 192437 h 502555"/>
                <a:gd name="connsiteX1" fmla="*/ 488546 w 489819"/>
                <a:gd name="connsiteY1" fmla="*/ 246600 h 502555"/>
                <a:gd name="connsiteX2" fmla="*/ 312157 w 489819"/>
                <a:gd name="connsiteY2" fmla="*/ 483862 h 502555"/>
                <a:gd name="connsiteX3" fmla="*/ 296819 w 489819"/>
                <a:gd name="connsiteY3" fmla="*/ 488175 h 502555"/>
                <a:gd name="connsiteX4" fmla="*/ 273812 w 489819"/>
                <a:gd name="connsiteY4" fmla="*/ 496324 h 502555"/>
                <a:gd name="connsiteX5" fmla="*/ 208625 w 489819"/>
                <a:gd name="connsiteY5" fmla="*/ 495365 h 502555"/>
                <a:gd name="connsiteX6" fmla="*/ 184180 w 489819"/>
                <a:gd name="connsiteY6" fmla="*/ 502555 h 502555"/>
                <a:gd name="connsiteX7" fmla="*/ 167883 w 489819"/>
                <a:gd name="connsiteY7" fmla="*/ 480506 h 502555"/>
                <a:gd name="connsiteX8" fmla="*/ 122 w 489819"/>
                <a:gd name="connsiteY8" fmla="*/ 239410 h 502555"/>
                <a:gd name="connsiteX9" fmla="*/ 205749 w 489819"/>
                <a:gd name="connsiteY9" fmla="*/ 3586 h 502555"/>
                <a:gd name="connsiteX10" fmla="*/ 487108 w 489819"/>
                <a:gd name="connsiteY10" fmla="*/ 192437 h 502555"/>
                <a:gd name="connsiteX0" fmla="*/ 487108 w 489819"/>
                <a:gd name="connsiteY0" fmla="*/ 192437 h 503175"/>
                <a:gd name="connsiteX1" fmla="*/ 488546 w 489819"/>
                <a:gd name="connsiteY1" fmla="*/ 246600 h 503175"/>
                <a:gd name="connsiteX2" fmla="*/ 312157 w 489819"/>
                <a:gd name="connsiteY2" fmla="*/ 483862 h 503175"/>
                <a:gd name="connsiteX3" fmla="*/ 296819 w 489819"/>
                <a:gd name="connsiteY3" fmla="*/ 488175 h 503175"/>
                <a:gd name="connsiteX4" fmla="*/ 273812 w 489819"/>
                <a:gd name="connsiteY4" fmla="*/ 496324 h 503175"/>
                <a:gd name="connsiteX5" fmla="*/ 184180 w 489819"/>
                <a:gd name="connsiteY5" fmla="*/ 502555 h 503175"/>
                <a:gd name="connsiteX6" fmla="*/ 167883 w 489819"/>
                <a:gd name="connsiteY6" fmla="*/ 480506 h 503175"/>
                <a:gd name="connsiteX7" fmla="*/ 122 w 489819"/>
                <a:gd name="connsiteY7" fmla="*/ 239410 h 503175"/>
                <a:gd name="connsiteX8" fmla="*/ 205749 w 489819"/>
                <a:gd name="connsiteY8" fmla="*/ 3586 h 503175"/>
                <a:gd name="connsiteX9" fmla="*/ 487108 w 489819"/>
                <a:gd name="connsiteY9" fmla="*/ 192437 h 503175"/>
                <a:gd name="connsiteX0" fmla="*/ 487108 w 489819"/>
                <a:gd name="connsiteY0" fmla="*/ 192437 h 502646"/>
                <a:gd name="connsiteX1" fmla="*/ 488546 w 489819"/>
                <a:gd name="connsiteY1" fmla="*/ 246600 h 502646"/>
                <a:gd name="connsiteX2" fmla="*/ 312157 w 489819"/>
                <a:gd name="connsiteY2" fmla="*/ 483862 h 502646"/>
                <a:gd name="connsiteX3" fmla="*/ 296819 w 489819"/>
                <a:gd name="connsiteY3" fmla="*/ 488175 h 502646"/>
                <a:gd name="connsiteX4" fmla="*/ 184180 w 489819"/>
                <a:gd name="connsiteY4" fmla="*/ 502555 h 502646"/>
                <a:gd name="connsiteX5" fmla="*/ 167883 w 489819"/>
                <a:gd name="connsiteY5" fmla="*/ 480506 h 502646"/>
                <a:gd name="connsiteX6" fmla="*/ 122 w 489819"/>
                <a:gd name="connsiteY6" fmla="*/ 239410 h 502646"/>
                <a:gd name="connsiteX7" fmla="*/ 205749 w 489819"/>
                <a:gd name="connsiteY7" fmla="*/ 3586 h 502646"/>
                <a:gd name="connsiteX8" fmla="*/ 487108 w 489819"/>
                <a:gd name="connsiteY8" fmla="*/ 192437 h 502646"/>
                <a:gd name="connsiteX0" fmla="*/ 487108 w 489819"/>
                <a:gd name="connsiteY0" fmla="*/ 192437 h 502555"/>
                <a:gd name="connsiteX1" fmla="*/ 488546 w 489819"/>
                <a:gd name="connsiteY1" fmla="*/ 246600 h 502555"/>
                <a:gd name="connsiteX2" fmla="*/ 312157 w 489819"/>
                <a:gd name="connsiteY2" fmla="*/ 483862 h 502555"/>
                <a:gd name="connsiteX3" fmla="*/ 184180 w 489819"/>
                <a:gd name="connsiteY3" fmla="*/ 502555 h 502555"/>
                <a:gd name="connsiteX4" fmla="*/ 167883 w 489819"/>
                <a:gd name="connsiteY4" fmla="*/ 480506 h 502555"/>
                <a:gd name="connsiteX5" fmla="*/ 122 w 489819"/>
                <a:gd name="connsiteY5" fmla="*/ 239410 h 502555"/>
                <a:gd name="connsiteX6" fmla="*/ 205749 w 489819"/>
                <a:gd name="connsiteY6" fmla="*/ 3586 h 502555"/>
                <a:gd name="connsiteX7" fmla="*/ 487108 w 489819"/>
                <a:gd name="connsiteY7" fmla="*/ 192437 h 502555"/>
                <a:gd name="connsiteX0" fmla="*/ 487108 w 488913"/>
                <a:gd name="connsiteY0" fmla="*/ 192437 h 502555"/>
                <a:gd name="connsiteX1" fmla="*/ 488546 w 488913"/>
                <a:gd name="connsiteY1" fmla="*/ 246600 h 502555"/>
                <a:gd name="connsiteX2" fmla="*/ 312157 w 488913"/>
                <a:gd name="connsiteY2" fmla="*/ 483862 h 502555"/>
                <a:gd name="connsiteX3" fmla="*/ 184180 w 488913"/>
                <a:gd name="connsiteY3" fmla="*/ 502555 h 502555"/>
                <a:gd name="connsiteX4" fmla="*/ 167883 w 488913"/>
                <a:gd name="connsiteY4" fmla="*/ 480506 h 502555"/>
                <a:gd name="connsiteX5" fmla="*/ 122 w 488913"/>
                <a:gd name="connsiteY5" fmla="*/ 239410 h 502555"/>
                <a:gd name="connsiteX6" fmla="*/ 205749 w 488913"/>
                <a:gd name="connsiteY6" fmla="*/ 3586 h 502555"/>
                <a:gd name="connsiteX7" fmla="*/ 487108 w 488913"/>
                <a:gd name="connsiteY7" fmla="*/ 192437 h 502555"/>
                <a:gd name="connsiteX0" fmla="*/ 487108 w 488913"/>
                <a:gd name="connsiteY0" fmla="*/ 192437 h 502555"/>
                <a:gd name="connsiteX1" fmla="*/ 488546 w 488913"/>
                <a:gd name="connsiteY1" fmla="*/ 246600 h 502555"/>
                <a:gd name="connsiteX2" fmla="*/ 312157 w 488913"/>
                <a:gd name="connsiteY2" fmla="*/ 483862 h 502555"/>
                <a:gd name="connsiteX3" fmla="*/ 184180 w 488913"/>
                <a:gd name="connsiteY3" fmla="*/ 502555 h 502555"/>
                <a:gd name="connsiteX4" fmla="*/ 167883 w 488913"/>
                <a:gd name="connsiteY4" fmla="*/ 480506 h 502555"/>
                <a:gd name="connsiteX5" fmla="*/ 122 w 488913"/>
                <a:gd name="connsiteY5" fmla="*/ 239410 h 502555"/>
                <a:gd name="connsiteX6" fmla="*/ 205749 w 488913"/>
                <a:gd name="connsiteY6" fmla="*/ 3586 h 502555"/>
                <a:gd name="connsiteX7" fmla="*/ 487108 w 488913"/>
                <a:gd name="connsiteY7" fmla="*/ 192437 h 50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8913" h="502555">
                  <a:moveTo>
                    <a:pt x="487108" y="192437"/>
                  </a:moveTo>
                  <a:cubicBezTo>
                    <a:pt x="492332" y="226652"/>
                    <a:pt x="482083" y="229460"/>
                    <a:pt x="488546" y="246600"/>
                  </a:cubicBezTo>
                  <a:cubicBezTo>
                    <a:pt x="495256" y="362115"/>
                    <a:pt x="408979" y="457499"/>
                    <a:pt x="312157" y="483862"/>
                  </a:cubicBezTo>
                  <a:lnTo>
                    <a:pt x="184180" y="502555"/>
                  </a:lnTo>
                  <a:cubicBezTo>
                    <a:pt x="185138" y="490572"/>
                    <a:pt x="180345" y="484820"/>
                    <a:pt x="167883" y="480506"/>
                  </a:cubicBezTo>
                  <a:cubicBezTo>
                    <a:pt x="62912" y="444078"/>
                    <a:pt x="-3233" y="350612"/>
                    <a:pt x="122" y="239410"/>
                  </a:cubicBezTo>
                  <a:cubicBezTo>
                    <a:pt x="3956" y="116705"/>
                    <a:pt x="95985" y="22759"/>
                    <a:pt x="205749" y="3586"/>
                  </a:cubicBezTo>
                  <a:cubicBezTo>
                    <a:pt x="338040" y="-19421"/>
                    <a:pt x="460266" y="71170"/>
                    <a:pt x="487108" y="192437"/>
                  </a:cubicBezTo>
                  <a:close/>
                </a:path>
              </a:pathLst>
            </a:custGeom>
            <a:solidFill>
              <a:schemeClr val="accent1"/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FC0CFB3-00E9-401D-8548-9310228FDA70}"/>
                </a:ext>
              </a:extLst>
            </p:cNvPr>
            <p:cNvSpPr/>
            <p:nvPr/>
          </p:nvSpPr>
          <p:spPr>
            <a:xfrm>
              <a:off x="1674333" y="1831704"/>
              <a:ext cx="273211" cy="158175"/>
            </a:xfrm>
            <a:custGeom>
              <a:avLst/>
              <a:gdLst>
                <a:gd name="connsiteX0" fmla="*/ 2247 w 273210"/>
                <a:gd name="connsiteY0" fmla="*/ 48890 h 158174"/>
                <a:gd name="connsiteX1" fmla="*/ 36278 w 273210"/>
                <a:gd name="connsiteY1" fmla="*/ 11504 h 158174"/>
                <a:gd name="connsiteX2" fmla="*/ 192536 w 273210"/>
                <a:gd name="connsiteY2" fmla="*/ 2876 h 158174"/>
                <a:gd name="connsiteX3" fmla="*/ 228005 w 273210"/>
                <a:gd name="connsiteY3" fmla="*/ 0 h 158174"/>
                <a:gd name="connsiteX4" fmla="*/ 263475 w 273210"/>
                <a:gd name="connsiteY4" fmla="*/ 0 h 158174"/>
                <a:gd name="connsiteX5" fmla="*/ 272102 w 273210"/>
                <a:gd name="connsiteY5" fmla="*/ 23966 h 158174"/>
                <a:gd name="connsiteX6" fmla="*/ 277854 w 273210"/>
                <a:gd name="connsiteY6" fmla="*/ 120309 h 158174"/>
                <a:gd name="connsiteX7" fmla="*/ 257723 w 273210"/>
                <a:gd name="connsiteY7" fmla="*/ 142836 h 158174"/>
                <a:gd name="connsiteX8" fmla="*/ 161380 w 273210"/>
                <a:gd name="connsiteY8" fmla="*/ 149068 h 158174"/>
                <a:gd name="connsiteX9" fmla="*/ 123514 w 273210"/>
                <a:gd name="connsiteY9" fmla="*/ 156257 h 158174"/>
                <a:gd name="connsiteX10" fmla="*/ 37237 w 273210"/>
                <a:gd name="connsiteY10" fmla="*/ 160571 h 158174"/>
                <a:gd name="connsiteX11" fmla="*/ 809 w 273210"/>
                <a:gd name="connsiteY11" fmla="*/ 123184 h 158174"/>
                <a:gd name="connsiteX12" fmla="*/ 809 w 273210"/>
                <a:gd name="connsiteY12" fmla="*/ 92987 h 158174"/>
                <a:gd name="connsiteX13" fmla="*/ 2247 w 273210"/>
                <a:gd name="connsiteY13" fmla="*/ 48890 h 15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3210" h="158174">
                  <a:moveTo>
                    <a:pt x="2247" y="48890"/>
                  </a:moveTo>
                  <a:cubicBezTo>
                    <a:pt x="330" y="15338"/>
                    <a:pt x="2726" y="12942"/>
                    <a:pt x="36278" y="11504"/>
                  </a:cubicBezTo>
                  <a:cubicBezTo>
                    <a:pt x="88524" y="8628"/>
                    <a:pt x="140290" y="5752"/>
                    <a:pt x="192536" y="2876"/>
                  </a:cubicBezTo>
                  <a:cubicBezTo>
                    <a:pt x="204039" y="-959"/>
                    <a:pt x="216501" y="4314"/>
                    <a:pt x="228005" y="0"/>
                  </a:cubicBezTo>
                  <a:cubicBezTo>
                    <a:pt x="239988" y="0"/>
                    <a:pt x="251492" y="0"/>
                    <a:pt x="263475" y="0"/>
                  </a:cubicBezTo>
                  <a:cubicBezTo>
                    <a:pt x="268747" y="7190"/>
                    <a:pt x="271623" y="14859"/>
                    <a:pt x="272102" y="23966"/>
                  </a:cubicBezTo>
                  <a:cubicBezTo>
                    <a:pt x="273540" y="56080"/>
                    <a:pt x="275457" y="88194"/>
                    <a:pt x="277854" y="120309"/>
                  </a:cubicBezTo>
                  <a:cubicBezTo>
                    <a:pt x="278813" y="135167"/>
                    <a:pt x="272102" y="141878"/>
                    <a:pt x="257723" y="142836"/>
                  </a:cubicBezTo>
                  <a:cubicBezTo>
                    <a:pt x="225609" y="144754"/>
                    <a:pt x="193494" y="147150"/>
                    <a:pt x="161380" y="149068"/>
                  </a:cubicBezTo>
                  <a:cubicBezTo>
                    <a:pt x="149876" y="156737"/>
                    <a:pt x="136456" y="155299"/>
                    <a:pt x="123514" y="156257"/>
                  </a:cubicBezTo>
                  <a:cubicBezTo>
                    <a:pt x="94755" y="158175"/>
                    <a:pt x="65996" y="160092"/>
                    <a:pt x="37237" y="160571"/>
                  </a:cubicBezTo>
                  <a:cubicBezTo>
                    <a:pt x="8957" y="161530"/>
                    <a:pt x="809" y="151943"/>
                    <a:pt x="809" y="123184"/>
                  </a:cubicBezTo>
                  <a:cubicBezTo>
                    <a:pt x="809" y="113119"/>
                    <a:pt x="809" y="103053"/>
                    <a:pt x="809" y="92987"/>
                  </a:cubicBezTo>
                  <a:cubicBezTo>
                    <a:pt x="-629" y="78608"/>
                    <a:pt x="-150" y="63749"/>
                    <a:pt x="2247" y="48890"/>
                  </a:cubicBezTo>
                  <a:close/>
                </a:path>
              </a:pathLst>
            </a:custGeom>
            <a:solidFill>
              <a:schemeClr val="tx1"/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3A21E2B-B038-4650-A773-2B1180089A7D}"/>
                </a:ext>
              </a:extLst>
            </p:cNvPr>
            <p:cNvSpPr/>
            <p:nvPr/>
          </p:nvSpPr>
          <p:spPr>
            <a:xfrm>
              <a:off x="1866868" y="1831704"/>
              <a:ext cx="33552" cy="4793"/>
            </a:xfrm>
            <a:custGeom>
              <a:avLst/>
              <a:gdLst>
                <a:gd name="connsiteX0" fmla="*/ 35469 w 33552"/>
                <a:gd name="connsiteY0" fmla="*/ 0 h 0"/>
                <a:gd name="connsiteX1" fmla="*/ 0 w 33552"/>
                <a:gd name="connsiteY1" fmla="*/ 2876 h 0"/>
                <a:gd name="connsiteX2" fmla="*/ 479 w 33552"/>
                <a:gd name="connsiteY2" fmla="*/ 0 h 0"/>
                <a:gd name="connsiteX3" fmla="*/ 35469 w 33552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52">
                  <a:moveTo>
                    <a:pt x="35469" y="0"/>
                  </a:moveTo>
                  <a:cubicBezTo>
                    <a:pt x="23966" y="5752"/>
                    <a:pt x="11983" y="3835"/>
                    <a:pt x="0" y="2876"/>
                  </a:cubicBezTo>
                  <a:cubicBezTo>
                    <a:pt x="479" y="1917"/>
                    <a:pt x="479" y="959"/>
                    <a:pt x="479" y="0"/>
                  </a:cubicBezTo>
                  <a:cubicBezTo>
                    <a:pt x="11983" y="0"/>
                    <a:pt x="23966" y="0"/>
                    <a:pt x="35469" y="0"/>
                  </a:cubicBezTo>
                  <a:close/>
                </a:path>
              </a:pathLst>
            </a:custGeom>
            <a:solidFill>
              <a:srgbClr val="888888"/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E986D3-4CFC-4397-BF82-351367B70201}"/>
                </a:ext>
              </a:extLst>
            </p:cNvPr>
            <p:cNvSpPr/>
            <p:nvPr/>
          </p:nvSpPr>
          <p:spPr>
            <a:xfrm>
              <a:off x="947897" y="2809870"/>
              <a:ext cx="2478068" cy="3542151"/>
            </a:xfrm>
            <a:custGeom>
              <a:avLst/>
              <a:gdLst>
                <a:gd name="connsiteX0" fmla="*/ 2365550 w 2478068"/>
                <a:gd name="connsiteY0" fmla="*/ 3232633 h 3542151"/>
                <a:gd name="connsiteX1" fmla="*/ 2388078 w 2478068"/>
                <a:gd name="connsiteY1" fmla="*/ 3219691 h 3542151"/>
                <a:gd name="connsiteX2" fmla="*/ 2478189 w 2478068"/>
                <a:gd name="connsiteY2" fmla="*/ 3217774 h 3542151"/>
                <a:gd name="connsiteX3" fmla="*/ 2355005 w 2478068"/>
                <a:gd name="connsiteY3" fmla="*/ 3476126 h 3542151"/>
                <a:gd name="connsiteX4" fmla="*/ 2072687 w 2478068"/>
                <a:gd name="connsiteY4" fmla="*/ 3510157 h 3542151"/>
                <a:gd name="connsiteX5" fmla="*/ 1861308 w 2478068"/>
                <a:gd name="connsiteY5" fmla="*/ 3353900 h 3542151"/>
                <a:gd name="connsiteX6" fmla="*/ 1673416 w 2478068"/>
                <a:gd name="connsiteY6" fmla="*/ 3133414 h 3542151"/>
                <a:gd name="connsiteX7" fmla="*/ 1531539 w 2478068"/>
                <a:gd name="connsiteY7" fmla="*/ 3003999 h 3542151"/>
                <a:gd name="connsiteX8" fmla="*/ 1192182 w 2478068"/>
                <a:gd name="connsiteY8" fmla="*/ 3018858 h 3542151"/>
                <a:gd name="connsiteX9" fmla="*/ 1014356 w 2478068"/>
                <a:gd name="connsiteY9" fmla="*/ 3204832 h 3542151"/>
                <a:gd name="connsiteX10" fmla="*/ 841322 w 2478068"/>
                <a:gd name="connsiteY10" fmla="*/ 3400873 h 3542151"/>
                <a:gd name="connsiteX11" fmla="*/ 549898 w 2478068"/>
                <a:gd name="connsiteY11" fmla="*/ 3543230 h 3542151"/>
                <a:gd name="connsiteX12" fmla="*/ 180824 w 2478068"/>
                <a:gd name="connsiteY12" fmla="*/ 3373552 h 3542151"/>
                <a:gd name="connsiteX13" fmla="*/ 63870 w 2478068"/>
                <a:gd name="connsiteY13" fmla="*/ 3055286 h 3542151"/>
                <a:gd name="connsiteX14" fmla="*/ 132413 w 2478068"/>
                <a:gd name="connsiteY14" fmla="*/ 2584596 h 3542151"/>
                <a:gd name="connsiteX15" fmla="*/ 387888 w 2478068"/>
                <a:gd name="connsiteY15" fmla="*/ 2089941 h 3542151"/>
                <a:gd name="connsiteX16" fmla="*/ 630902 w 2478068"/>
                <a:gd name="connsiteY16" fmla="*/ 1706488 h 3542151"/>
                <a:gd name="connsiteX17" fmla="*/ 804415 w 2478068"/>
                <a:gd name="connsiteY17" fmla="*/ 1289003 h 3542151"/>
                <a:gd name="connsiteX18" fmla="*/ 804894 w 2478068"/>
                <a:gd name="connsiteY18" fmla="*/ 1027296 h 3542151"/>
                <a:gd name="connsiteX19" fmla="*/ 13542 w 2478068"/>
                <a:gd name="connsiteY19" fmla="*/ 491899 h 3542151"/>
                <a:gd name="connsiteX20" fmla="*/ 31756 w 2478068"/>
                <a:gd name="connsiteY20" fmla="*/ 153501 h 3542151"/>
                <a:gd name="connsiteX21" fmla="*/ 73936 w 2478068"/>
                <a:gd name="connsiteY21" fmla="*/ 95983 h 3542151"/>
                <a:gd name="connsiteX22" fmla="*/ 151585 w 2478068"/>
                <a:gd name="connsiteY22" fmla="*/ 127139 h 3542151"/>
                <a:gd name="connsiteX23" fmla="*/ 151585 w 2478068"/>
                <a:gd name="connsiteY23" fmla="*/ 173633 h 3542151"/>
                <a:gd name="connsiteX24" fmla="*/ 124264 w 2478068"/>
                <a:gd name="connsiteY24" fmla="*/ 281479 h 3542151"/>
                <a:gd name="connsiteX25" fmla="*/ 238342 w 2478068"/>
                <a:gd name="connsiteY25" fmla="*/ 713343 h 3542151"/>
                <a:gd name="connsiteX26" fmla="*/ 612209 w 2478068"/>
                <a:gd name="connsiteY26" fmla="*/ 918970 h 3542151"/>
                <a:gd name="connsiteX27" fmla="*/ 1174927 w 2478068"/>
                <a:gd name="connsiteY27" fmla="*/ 839404 h 3542151"/>
                <a:gd name="connsiteX28" fmla="*/ 1440468 w 2478068"/>
                <a:gd name="connsiteY28" fmla="*/ 476561 h 3542151"/>
                <a:gd name="connsiteX29" fmla="*/ 1385826 w 2478068"/>
                <a:gd name="connsiteY29" fmla="*/ 113718 h 3542151"/>
                <a:gd name="connsiteX30" fmla="*/ 1371926 w 2478068"/>
                <a:gd name="connsiteY30" fmla="*/ 89273 h 3542151"/>
                <a:gd name="connsiteX31" fmla="*/ 1372405 w 2478068"/>
                <a:gd name="connsiteY31" fmla="*/ 35589 h 3542151"/>
                <a:gd name="connsiteX32" fmla="*/ 1403561 w 2478068"/>
                <a:gd name="connsiteY32" fmla="*/ 5392 h 3542151"/>
                <a:gd name="connsiteX33" fmla="*/ 1446220 w 2478068"/>
                <a:gd name="connsiteY33" fmla="*/ 8268 h 3542151"/>
                <a:gd name="connsiteX34" fmla="*/ 1500862 w 2478068"/>
                <a:gd name="connsiteY34" fmla="*/ 77290 h 3542151"/>
                <a:gd name="connsiteX35" fmla="*/ 1505655 w 2478068"/>
                <a:gd name="connsiteY35" fmla="*/ 647198 h 3542151"/>
                <a:gd name="connsiteX36" fmla="*/ 1166299 w 2478068"/>
                <a:gd name="connsiteY36" fmla="*/ 969778 h 3542151"/>
                <a:gd name="connsiteX37" fmla="*/ 929037 w 2478068"/>
                <a:gd name="connsiteY37" fmla="*/ 1021544 h 3542151"/>
                <a:gd name="connsiteX38" fmla="*/ 875354 w 2478068"/>
                <a:gd name="connsiteY38" fmla="*/ 1439508 h 3542151"/>
                <a:gd name="connsiteX39" fmla="*/ 663975 w 2478068"/>
                <a:gd name="connsiteY39" fmla="*/ 1870894 h 3542151"/>
                <a:gd name="connsiteX40" fmla="*/ 427672 w 2478068"/>
                <a:gd name="connsiteY40" fmla="*/ 2228943 h 3542151"/>
                <a:gd name="connsiteX41" fmla="*/ 186575 w 2478068"/>
                <a:gd name="connsiteY41" fmla="*/ 2759547 h 3542151"/>
                <a:gd name="connsiteX42" fmla="*/ 205269 w 2478068"/>
                <a:gd name="connsiteY42" fmla="*/ 3166008 h 3542151"/>
                <a:gd name="connsiteX43" fmla="*/ 376864 w 2478068"/>
                <a:gd name="connsiteY43" fmla="*/ 3386014 h 3542151"/>
                <a:gd name="connsiteX44" fmla="*/ 648158 w 2478068"/>
                <a:gd name="connsiteY44" fmla="*/ 3392725 h 3542151"/>
                <a:gd name="connsiteX45" fmla="*/ 824546 w 2478068"/>
                <a:gd name="connsiteY45" fmla="*/ 3237426 h 3542151"/>
                <a:gd name="connsiteX46" fmla="*/ 1007166 w 2478068"/>
                <a:gd name="connsiteY46" fmla="*/ 3022213 h 3542151"/>
                <a:gd name="connsiteX47" fmla="*/ 1211355 w 2478068"/>
                <a:gd name="connsiteY47" fmla="*/ 2864997 h 3542151"/>
                <a:gd name="connsiteX48" fmla="*/ 1563653 w 2478068"/>
                <a:gd name="connsiteY48" fmla="*/ 2888004 h 3542151"/>
                <a:gd name="connsiteX49" fmla="*/ 1733810 w 2478068"/>
                <a:gd name="connsiteY49" fmla="*/ 3029882 h 3542151"/>
                <a:gd name="connsiteX50" fmla="*/ 1896299 w 2478068"/>
                <a:gd name="connsiteY50" fmla="*/ 3227360 h 3542151"/>
                <a:gd name="connsiteX51" fmla="*/ 2089943 w 2478068"/>
                <a:gd name="connsiteY51" fmla="*/ 3395600 h 3542151"/>
                <a:gd name="connsiteX52" fmla="*/ 2168071 w 2478068"/>
                <a:gd name="connsiteY52" fmla="*/ 3421484 h 3542151"/>
                <a:gd name="connsiteX53" fmla="*/ 2314742 w 2478068"/>
                <a:gd name="connsiteY53" fmla="*/ 3358693 h 3542151"/>
                <a:gd name="connsiteX54" fmla="*/ 2365550 w 2478068"/>
                <a:gd name="connsiteY54" fmla="*/ 3232633 h 3542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478068" h="3542151">
                  <a:moveTo>
                    <a:pt x="2365550" y="3232633"/>
                  </a:moveTo>
                  <a:cubicBezTo>
                    <a:pt x="2368905" y="3220650"/>
                    <a:pt x="2375136" y="3217774"/>
                    <a:pt x="2388078" y="3219691"/>
                  </a:cubicBezTo>
                  <a:cubicBezTo>
                    <a:pt x="2418275" y="3224484"/>
                    <a:pt x="2448472" y="3223046"/>
                    <a:pt x="2478189" y="3217774"/>
                  </a:cubicBezTo>
                  <a:cubicBezTo>
                    <a:pt x="2470520" y="3319868"/>
                    <a:pt x="2436489" y="3410939"/>
                    <a:pt x="2355005" y="3476126"/>
                  </a:cubicBezTo>
                  <a:cubicBezTo>
                    <a:pt x="2269687" y="3544189"/>
                    <a:pt x="2172385" y="3548982"/>
                    <a:pt x="2072687" y="3510157"/>
                  </a:cubicBezTo>
                  <a:cubicBezTo>
                    <a:pt x="1988327" y="3477084"/>
                    <a:pt x="1922661" y="3418128"/>
                    <a:pt x="1861308" y="3353900"/>
                  </a:cubicBezTo>
                  <a:cubicBezTo>
                    <a:pt x="1794683" y="3283920"/>
                    <a:pt x="1738124" y="3205312"/>
                    <a:pt x="1673416" y="3133414"/>
                  </a:cubicBezTo>
                  <a:cubicBezTo>
                    <a:pt x="1630278" y="3085482"/>
                    <a:pt x="1585701" y="3039468"/>
                    <a:pt x="1531539" y="3003999"/>
                  </a:cubicBezTo>
                  <a:cubicBezTo>
                    <a:pt x="1417940" y="2930184"/>
                    <a:pt x="1299070" y="2935456"/>
                    <a:pt x="1192182" y="3018858"/>
                  </a:cubicBezTo>
                  <a:cubicBezTo>
                    <a:pt x="1123640" y="3072062"/>
                    <a:pt x="1069477" y="3138687"/>
                    <a:pt x="1014356" y="3204832"/>
                  </a:cubicBezTo>
                  <a:cubicBezTo>
                    <a:pt x="958755" y="3271937"/>
                    <a:pt x="905551" y="3340958"/>
                    <a:pt x="841322" y="3400873"/>
                  </a:cubicBezTo>
                  <a:cubicBezTo>
                    <a:pt x="758880" y="3478043"/>
                    <a:pt x="663975" y="3531247"/>
                    <a:pt x="549898" y="3543230"/>
                  </a:cubicBezTo>
                  <a:cubicBezTo>
                    <a:pt x="394120" y="3559047"/>
                    <a:pt x="270935" y="3499133"/>
                    <a:pt x="180824" y="3373552"/>
                  </a:cubicBezTo>
                  <a:cubicBezTo>
                    <a:pt x="113240" y="3278647"/>
                    <a:pt x="78729" y="3169842"/>
                    <a:pt x="63870" y="3055286"/>
                  </a:cubicBezTo>
                  <a:cubicBezTo>
                    <a:pt x="42301" y="2892318"/>
                    <a:pt x="75853" y="2736540"/>
                    <a:pt x="132413" y="2584596"/>
                  </a:cubicBezTo>
                  <a:cubicBezTo>
                    <a:pt x="198079" y="2409646"/>
                    <a:pt x="286753" y="2246678"/>
                    <a:pt x="387888" y="2089941"/>
                  </a:cubicBezTo>
                  <a:cubicBezTo>
                    <a:pt x="469852" y="1962922"/>
                    <a:pt x="555170" y="1837821"/>
                    <a:pt x="630902" y="1706488"/>
                  </a:cubicBezTo>
                  <a:cubicBezTo>
                    <a:pt x="706634" y="1574676"/>
                    <a:pt x="770383" y="1438070"/>
                    <a:pt x="804415" y="1289003"/>
                  </a:cubicBezTo>
                  <a:cubicBezTo>
                    <a:pt x="823108" y="1207040"/>
                    <a:pt x="817356" y="1024899"/>
                    <a:pt x="804894" y="1027296"/>
                  </a:cubicBezTo>
                  <a:cubicBezTo>
                    <a:pt x="456910" y="1092004"/>
                    <a:pt x="87357" y="886377"/>
                    <a:pt x="13542" y="491899"/>
                  </a:cubicBezTo>
                  <a:cubicBezTo>
                    <a:pt x="-8027" y="377342"/>
                    <a:pt x="-5151" y="264703"/>
                    <a:pt x="31756" y="153501"/>
                  </a:cubicBezTo>
                  <a:cubicBezTo>
                    <a:pt x="39425" y="130015"/>
                    <a:pt x="47573" y="106049"/>
                    <a:pt x="73936" y="95983"/>
                  </a:cubicBezTo>
                  <a:cubicBezTo>
                    <a:pt x="110843" y="81124"/>
                    <a:pt x="131454" y="89273"/>
                    <a:pt x="151585" y="127139"/>
                  </a:cubicBezTo>
                  <a:cubicBezTo>
                    <a:pt x="158775" y="142477"/>
                    <a:pt x="157337" y="157815"/>
                    <a:pt x="151585" y="173633"/>
                  </a:cubicBezTo>
                  <a:cubicBezTo>
                    <a:pt x="139123" y="208623"/>
                    <a:pt x="128578" y="244092"/>
                    <a:pt x="124264" y="281479"/>
                  </a:cubicBezTo>
                  <a:cubicBezTo>
                    <a:pt x="103654" y="441091"/>
                    <a:pt x="139123" y="586324"/>
                    <a:pt x="238342" y="713343"/>
                  </a:cubicBezTo>
                  <a:cubicBezTo>
                    <a:pt x="332767" y="834611"/>
                    <a:pt x="460745" y="899318"/>
                    <a:pt x="612209" y="918970"/>
                  </a:cubicBezTo>
                  <a:cubicBezTo>
                    <a:pt x="687941" y="928557"/>
                    <a:pt x="1002373" y="925681"/>
                    <a:pt x="1174927" y="839404"/>
                  </a:cubicBezTo>
                  <a:cubicBezTo>
                    <a:pt x="1303863" y="754085"/>
                    <a:pt x="1405478" y="630422"/>
                    <a:pt x="1440468" y="476561"/>
                  </a:cubicBezTo>
                  <a:cubicBezTo>
                    <a:pt x="1469707" y="349062"/>
                    <a:pt x="1451013" y="227316"/>
                    <a:pt x="1385826" y="113718"/>
                  </a:cubicBezTo>
                  <a:cubicBezTo>
                    <a:pt x="1381033" y="105570"/>
                    <a:pt x="1376240" y="97421"/>
                    <a:pt x="1371926" y="89273"/>
                  </a:cubicBezTo>
                  <a:cubicBezTo>
                    <a:pt x="1362819" y="71059"/>
                    <a:pt x="1361860" y="53324"/>
                    <a:pt x="1372405" y="35589"/>
                  </a:cubicBezTo>
                  <a:cubicBezTo>
                    <a:pt x="1381033" y="23606"/>
                    <a:pt x="1389661" y="11623"/>
                    <a:pt x="1403561" y="5392"/>
                  </a:cubicBezTo>
                  <a:cubicBezTo>
                    <a:pt x="1417940" y="-839"/>
                    <a:pt x="1432799" y="-3715"/>
                    <a:pt x="1446220" y="8268"/>
                  </a:cubicBezTo>
                  <a:cubicBezTo>
                    <a:pt x="1476417" y="21689"/>
                    <a:pt x="1487441" y="50927"/>
                    <a:pt x="1500862" y="77290"/>
                  </a:cubicBezTo>
                  <a:cubicBezTo>
                    <a:pt x="1597205" y="266141"/>
                    <a:pt x="1598643" y="456909"/>
                    <a:pt x="1505655" y="647198"/>
                  </a:cubicBezTo>
                  <a:cubicBezTo>
                    <a:pt x="1433279" y="795786"/>
                    <a:pt x="1317284" y="900277"/>
                    <a:pt x="1166299" y="969778"/>
                  </a:cubicBezTo>
                  <a:cubicBezTo>
                    <a:pt x="1080981" y="1003330"/>
                    <a:pt x="929037" y="1021544"/>
                    <a:pt x="929037" y="1021544"/>
                  </a:cubicBezTo>
                  <a:cubicBezTo>
                    <a:pt x="929037" y="1021544"/>
                    <a:pt x="941020" y="1268392"/>
                    <a:pt x="875354" y="1439508"/>
                  </a:cubicBezTo>
                  <a:cubicBezTo>
                    <a:pt x="824546" y="1592890"/>
                    <a:pt x="750731" y="1735247"/>
                    <a:pt x="663975" y="1870894"/>
                  </a:cubicBezTo>
                  <a:cubicBezTo>
                    <a:pt x="586805" y="1991202"/>
                    <a:pt x="504842" y="2108635"/>
                    <a:pt x="427672" y="2228943"/>
                  </a:cubicBezTo>
                  <a:cubicBezTo>
                    <a:pt x="321743" y="2393828"/>
                    <a:pt x="230673" y="2566382"/>
                    <a:pt x="186575" y="2759547"/>
                  </a:cubicBezTo>
                  <a:cubicBezTo>
                    <a:pt x="155420" y="2896152"/>
                    <a:pt x="154940" y="3032758"/>
                    <a:pt x="205269" y="3166008"/>
                  </a:cubicBezTo>
                  <a:cubicBezTo>
                    <a:pt x="239780" y="3256599"/>
                    <a:pt x="292984" y="3333768"/>
                    <a:pt x="376864" y="3386014"/>
                  </a:cubicBezTo>
                  <a:cubicBezTo>
                    <a:pt x="466017" y="3441615"/>
                    <a:pt x="556129" y="3441615"/>
                    <a:pt x="648158" y="3392725"/>
                  </a:cubicBezTo>
                  <a:cubicBezTo>
                    <a:pt x="719576" y="3354859"/>
                    <a:pt x="772780" y="3296861"/>
                    <a:pt x="824546" y="3237426"/>
                  </a:cubicBezTo>
                  <a:cubicBezTo>
                    <a:pt x="886378" y="3166487"/>
                    <a:pt x="944855" y="3092672"/>
                    <a:pt x="1007166" y="3022213"/>
                  </a:cubicBezTo>
                  <a:cubicBezTo>
                    <a:pt x="1064684" y="2956546"/>
                    <a:pt x="1130830" y="2901425"/>
                    <a:pt x="1211355" y="2864997"/>
                  </a:cubicBezTo>
                  <a:cubicBezTo>
                    <a:pt x="1332622" y="2809875"/>
                    <a:pt x="1450055" y="2825693"/>
                    <a:pt x="1563653" y="2888004"/>
                  </a:cubicBezTo>
                  <a:cubicBezTo>
                    <a:pt x="1629319" y="2923953"/>
                    <a:pt x="1682523" y="2976198"/>
                    <a:pt x="1733810" y="3029882"/>
                  </a:cubicBezTo>
                  <a:cubicBezTo>
                    <a:pt x="1793246" y="3091713"/>
                    <a:pt x="1839260" y="3164091"/>
                    <a:pt x="1896299" y="3227360"/>
                  </a:cubicBezTo>
                  <a:cubicBezTo>
                    <a:pt x="1953817" y="3291109"/>
                    <a:pt x="2011335" y="3355338"/>
                    <a:pt x="2089943" y="3395600"/>
                  </a:cubicBezTo>
                  <a:cubicBezTo>
                    <a:pt x="2114867" y="3408542"/>
                    <a:pt x="2140750" y="3417649"/>
                    <a:pt x="2168071" y="3421484"/>
                  </a:cubicBezTo>
                  <a:cubicBezTo>
                    <a:pt x="2229424" y="3430111"/>
                    <a:pt x="2277835" y="3406146"/>
                    <a:pt x="2314742" y="3358693"/>
                  </a:cubicBezTo>
                  <a:cubicBezTo>
                    <a:pt x="2343501" y="3321786"/>
                    <a:pt x="2358360" y="3278647"/>
                    <a:pt x="2365550" y="3232633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79F8E2-F747-45CC-837F-7748022B8363}"/>
                </a:ext>
              </a:extLst>
            </p:cNvPr>
            <p:cNvSpPr/>
            <p:nvPr/>
          </p:nvSpPr>
          <p:spPr>
            <a:xfrm>
              <a:off x="1601327" y="1922774"/>
              <a:ext cx="790873" cy="920288"/>
            </a:xfrm>
            <a:custGeom>
              <a:avLst/>
              <a:gdLst>
                <a:gd name="connsiteX0" fmla="*/ 792790 w 790872"/>
                <a:gd name="connsiteY0" fmla="*/ 894885 h 920288"/>
                <a:gd name="connsiteX1" fmla="*/ 722331 w 790872"/>
                <a:gd name="connsiteY1" fmla="*/ 923644 h 920288"/>
                <a:gd name="connsiteX2" fmla="*/ 707951 w 790872"/>
                <a:gd name="connsiteY2" fmla="*/ 904471 h 920288"/>
                <a:gd name="connsiteX3" fmla="*/ 583329 w 790872"/>
                <a:gd name="connsiteY3" fmla="*/ 645161 h 920288"/>
                <a:gd name="connsiteX4" fmla="*/ 425154 w 790872"/>
                <a:gd name="connsiteY4" fmla="*/ 363322 h 920288"/>
                <a:gd name="connsiteX5" fmla="*/ 307721 w 790872"/>
                <a:gd name="connsiteY5" fmla="*/ 220006 h 920288"/>
                <a:gd name="connsiteX6" fmla="*/ 15817 w 790872"/>
                <a:gd name="connsiteY6" fmla="*/ 65187 h 920288"/>
                <a:gd name="connsiteX7" fmla="*/ 0 w 790872"/>
                <a:gd name="connsiteY7" fmla="*/ 58956 h 920288"/>
                <a:gd name="connsiteX8" fmla="*/ 46973 w 790872"/>
                <a:gd name="connsiteY8" fmla="*/ 38345 h 920288"/>
                <a:gd name="connsiteX9" fmla="*/ 70939 w 790872"/>
                <a:gd name="connsiteY9" fmla="*/ 10066 h 920288"/>
                <a:gd name="connsiteX10" fmla="*/ 78129 w 790872"/>
                <a:gd name="connsiteY10" fmla="*/ 0 h 920288"/>
                <a:gd name="connsiteX11" fmla="*/ 79087 w 790872"/>
                <a:gd name="connsiteY11" fmla="*/ 33552 h 920288"/>
                <a:gd name="connsiteX12" fmla="*/ 107846 w 790872"/>
                <a:gd name="connsiteY12" fmla="*/ 63749 h 920288"/>
                <a:gd name="connsiteX13" fmla="*/ 234386 w 790872"/>
                <a:gd name="connsiteY13" fmla="*/ 57039 h 920288"/>
                <a:gd name="connsiteX14" fmla="*/ 249724 w 790872"/>
                <a:gd name="connsiteY14" fmla="*/ 72377 h 920288"/>
                <a:gd name="connsiteX15" fmla="*/ 464458 w 790872"/>
                <a:gd name="connsiteY15" fmla="*/ 278962 h 920288"/>
                <a:gd name="connsiteX16" fmla="*/ 621674 w 790872"/>
                <a:gd name="connsiteY16" fmla="*/ 544504 h 920288"/>
                <a:gd name="connsiteX17" fmla="*/ 784162 w 790872"/>
                <a:gd name="connsiteY17" fmla="*/ 869481 h 920288"/>
                <a:gd name="connsiteX18" fmla="*/ 792790 w 790872"/>
                <a:gd name="connsiteY18" fmla="*/ 894885 h 920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90872" h="920288">
                  <a:moveTo>
                    <a:pt x="792790" y="894885"/>
                  </a:moveTo>
                  <a:cubicBezTo>
                    <a:pt x="760676" y="883860"/>
                    <a:pt x="739586" y="898240"/>
                    <a:pt x="722331" y="923644"/>
                  </a:cubicBezTo>
                  <a:cubicBezTo>
                    <a:pt x="713224" y="920768"/>
                    <a:pt x="711306" y="911661"/>
                    <a:pt x="707951" y="904471"/>
                  </a:cubicBezTo>
                  <a:cubicBezTo>
                    <a:pt x="668647" y="816756"/>
                    <a:pt x="626946" y="730479"/>
                    <a:pt x="583329" y="645161"/>
                  </a:cubicBezTo>
                  <a:cubicBezTo>
                    <a:pt x="533959" y="549297"/>
                    <a:pt x="485548" y="452954"/>
                    <a:pt x="425154" y="363322"/>
                  </a:cubicBezTo>
                  <a:cubicBezTo>
                    <a:pt x="390164" y="312035"/>
                    <a:pt x="352777" y="262666"/>
                    <a:pt x="307721" y="220006"/>
                  </a:cubicBezTo>
                  <a:cubicBezTo>
                    <a:pt x="224800" y="141398"/>
                    <a:pt x="130374" y="84360"/>
                    <a:pt x="15817" y="65187"/>
                  </a:cubicBezTo>
                  <a:cubicBezTo>
                    <a:pt x="10066" y="64228"/>
                    <a:pt x="3835" y="65187"/>
                    <a:pt x="0" y="58956"/>
                  </a:cubicBezTo>
                  <a:cubicBezTo>
                    <a:pt x="12942" y="45535"/>
                    <a:pt x="30676" y="43139"/>
                    <a:pt x="46973" y="38345"/>
                  </a:cubicBezTo>
                  <a:cubicBezTo>
                    <a:pt x="61832" y="33552"/>
                    <a:pt x="72856" y="28280"/>
                    <a:pt x="70939" y="10066"/>
                  </a:cubicBezTo>
                  <a:cubicBezTo>
                    <a:pt x="70460" y="6231"/>
                    <a:pt x="71418" y="479"/>
                    <a:pt x="78129" y="0"/>
                  </a:cubicBezTo>
                  <a:cubicBezTo>
                    <a:pt x="79087" y="11024"/>
                    <a:pt x="80046" y="22049"/>
                    <a:pt x="79087" y="33552"/>
                  </a:cubicBezTo>
                  <a:cubicBezTo>
                    <a:pt x="77170" y="57518"/>
                    <a:pt x="83880" y="64708"/>
                    <a:pt x="107846" y="63749"/>
                  </a:cubicBezTo>
                  <a:cubicBezTo>
                    <a:pt x="150026" y="61832"/>
                    <a:pt x="192206" y="59435"/>
                    <a:pt x="234386" y="57039"/>
                  </a:cubicBezTo>
                  <a:cubicBezTo>
                    <a:pt x="233907" y="67104"/>
                    <a:pt x="243972" y="68542"/>
                    <a:pt x="249724" y="72377"/>
                  </a:cubicBezTo>
                  <a:cubicBezTo>
                    <a:pt x="335042" y="127498"/>
                    <a:pt x="404064" y="198437"/>
                    <a:pt x="464458" y="278962"/>
                  </a:cubicBezTo>
                  <a:cubicBezTo>
                    <a:pt x="526290" y="361884"/>
                    <a:pt x="573742" y="453434"/>
                    <a:pt x="621674" y="544504"/>
                  </a:cubicBezTo>
                  <a:cubicBezTo>
                    <a:pt x="677754" y="651871"/>
                    <a:pt x="731437" y="760676"/>
                    <a:pt x="784162" y="869481"/>
                  </a:cubicBezTo>
                  <a:cubicBezTo>
                    <a:pt x="787518" y="878108"/>
                    <a:pt x="793269" y="885778"/>
                    <a:pt x="792790" y="894885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DAD7D12-6CD3-4811-AF4C-4AEBF192496E}"/>
                </a:ext>
              </a:extLst>
            </p:cNvPr>
            <p:cNvSpPr/>
            <p:nvPr/>
          </p:nvSpPr>
          <p:spPr>
            <a:xfrm>
              <a:off x="1021833" y="1881553"/>
              <a:ext cx="656664" cy="1054497"/>
            </a:xfrm>
            <a:custGeom>
              <a:avLst/>
              <a:gdLst>
                <a:gd name="connsiteX0" fmla="*/ 657143 w 656664"/>
                <a:gd name="connsiteY0" fmla="*/ 42180 h 1054497"/>
                <a:gd name="connsiteX1" fmla="*/ 654747 w 656664"/>
                <a:gd name="connsiteY1" fmla="*/ 46494 h 1054497"/>
                <a:gd name="connsiteX2" fmla="*/ 622633 w 656664"/>
                <a:gd name="connsiteY2" fmla="*/ 86756 h 1054497"/>
                <a:gd name="connsiteX3" fmla="*/ 579973 w 656664"/>
                <a:gd name="connsiteY3" fmla="*/ 102094 h 1054497"/>
                <a:gd name="connsiteX4" fmla="*/ 535397 w 656664"/>
                <a:gd name="connsiteY4" fmla="*/ 132291 h 1054497"/>
                <a:gd name="connsiteX5" fmla="*/ 389685 w 656664"/>
                <a:gd name="connsiteY5" fmla="*/ 256435 h 1054497"/>
                <a:gd name="connsiteX6" fmla="*/ 228634 w 656664"/>
                <a:gd name="connsiteY6" fmla="*/ 555049 h 1054497"/>
                <a:gd name="connsiteX7" fmla="*/ 92029 w 656664"/>
                <a:gd name="connsiteY7" fmla="*/ 996979 h 1054497"/>
                <a:gd name="connsiteX8" fmla="*/ 74294 w 656664"/>
                <a:gd name="connsiteY8" fmla="*/ 1057373 h 1054497"/>
                <a:gd name="connsiteX9" fmla="*/ 0 w 656664"/>
                <a:gd name="connsiteY9" fmla="*/ 1025259 h 1054497"/>
                <a:gd name="connsiteX10" fmla="*/ 9107 w 656664"/>
                <a:gd name="connsiteY10" fmla="*/ 1009441 h 1054497"/>
                <a:gd name="connsiteX11" fmla="*/ 130854 w 656664"/>
                <a:gd name="connsiteY11" fmla="*/ 601063 h 1054497"/>
                <a:gd name="connsiteX12" fmla="*/ 286152 w 656664"/>
                <a:gd name="connsiteY12" fmla="*/ 266500 h 1054497"/>
                <a:gd name="connsiteX13" fmla="*/ 382495 w 656664"/>
                <a:gd name="connsiteY13" fmla="*/ 153381 h 1054497"/>
                <a:gd name="connsiteX14" fmla="*/ 363802 w 656664"/>
                <a:gd name="connsiteY14" fmla="*/ 151464 h 1054497"/>
                <a:gd name="connsiteX15" fmla="*/ 366198 w 656664"/>
                <a:gd name="connsiteY15" fmla="*/ 147150 h 1054497"/>
                <a:gd name="connsiteX16" fmla="*/ 416047 w 656664"/>
                <a:gd name="connsiteY16" fmla="*/ 115995 h 1054497"/>
                <a:gd name="connsiteX17" fmla="*/ 546421 w 656664"/>
                <a:gd name="connsiteY17" fmla="*/ 32594 h 1054497"/>
                <a:gd name="connsiteX18" fmla="*/ 551694 w 656664"/>
                <a:gd name="connsiteY18" fmla="*/ 32114 h 1054497"/>
                <a:gd name="connsiteX19" fmla="*/ 654747 w 656664"/>
                <a:gd name="connsiteY19" fmla="*/ 0 h 1054497"/>
                <a:gd name="connsiteX20" fmla="*/ 657143 w 656664"/>
                <a:gd name="connsiteY20" fmla="*/ 42180 h 1054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56664" h="1054497">
                  <a:moveTo>
                    <a:pt x="657143" y="42180"/>
                  </a:moveTo>
                  <a:cubicBezTo>
                    <a:pt x="656185" y="43618"/>
                    <a:pt x="654267" y="45535"/>
                    <a:pt x="654747" y="46494"/>
                  </a:cubicBezTo>
                  <a:cubicBezTo>
                    <a:pt x="660019" y="72856"/>
                    <a:pt x="645640" y="81963"/>
                    <a:pt x="622633" y="86756"/>
                  </a:cubicBezTo>
                  <a:cubicBezTo>
                    <a:pt x="608253" y="89632"/>
                    <a:pt x="594353" y="96822"/>
                    <a:pt x="579973" y="102094"/>
                  </a:cubicBezTo>
                  <a:cubicBezTo>
                    <a:pt x="569428" y="118391"/>
                    <a:pt x="551214" y="123664"/>
                    <a:pt x="535397" y="132291"/>
                  </a:cubicBezTo>
                  <a:cubicBezTo>
                    <a:pt x="477879" y="163447"/>
                    <a:pt x="431385" y="206106"/>
                    <a:pt x="389685" y="256435"/>
                  </a:cubicBezTo>
                  <a:cubicBezTo>
                    <a:pt x="315870" y="345108"/>
                    <a:pt x="266979" y="447203"/>
                    <a:pt x="228634" y="555049"/>
                  </a:cubicBezTo>
                  <a:cubicBezTo>
                    <a:pt x="176389" y="700282"/>
                    <a:pt x="132291" y="847912"/>
                    <a:pt x="92029" y="996979"/>
                  </a:cubicBezTo>
                  <a:cubicBezTo>
                    <a:pt x="86756" y="1017110"/>
                    <a:pt x="83880" y="1038200"/>
                    <a:pt x="74294" y="1057373"/>
                  </a:cubicBezTo>
                  <a:cubicBezTo>
                    <a:pt x="58477" y="1026217"/>
                    <a:pt x="33552" y="1016152"/>
                    <a:pt x="0" y="1025259"/>
                  </a:cubicBezTo>
                  <a:cubicBezTo>
                    <a:pt x="6231" y="1021904"/>
                    <a:pt x="7190" y="1015672"/>
                    <a:pt x="9107" y="1009441"/>
                  </a:cubicBezTo>
                  <a:cubicBezTo>
                    <a:pt x="46014" y="872357"/>
                    <a:pt x="85318" y="735751"/>
                    <a:pt x="130854" y="601063"/>
                  </a:cubicBezTo>
                  <a:cubicBezTo>
                    <a:pt x="170637" y="484110"/>
                    <a:pt x="215693" y="369074"/>
                    <a:pt x="286152" y="266500"/>
                  </a:cubicBezTo>
                  <a:cubicBezTo>
                    <a:pt x="313953" y="226238"/>
                    <a:pt x="345108" y="189330"/>
                    <a:pt x="382495" y="153381"/>
                  </a:cubicBezTo>
                  <a:cubicBezTo>
                    <a:pt x="374826" y="152423"/>
                    <a:pt x="369074" y="151943"/>
                    <a:pt x="363802" y="151464"/>
                  </a:cubicBezTo>
                  <a:cubicBezTo>
                    <a:pt x="363802" y="149547"/>
                    <a:pt x="364760" y="147150"/>
                    <a:pt x="366198" y="147150"/>
                  </a:cubicBezTo>
                  <a:cubicBezTo>
                    <a:pt x="387767" y="144274"/>
                    <a:pt x="400709" y="128457"/>
                    <a:pt x="416047" y="115995"/>
                  </a:cubicBezTo>
                  <a:cubicBezTo>
                    <a:pt x="455830" y="82443"/>
                    <a:pt x="500886" y="57039"/>
                    <a:pt x="546421" y="32594"/>
                  </a:cubicBezTo>
                  <a:cubicBezTo>
                    <a:pt x="547859" y="31635"/>
                    <a:pt x="549776" y="31635"/>
                    <a:pt x="551694" y="32114"/>
                  </a:cubicBezTo>
                  <a:cubicBezTo>
                    <a:pt x="587163" y="24924"/>
                    <a:pt x="621195" y="12462"/>
                    <a:pt x="654747" y="0"/>
                  </a:cubicBezTo>
                  <a:cubicBezTo>
                    <a:pt x="658102" y="13421"/>
                    <a:pt x="657623" y="27800"/>
                    <a:pt x="657143" y="4218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2BB468-006E-402E-93A5-292313B22986}"/>
                </a:ext>
              </a:extLst>
            </p:cNvPr>
            <p:cNvSpPr/>
            <p:nvPr/>
          </p:nvSpPr>
          <p:spPr>
            <a:xfrm>
              <a:off x="1299963" y="1870238"/>
              <a:ext cx="273211" cy="167761"/>
            </a:xfrm>
            <a:custGeom>
              <a:avLst/>
              <a:gdLst>
                <a:gd name="connsiteX0" fmla="*/ 273564 w 273210"/>
                <a:gd name="connsiteY0" fmla="*/ 42950 h 167760"/>
                <a:gd name="connsiteX1" fmla="*/ 258226 w 273210"/>
                <a:gd name="connsiteY1" fmla="*/ 54454 h 167760"/>
                <a:gd name="connsiteX2" fmla="*/ 120662 w 273210"/>
                <a:gd name="connsiteY2" fmla="*/ 148400 h 167760"/>
                <a:gd name="connsiteX3" fmla="*/ 85672 w 273210"/>
                <a:gd name="connsiteY3" fmla="*/ 162779 h 167760"/>
                <a:gd name="connsiteX4" fmla="*/ 36302 w 273210"/>
                <a:gd name="connsiteY4" fmla="*/ 167573 h 167760"/>
                <a:gd name="connsiteX5" fmla="*/ 11377 w 273210"/>
                <a:gd name="connsiteY5" fmla="*/ 147441 h 167760"/>
                <a:gd name="connsiteX6" fmla="*/ 353 w 273210"/>
                <a:gd name="connsiteY6" fmla="*/ 51099 h 167760"/>
                <a:gd name="connsiteX7" fmla="*/ 20964 w 273210"/>
                <a:gd name="connsiteY7" fmla="*/ 25216 h 167760"/>
                <a:gd name="connsiteX8" fmla="*/ 236656 w 273210"/>
                <a:gd name="connsiteY8" fmla="*/ 770 h 167760"/>
                <a:gd name="connsiteX9" fmla="*/ 269250 w 273210"/>
                <a:gd name="connsiteY9" fmla="*/ 28571 h 167760"/>
                <a:gd name="connsiteX10" fmla="*/ 273564 w 273210"/>
                <a:gd name="connsiteY10" fmla="*/ 42950 h 167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3210" h="167760">
                  <a:moveTo>
                    <a:pt x="273564" y="42950"/>
                  </a:moveTo>
                  <a:cubicBezTo>
                    <a:pt x="269729" y="48223"/>
                    <a:pt x="264457" y="51578"/>
                    <a:pt x="258226" y="54454"/>
                  </a:cubicBezTo>
                  <a:cubicBezTo>
                    <a:pt x="207897" y="78899"/>
                    <a:pt x="161404" y="110055"/>
                    <a:pt x="120662" y="148400"/>
                  </a:cubicBezTo>
                  <a:cubicBezTo>
                    <a:pt x="110117" y="157986"/>
                    <a:pt x="97655" y="158466"/>
                    <a:pt x="85672" y="162779"/>
                  </a:cubicBezTo>
                  <a:cubicBezTo>
                    <a:pt x="69375" y="164217"/>
                    <a:pt x="52599" y="165655"/>
                    <a:pt x="36302" y="167573"/>
                  </a:cubicBezTo>
                  <a:cubicBezTo>
                    <a:pt x="20964" y="169011"/>
                    <a:pt x="13295" y="163259"/>
                    <a:pt x="11377" y="147441"/>
                  </a:cubicBezTo>
                  <a:cubicBezTo>
                    <a:pt x="8022" y="115327"/>
                    <a:pt x="4667" y="83213"/>
                    <a:pt x="353" y="51099"/>
                  </a:cubicBezTo>
                  <a:cubicBezTo>
                    <a:pt x="-1564" y="34802"/>
                    <a:pt x="4188" y="27133"/>
                    <a:pt x="20964" y="25216"/>
                  </a:cubicBezTo>
                  <a:cubicBezTo>
                    <a:pt x="92861" y="17546"/>
                    <a:pt x="164759" y="8919"/>
                    <a:pt x="236656" y="770"/>
                  </a:cubicBezTo>
                  <a:cubicBezTo>
                    <a:pt x="263019" y="-2106"/>
                    <a:pt x="267812" y="2208"/>
                    <a:pt x="269250" y="28571"/>
                  </a:cubicBezTo>
                  <a:cubicBezTo>
                    <a:pt x="270209" y="32885"/>
                    <a:pt x="269729" y="38157"/>
                    <a:pt x="273564" y="42950"/>
                  </a:cubicBezTo>
                  <a:close/>
                </a:path>
              </a:pathLst>
            </a:custGeom>
            <a:solidFill>
              <a:schemeClr val="tx1"/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101BBBA-9E86-49F6-BCB8-4DDC9920B0C2}"/>
                </a:ext>
              </a:extLst>
            </p:cNvPr>
            <p:cNvSpPr/>
            <p:nvPr/>
          </p:nvSpPr>
          <p:spPr>
            <a:xfrm>
              <a:off x="3206080" y="5617828"/>
              <a:ext cx="335522" cy="335522"/>
            </a:xfrm>
            <a:custGeom>
              <a:avLst/>
              <a:gdLst>
                <a:gd name="connsiteX0" fmla="*/ 169678 w 335521"/>
                <a:gd name="connsiteY0" fmla="*/ 339835 h 335521"/>
                <a:gd name="connsiteX1" fmla="*/ 0 w 335521"/>
                <a:gd name="connsiteY1" fmla="*/ 171116 h 335521"/>
                <a:gd name="connsiteX2" fmla="*/ 169678 w 335521"/>
                <a:gd name="connsiteY2" fmla="*/ 0 h 335521"/>
                <a:gd name="connsiteX3" fmla="*/ 339836 w 335521"/>
                <a:gd name="connsiteY3" fmla="*/ 169199 h 335521"/>
                <a:gd name="connsiteX4" fmla="*/ 169678 w 335521"/>
                <a:gd name="connsiteY4" fmla="*/ 339835 h 335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521" h="335521">
                  <a:moveTo>
                    <a:pt x="169678" y="339835"/>
                  </a:moveTo>
                  <a:cubicBezTo>
                    <a:pt x="74773" y="339835"/>
                    <a:pt x="479" y="266021"/>
                    <a:pt x="0" y="171116"/>
                  </a:cubicBezTo>
                  <a:cubicBezTo>
                    <a:pt x="0" y="75732"/>
                    <a:pt x="74294" y="0"/>
                    <a:pt x="169678" y="0"/>
                  </a:cubicBezTo>
                  <a:cubicBezTo>
                    <a:pt x="263624" y="0"/>
                    <a:pt x="339836" y="75732"/>
                    <a:pt x="339836" y="169199"/>
                  </a:cubicBezTo>
                  <a:cubicBezTo>
                    <a:pt x="340315" y="264103"/>
                    <a:pt x="265062" y="339835"/>
                    <a:pt x="169678" y="33983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" name="Heart 26">
            <a:extLst>
              <a:ext uri="{FF2B5EF4-FFF2-40B4-BE49-F238E27FC236}">
                <a16:creationId xmlns:a16="http://schemas.microsoft.com/office/drawing/2014/main" id="{A99A5D6C-0153-4DDE-88FC-8174994DB58D}"/>
              </a:ext>
            </a:extLst>
          </p:cNvPr>
          <p:cNvSpPr/>
          <p:nvPr/>
        </p:nvSpPr>
        <p:spPr>
          <a:xfrm rot="20665493">
            <a:off x="2170675" y="1186150"/>
            <a:ext cx="2504496" cy="2106141"/>
          </a:xfrm>
          <a:prstGeom prst="hear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D8A937-595E-4798-81A5-602A4F7A5366}"/>
              </a:ext>
            </a:extLst>
          </p:cNvPr>
          <p:cNvGrpSpPr/>
          <p:nvPr/>
        </p:nvGrpSpPr>
        <p:grpSpPr>
          <a:xfrm>
            <a:off x="446587" y="2164625"/>
            <a:ext cx="5070756" cy="2758138"/>
            <a:chOff x="918856" y="2154577"/>
            <a:chExt cx="5070756" cy="275813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0A17B6C-F3F0-46EF-BA1F-46FBEFA64DE6}"/>
                </a:ext>
              </a:extLst>
            </p:cNvPr>
            <p:cNvGrpSpPr/>
            <p:nvPr/>
          </p:nvGrpSpPr>
          <p:grpSpPr>
            <a:xfrm rot="5400000">
              <a:off x="2075165" y="998268"/>
              <a:ext cx="2758138" cy="5070755"/>
              <a:chOff x="2183130" y="1760603"/>
              <a:chExt cx="2758138" cy="4368220"/>
            </a:xfrm>
          </p:grpSpPr>
          <p:pic>
            <p:nvPicPr>
              <p:cNvPr id="4" name="Picture 2" descr="E:\002-KIMS BUSINESS\007-04-1-FIVERR\01-PPT-TEMPLATE\COVER-PSD\05-cut-01.png">
                <a:extLst>
                  <a:ext uri="{FF2B5EF4-FFF2-40B4-BE49-F238E27FC236}">
                    <a16:creationId xmlns:a16="http://schemas.microsoft.com/office/drawing/2014/main" id="{2EF39763-31DF-4179-96AA-D30C35EE68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 flipH="1">
                <a:off x="2619417" y="3677653"/>
                <a:ext cx="4238901" cy="4048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Picture 2" descr="E:\002-KIMS BUSINESS\007-04-1-FIVERR\01-PPT-TEMPLATE\COVER-PSD\05-cut-01.png">
                <a:extLst>
                  <a:ext uri="{FF2B5EF4-FFF2-40B4-BE49-F238E27FC236}">
                    <a16:creationId xmlns:a16="http://schemas.microsoft.com/office/drawing/2014/main" id="{88118BA5-F7AC-488B-9879-F33CB8D777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208935" y="3734798"/>
                <a:ext cx="4353192" cy="4048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80D879F-A49A-4DA4-AB46-0384D5F5FBB1}"/>
                  </a:ext>
                </a:extLst>
              </p:cNvPr>
              <p:cNvSpPr/>
              <p:nvPr/>
            </p:nvSpPr>
            <p:spPr>
              <a:xfrm>
                <a:off x="2406367" y="1825336"/>
                <a:ext cx="695052" cy="43034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F63CB75-64FD-4D5C-8B06-D4B90EEF2C20}"/>
                </a:ext>
              </a:extLst>
            </p:cNvPr>
            <p:cNvSpPr/>
            <p:nvPr/>
          </p:nvSpPr>
          <p:spPr>
            <a:xfrm>
              <a:off x="1167897" y="2391203"/>
              <a:ext cx="4821715" cy="2262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D467F6-660B-4D20-9B63-362EE2A0390E}"/>
              </a:ext>
            </a:extLst>
          </p:cNvPr>
          <p:cNvGrpSpPr/>
          <p:nvPr/>
        </p:nvGrpSpPr>
        <p:grpSpPr>
          <a:xfrm>
            <a:off x="996286" y="2545284"/>
            <a:ext cx="3596618" cy="1976098"/>
            <a:chOff x="-548507" y="477868"/>
            <a:chExt cx="11570449" cy="635717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F2D44A1-3A6A-4CD4-AE96-70DFEAEC1F75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FFC00FD-8CA9-46E4-99B5-42F47EE6D66E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04EA027-A0CB-4EF7-82F3-0EC2D272A78A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5BB244E-506A-4F9A-B193-7E6375E41A67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37CBF27-93DD-4587-9700-FF0C51CC16EA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5652C44-94B1-4E68-8B90-40DAAD3C61D7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DFEDF52D-5E21-4C81-B68A-7A52B14E0CEB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DA5D5C9A-ACC5-42E7-97B2-EF668CC36D93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D75EE87-762A-4AF7-936D-83A99764C162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DEBD444B-C0DC-4F7E-A197-641CA6967B79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D25FE99A-6FE6-4A69-85B3-8F8A5955978F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15B18E3-070B-49B3-BABB-03E27CE1C9FE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42" name="Graphic 51">
            <a:extLst>
              <a:ext uri="{FF2B5EF4-FFF2-40B4-BE49-F238E27FC236}">
                <a16:creationId xmlns:a16="http://schemas.microsoft.com/office/drawing/2014/main" id="{2E32521B-4FF3-4390-8B7A-06D6E6E2D05F}"/>
              </a:ext>
            </a:extLst>
          </p:cNvPr>
          <p:cNvGrpSpPr/>
          <p:nvPr/>
        </p:nvGrpSpPr>
        <p:grpSpPr>
          <a:xfrm>
            <a:off x="1926126" y="2735639"/>
            <a:ext cx="1915765" cy="1403896"/>
            <a:chOff x="1416767" y="0"/>
            <a:chExt cx="9358465" cy="6858000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D6DC264-F750-485C-90EE-95010B384D76}"/>
                </a:ext>
              </a:extLst>
            </p:cNvPr>
            <p:cNvSpPr/>
            <p:nvPr/>
          </p:nvSpPr>
          <p:spPr>
            <a:xfrm>
              <a:off x="3510230" y="5264286"/>
              <a:ext cx="7260122" cy="1396458"/>
            </a:xfrm>
            <a:custGeom>
              <a:avLst/>
              <a:gdLst>
                <a:gd name="connsiteX0" fmla="*/ 7265003 w 7260121"/>
                <a:gd name="connsiteY0" fmla="*/ 579636 h 1396458"/>
                <a:gd name="connsiteX1" fmla="*/ 6908943 w 7260121"/>
                <a:gd name="connsiteY1" fmla="*/ 919612 h 1396458"/>
                <a:gd name="connsiteX2" fmla="*/ 6024275 w 7260121"/>
                <a:gd name="connsiteY2" fmla="*/ 1070956 h 1396458"/>
                <a:gd name="connsiteX3" fmla="*/ 5284371 w 7260121"/>
                <a:gd name="connsiteY3" fmla="*/ 921805 h 1396458"/>
                <a:gd name="connsiteX4" fmla="*/ 5033594 w 7260121"/>
                <a:gd name="connsiteY4" fmla="*/ 761688 h 1396458"/>
                <a:gd name="connsiteX5" fmla="*/ 4924655 w 7260121"/>
                <a:gd name="connsiteY5" fmla="*/ 538693 h 1396458"/>
                <a:gd name="connsiteX6" fmla="*/ 4898335 w 7260121"/>
                <a:gd name="connsiteY6" fmla="*/ 518222 h 1396458"/>
                <a:gd name="connsiteX7" fmla="*/ 4447227 w 7260121"/>
                <a:gd name="connsiteY7" fmla="*/ 531382 h 1396458"/>
                <a:gd name="connsiteX8" fmla="*/ 3574258 w 7260121"/>
                <a:gd name="connsiteY8" fmla="*/ 997112 h 1396458"/>
                <a:gd name="connsiteX9" fmla="*/ 2813151 w 7260121"/>
                <a:gd name="connsiteY9" fmla="*/ 1368526 h 1396458"/>
                <a:gd name="connsiteX10" fmla="*/ 1887541 w 7260121"/>
                <a:gd name="connsiteY10" fmla="*/ 1373644 h 1396458"/>
                <a:gd name="connsiteX11" fmla="*/ 48749 w 7260121"/>
                <a:gd name="connsiteY11" fmla="*/ 997112 h 1396458"/>
                <a:gd name="connsiteX12" fmla="*/ 20966 w 7260121"/>
                <a:gd name="connsiteY12" fmla="*/ 988338 h 1396458"/>
                <a:gd name="connsiteX13" fmla="*/ 494 w 7260121"/>
                <a:gd name="connsiteY13" fmla="*/ 971522 h 1396458"/>
                <a:gd name="connsiteX14" fmla="*/ 9268 w 7260121"/>
                <a:gd name="connsiteY14" fmla="*/ 885980 h 1396458"/>
                <a:gd name="connsiteX15" fmla="*/ 29739 w 7260121"/>
                <a:gd name="connsiteY15" fmla="*/ 879400 h 1396458"/>
                <a:gd name="connsiteX16" fmla="*/ 725775 w 7260121"/>
                <a:gd name="connsiteY16" fmla="*/ 1058526 h 1396458"/>
                <a:gd name="connsiteX17" fmla="*/ 1976739 w 7260121"/>
                <a:gd name="connsiteY17" fmla="*/ 1272747 h 1396458"/>
                <a:gd name="connsiteX18" fmla="*/ 2843859 w 7260121"/>
                <a:gd name="connsiteY18" fmla="*/ 1253007 h 1396458"/>
                <a:gd name="connsiteX19" fmla="*/ 3327867 w 7260121"/>
                <a:gd name="connsiteY19" fmla="*/ 1069493 h 1396458"/>
                <a:gd name="connsiteX20" fmla="*/ 3474824 w 7260121"/>
                <a:gd name="connsiteY20" fmla="*/ 938621 h 1396458"/>
                <a:gd name="connsiteX21" fmla="*/ 4263714 w 7260121"/>
                <a:gd name="connsiteY21" fmla="*/ 459000 h 1396458"/>
                <a:gd name="connsiteX22" fmla="*/ 4911495 w 7260121"/>
                <a:gd name="connsiteY22" fmla="*/ 410014 h 1396458"/>
                <a:gd name="connsiteX23" fmla="*/ 4975835 w 7260121"/>
                <a:gd name="connsiteY23" fmla="*/ 380769 h 1396458"/>
                <a:gd name="connsiteX24" fmla="*/ 5186400 w 7260121"/>
                <a:gd name="connsiteY24" fmla="*/ 198718 h 1396458"/>
                <a:gd name="connsiteX25" fmla="*/ 5725974 w 7260121"/>
                <a:gd name="connsiteY25" fmla="*/ 28364 h 1396458"/>
                <a:gd name="connsiteX26" fmla="*/ 6721042 w 7260121"/>
                <a:gd name="connsiteY26" fmla="*/ 83930 h 1396458"/>
                <a:gd name="connsiteX27" fmla="*/ 7000334 w 7260121"/>
                <a:gd name="connsiteY27" fmla="*/ 197255 h 1396458"/>
                <a:gd name="connsiteX28" fmla="*/ 7265003 w 7260121"/>
                <a:gd name="connsiteY28" fmla="*/ 492632 h 1396458"/>
                <a:gd name="connsiteX29" fmla="*/ 7265003 w 7260121"/>
                <a:gd name="connsiteY29" fmla="*/ 579636 h 1396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260121" h="1396458">
                  <a:moveTo>
                    <a:pt x="7265003" y="579636"/>
                  </a:moveTo>
                  <a:cubicBezTo>
                    <a:pt x="7210899" y="760225"/>
                    <a:pt x="7067598" y="850154"/>
                    <a:pt x="6908943" y="919612"/>
                  </a:cubicBezTo>
                  <a:cubicBezTo>
                    <a:pt x="6627458" y="1043173"/>
                    <a:pt x="6329156" y="1078267"/>
                    <a:pt x="6024275" y="1070956"/>
                  </a:cubicBezTo>
                  <a:cubicBezTo>
                    <a:pt x="5769111" y="1064375"/>
                    <a:pt x="5520527" y="1022701"/>
                    <a:pt x="5284371" y="921805"/>
                  </a:cubicBezTo>
                  <a:cubicBezTo>
                    <a:pt x="5192249" y="882324"/>
                    <a:pt x="5105244" y="833338"/>
                    <a:pt x="5033594" y="761688"/>
                  </a:cubicBezTo>
                  <a:cubicBezTo>
                    <a:pt x="4971448" y="700273"/>
                    <a:pt x="4924655" y="630084"/>
                    <a:pt x="4924655" y="538693"/>
                  </a:cubicBezTo>
                  <a:cubicBezTo>
                    <a:pt x="4924655" y="517490"/>
                    <a:pt x="4910764" y="519683"/>
                    <a:pt x="4898335" y="518222"/>
                  </a:cubicBezTo>
                  <a:cubicBezTo>
                    <a:pt x="4746991" y="502137"/>
                    <a:pt x="4596378" y="506523"/>
                    <a:pt x="4447227" y="531382"/>
                  </a:cubicBezTo>
                  <a:cubicBezTo>
                    <a:pt x="4103596" y="587679"/>
                    <a:pt x="3811144" y="746334"/>
                    <a:pt x="3574258" y="997112"/>
                  </a:cubicBezTo>
                  <a:cubicBezTo>
                    <a:pt x="3364424" y="1219375"/>
                    <a:pt x="3104872" y="1323927"/>
                    <a:pt x="2813151" y="1368526"/>
                  </a:cubicBezTo>
                  <a:cubicBezTo>
                    <a:pt x="2504615" y="1416049"/>
                    <a:pt x="2196078" y="1405813"/>
                    <a:pt x="1887541" y="1373644"/>
                  </a:cubicBezTo>
                  <a:cubicBezTo>
                    <a:pt x="1262425" y="1308573"/>
                    <a:pt x="652662" y="1164540"/>
                    <a:pt x="48749" y="997112"/>
                  </a:cubicBezTo>
                  <a:cubicBezTo>
                    <a:pt x="39244" y="994187"/>
                    <a:pt x="30470" y="991262"/>
                    <a:pt x="20966" y="988338"/>
                  </a:cubicBezTo>
                  <a:cubicBezTo>
                    <a:pt x="12192" y="984682"/>
                    <a:pt x="494" y="983220"/>
                    <a:pt x="494" y="971522"/>
                  </a:cubicBezTo>
                  <a:cubicBezTo>
                    <a:pt x="-968" y="943008"/>
                    <a:pt x="494" y="913763"/>
                    <a:pt x="9268" y="885980"/>
                  </a:cubicBezTo>
                  <a:cubicBezTo>
                    <a:pt x="12192" y="876475"/>
                    <a:pt x="20235" y="873551"/>
                    <a:pt x="29739" y="879400"/>
                  </a:cubicBezTo>
                  <a:cubicBezTo>
                    <a:pt x="261507" y="941546"/>
                    <a:pt x="492545" y="1004423"/>
                    <a:pt x="725775" y="1058526"/>
                  </a:cubicBezTo>
                  <a:cubicBezTo>
                    <a:pt x="1138864" y="1155036"/>
                    <a:pt x="1554145" y="1235460"/>
                    <a:pt x="1976739" y="1272747"/>
                  </a:cubicBezTo>
                  <a:cubicBezTo>
                    <a:pt x="2266266" y="1298337"/>
                    <a:pt x="2555794" y="1304186"/>
                    <a:pt x="2843859" y="1253007"/>
                  </a:cubicBezTo>
                  <a:cubicBezTo>
                    <a:pt x="3016406" y="1222300"/>
                    <a:pt x="3181641" y="1170389"/>
                    <a:pt x="3327867" y="1069493"/>
                  </a:cubicBezTo>
                  <a:cubicBezTo>
                    <a:pt x="3382702" y="1032206"/>
                    <a:pt x="3428763" y="986145"/>
                    <a:pt x="3474824" y="938621"/>
                  </a:cubicBezTo>
                  <a:cubicBezTo>
                    <a:pt x="3696357" y="710509"/>
                    <a:pt x="3955177" y="543811"/>
                    <a:pt x="4263714" y="459000"/>
                  </a:cubicBezTo>
                  <a:cubicBezTo>
                    <a:pt x="4476472" y="400509"/>
                    <a:pt x="4692887" y="386618"/>
                    <a:pt x="4911495" y="410014"/>
                  </a:cubicBezTo>
                  <a:cubicBezTo>
                    <a:pt x="4941471" y="412939"/>
                    <a:pt x="4958287" y="407821"/>
                    <a:pt x="4975835" y="380769"/>
                  </a:cubicBezTo>
                  <a:cubicBezTo>
                    <a:pt x="5027745" y="299613"/>
                    <a:pt x="5103782" y="244779"/>
                    <a:pt x="5186400" y="198718"/>
                  </a:cubicBezTo>
                  <a:cubicBezTo>
                    <a:pt x="5354560" y="105133"/>
                    <a:pt x="5537342" y="56147"/>
                    <a:pt x="5725974" y="28364"/>
                  </a:cubicBezTo>
                  <a:cubicBezTo>
                    <a:pt x="6061563" y="-21353"/>
                    <a:pt x="6393496" y="-7461"/>
                    <a:pt x="6721042" y="83930"/>
                  </a:cubicBezTo>
                  <a:cubicBezTo>
                    <a:pt x="6818282" y="110982"/>
                    <a:pt x="6911867" y="147539"/>
                    <a:pt x="7000334" y="197255"/>
                  </a:cubicBezTo>
                  <a:cubicBezTo>
                    <a:pt x="7122432" y="265982"/>
                    <a:pt x="7224060" y="351524"/>
                    <a:pt x="7265003" y="492632"/>
                  </a:cubicBezTo>
                  <a:cubicBezTo>
                    <a:pt x="7265003" y="521146"/>
                    <a:pt x="7265003" y="550391"/>
                    <a:pt x="7265003" y="579636"/>
                  </a:cubicBezTo>
                  <a:close/>
                </a:path>
              </a:pathLst>
            </a:custGeom>
            <a:solidFill>
              <a:schemeClr val="tx1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5A96B34-8B4B-4748-A8F0-8C530A2C6563}"/>
                </a:ext>
              </a:extLst>
            </p:cNvPr>
            <p:cNvSpPr/>
            <p:nvPr/>
          </p:nvSpPr>
          <p:spPr>
            <a:xfrm>
              <a:off x="2196883" y="1280783"/>
              <a:ext cx="4416026" cy="2025230"/>
            </a:xfrm>
            <a:custGeom>
              <a:avLst/>
              <a:gdLst>
                <a:gd name="connsiteX0" fmla="*/ 4419682 w 4416025"/>
                <a:gd name="connsiteY0" fmla="*/ 1600600 h 2025230"/>
                <a:gd name="connsiteX1" fmla="*/ 4155012 w 4416025"/>
                <a:gd name="connsiteY1" fmla="*/ 1747558 h 2025230"/>
                <a:gd name="connsiteX2" fmla="*/ 3874990 w 4416025"/>
                <a:gd name="connsiteY2" fmla="*/ 1897439 h 2025230"/>
                <a:gd name="connsiteX3" fmla="*/ 3457514 w 4416025"/>
                <a:gd name="connsiteY3" fmla="*/ 1998335 h 2025230"/>
                <a:gd name="connsiteX4" fmla="*/ 1359171 w 4416025"/>
                <a:gd name="connsiteY4" fmla="*/ 1996142 h 2025230"/>
                <a:gd name="connsiteX5" fmla="*/ 1232685 w 4416025"/>
                <a:gd name="connsiteY5" fmla="*/ 2020269 h 2025230"/>
                <a:gd name="connsiteX6" fmla="*/ 1193936 w 4416025"/>
                <a:gd name="connsiteY6" fmla="*/ 2026118 h 2025230"/>
                <a:gd name="connsiteX7" fmla="*/ 133797 w 4416025"/>
                <a:gd name="connsiteY7" fmla="*/ 2026118 h 2025230"/>
                <a:gd name="connsiteX8" fmla="*/ 1462 w 4416025"/>
                <a:gd name="connsiteY8" fmla="*/ 1894514 h 2025230"/>
                <a:gd name="connsiteX9" fmla="*/ 1462 w 4416025"/>
                <a:gd name="connsiteY9" fmla="*/ 1846991 h 2025230"/>
                <a:gd name="connsiteX10" fmla="*/ 92122 w 4416025"/>
                <a:gd name="connsiteY10" fmla="*/ 1704421 h 2025230"/>
                <a:gd name="connsiteX11" fmla="*/ 105283 w 4416025"/>
                <a:gd name="connsiteY11" fmla="*/ 1697841 h 2025230"/>
                <a:gd name="connsiteX12" fmla="*/ 107476 w 4416025"/>
                <a:gd name="connsiteY12" fmla="*/ 1691260 h 2025230"/>
                <a:gd name="connsiteX13" fmla="*/ 1462 w 4416025"/>
                <a:gd name="connsiteY13" fmla="*/ 1491662 h 2025230"/>
                <a:gd name="connsiteX14" fmla="*/ 119905 w 4416025"/>
                <a:gd name="connsiteY14" fmla="*/ 1362252 h 2025230"/>
                <a:gd name="connsiteX15" fmla="*/ 0 w 4416025"/>
                <a:gd name="connsiteY15" fmla="*/ 1198479 h 2025230"/>
                <a:gd name="connsiteX16" fmla="*/ 111863 w 4416025"/>
                <a:gd name="connsiteY16" fmla="*/ 1031781 h 2025230"/>
                <a:gd name="connsiteX17" fmla="*/ 57028 w 4416025"/>
                <a:gd name="connsiteY17" fmla="*/ 1000342 h 2025230"/>
                <a:gd name="connsiteX18" fmla="*/ 1462 w 4416025"/>
                <a:gd name="connsiteY18" fmla="*/ 884093 h 2025230"/>
                <a:gd name="connsiteX19" fmla="*/ 44599 w 4416025"/>
                <a:gd name="connsiteY19" fmla="*/ 736404 h 2025230"/>
                <a:gd name="connsiteX20" fmla="*/ 133797 w 4416025"/>
                <a:gd name="connsiteY20" fmla="*/ 701310 h 2025230"/>
                <a:gd name="connsiteX21" fmla="*/ 908795 w 4416025"/>
                <a:gd name="connsiteY21" fmla="*/ 701310 h 2025230"/>
                <a:gd name="connsiteX22" fmla="*/ 935115 w 4416025"/>
                <a:gd name="connsiteY22" fmla="*/ 657443 h 2025230"/>
                <a:gd name="connsiteX23" fmla="*/ 764762 w 4416025"/>
                <a:gd name="connsiteY23" fmla="*/ 310156 h 2025230"/>
                <a:gd name="connsiteX24" fmla="*/ 850304 w 4416025"/>
                <a:gd name="connsiteY24" fmla="*/ 53529 h 2025230"/>
                <a:gd name="connsiteX25" fmla="*/ 946082 w 4416025"/>
                <a:gd name="connsiteY25" fmla="*/ 8199 h 2025230"/>
                <a:gd name="connsiteX26" fmla="*/ 1149337 w 4416025"/>
                <a:gd name="connsiteY26" fmla="*/ 106902 h 2025230"/>
                <a:gd name="connsiteX27" fmla="*/ 1381836 w 4416025"/>
                <a:gd name="connsiteY27" fmla="*/ 585792 h 2025230"/>
                <a:gd name="connsiteX28" fmla="*/ 1389878 w 4416025"/>
                <a:gd name="connsiteY28" fmla="*/ 601877 h 2025230"/>
                <a:gd name="connsiteX29" fmla="*/ 1501741 w 4416025"/>
                <a:gd name="connsiteY29" fmla="*/ 672796 h 2025230"/>
                <a:gd name="connsiteX30" fmla="*/ 3044426 w 4416025"/>
                <a:gd name="connsiteY30" fmla="*/ 672065 h 2025230"/>
                <a:gd name="connsiteX31" fmla="*/ 3141666 w 4416025"/>
                <a:gd name="connsiteY31" fmla="*/ 642089 h 2025230"/>
                <a:gd name="connsiteX32" fmla="*/ 3397562 w 4416025"/>
                <a:gd name="connsiteY32" fmla="*/ 495132 h 2025230"/>
                <a:gd name="connsiteX33" fmla="*/ 3643952 w 4416025"/>
                <a:gd name="connsiteY33" fmla="*/ 360604 h 2025230"/>
                <a:gd name="connsiteX34" fmla="*/ 3665155 w 4416025"/>
                <a:gd name="connsiteY34" fmla="*/ 322585 h 2025230"/>
                <a:gd name="connsiteX35" fmla="*/ 3671004 w 4416025"/>
                <a:gd name="connsiteY35" fmla="*/ 283835 h 2025230"/>
                <a:gd name="connsiteX36" fmla="*/ 3680509 w 4416025"/>
                <a:gd name="connsiteY36" fmla="*/ 321123 h 2025230"/>
                <a:gd name="connsiteX37" fmla="*/ 3711216 w 4416025"/>
                <a:gd name="connsiteY37" fmla="*/ 428599 h 2025230"/>
                <a:gd name="connsiteX38" fmla="*/ 4338526 w 4416025"/>
                <a:gd name="connsiteY38" fmla="*/ 1479233 h 2025230"/>
                <a:gd name="connsiteX39" fmla="*/ 4369234 w 4416025"/>
                <a:gd name="connsiteY39" fmla="*/ 1520176 h 2025230"/>
                <a:gd name="connsiteX40" fmla="*/ 4419682 w 4416025"/>
                <a:gd name="connsiteY40" fmla="*/ 1600600 h 20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416025" h="2025230">
                  <a:moveTo>
                    <a:pt x="4419682" y="1600600"/>
                  </a:moveTo>
                  <a:cubicBezTo>
                    <a:pt x="4331215" y="1649586"/>
                    <a:pt x="4243479" y="1698572"/>
                    <a:pt x="4155012" y="1747558"/>
                  </a:cubicBezTo>
                  <a:cubicBezTo>
                    <a:pt x="4062159" y="1798005"/>
                    <a:pt x="3971499" y="1854302"/>
                    <a:pt x="3874990" y="1897439"/>
                  </a:cubicBezTo>
                  <a:cubicBezTo>
                    <a:pt x="3742655" y="1955930"/>
                    <a:pt x="3605934" y="1998335"/>
                    <a:pt x="3457514" y="1998335"/>
                  </a:cubicBezTo>
                  <a:cubicBezTo>
                    <a:pt x="2757823" y="1996873"/>
                    <a:pt x="2058862" y="1997604"/>
                    <a:pt x="1359171" y="1996142"/>
                  </a:cubicBezTo>
                  <a:cubicBezTo>
                    <a:pt x="1314572" y="1996142"/>
                    <a:pt x="1270704" y="1988830"/>
                    <a:pt x="1232685" y="2020269"/>
                  </a:cubicBezTo>
                  <a:cubicBezTo>
                    <a:pt x="1221718" y="2029043"/>
                    <a:pt x="1207096" y="2026118"/>
                    <a:pt x="1193936" y="2026118"/>
                  </a:cubicBezTo>
                  <a:cubicBezTo>
                    <a:pt x="840800" y="2026118"/>
                    <a:pt x="486933" y="2026118"/>
                    <a:pt x="133797" y="2026118"/>
                  </a:cubicBezTo>
                  <a:cubicBezTo>
                    <a:pt x="59953" y="2026118"/>
                    <a:pt x="2925" y="1969090"/>
                    <a:pt x="1462" y="1894514"/>
                  </a:cubicBezTo>
                  <a:cubicBezTo>
                    <a:pt x="1462" y="1878430"/>
                    <a:pt x="2193" y="1863076"/>
                    <a:pt x="1462" y="1846991"/>
                  </a:cubicBezTo>
                  <a:cubicBezTo>
                    <a:pt x="-3656" y="1776803"/>
                    <a:pt x="29245" y="1731473"/>
                    <a:pt x="92122" y="1704421"/>
                  </a:cubicBezTo>
                  <a:cubicBezTo>
                    <a:pt x="96509" y="1702227"/>
                    <a:pt x="100896" y="1700765"/>
                    <a:pt x="105283" y="1697841"/>
                  </a:cubicBezTo>
                  <a:cubicBezTo>
                    <a:pt x="106014" y="1697109"/>
                    <a:pt x="106014" y="1695647"/>
                    <a:pt x="107476" y="1691260"/>
                  </a:cubicBezTo>
                  <a:cubicBezTo>
                    <a:pt x="5849" y="1660553"/>
                    <a:pt x="-4387" y="1581591"/>
                    <a:pt x="1462" y="1491662"/>
                  </a:cubicBezTo>
                  <a:cubicBezTo>
                    <a:pt x="5849" y="1418549"/>
                    <a:pt x="54104" y="1387110"/>
                    <a:pt x="119905" y="1362252"/>
                  </a:cubicBezTo>
                  <a:cubicBezTo>
                    <a:pt x="32170" y="1338125"/>
                    <a:pt x="0" y="1284021"/>
                    <a:pt x="0" y="1198479"/>
                  </a:cubicBezTo>
                  <a:cubicBezTo>
                    <a:pt x="0" y="1115130"/>
                    <a:pt x="27783" y="1058102"/>
                    <a:pt x="111863" y="1031781"/>
                  </a:cubicBezTo>
                  <a:cubicBezTo>
                    <a:pt x="89929" y="1019352"/>
                    <a:pt x="71651" y="1012041"/>
                    <a:pt x="57028" y="1000342"/>
                  </a:cubicBezTo>
                  <a:cubicBezTo>
                    <a:pt x="19741" y="971097"/>
                    <a:pt x="-1462" y="934541"/>
                    <a:pt x="1462" y="884093"/>
                  </a:cubicBezTo>
                  <a:cubicBezTo>
                    <a:pt x="4387" y="830720"/>
                    <a:pt x="-4387" y="775885"/>
                    <a:pt x="44599" y="736404"/>
                  </a:cubicBezTo>
                  <a:cubicBezTo>
                    <a:pt x="70920" y="715202"/>
                    <a:pt x="98703" y="701310"/>
                    <a:pt x="133797" y="701310"/>
                  </a:cubicBezTo>
                  <a:cubicBezTo>
                    <a:pt x="391886" y="702041"/>
                    <a:pt x="650706" y="702041"/>
                    <a:pt x="908795" y="701310"/>
                  </a:cubicBezTo>
                  <a:cubicBezTo>
                    <a:pt x="956318" y="701310"/>
                    <a:pt x="956318" y="700579"/>
                    <a:pt x="935115" y="657443"/>
                  </a:cubicBezTo>
                  <a:cubicBezTo>
                    <a:pt x="878087" y="541924"/>
                    <a:pt x="822521" y="425674"/>
                    <a:pt x="764762" y="310156"/>
                  </a:cubicBezTo>
                  <a:cubicBezTo>
                    <a:pt x="714314" y="209260"/>
                    <a:pt x="744290" y="99590"/>
                    <a:pt x="850304" y="53529"/>
                  </a:cubicBezTo>
                  <a:cubicBezTo>
                    <a:pt x="882474" y="39638"/>
                    <a:pt x="912450" y="19166"/>
                    <a:pt x="946082" y="8199"/>
                  </a:cubicBezTo>
                  <a:cubicBezTo>
                    <a:pt x="1027238" y="-18853"/>
                    <a:pt x="1108393" y="22822"/>
                    <a:pt x="1149337" y="106902"/>
                  </a:cubicBezTo>
                  <a:cubicBezTo>
                    <a:pt x="1226836" y="267019"/>
                    <a:pt x="1304336" y="426405"/>
                    <a:pt x="1381836" y="585792"/>
                  </a:cubicBezTo>
                  <a:cubicBezTo>
                    <a:pt x="1384760" y="590910"/>
                    <a:pt x="1388416" y="596759"/>
                    <a:pt x="1389878" y="601877"/>
                  </a:cubicBezTo>
                  <a:cubicBezTo>
                    <a:pt x="1402308" y="665485"/>
                    <a:pt x="1443982" y="672796"/>
                    <a:pt x="1501741" y="672796"/>
                  </a:cubicBezTo>
                  <a:cubicBezTo>
                    <a:pt x="2015726" y="670603"/>
                    <a:pt x="2530441" y="671334"/>
                    <a:pt x="3044426" y="672065"/>
                  </a:cubicBezTo>
                  <a:cubicBezTo>
                    <a:pt x="3080982" y="672065"/>
                    <a:pt x="3111690" y="664754"/>
                    <a:pt x="3141666" y="642089"/>
                  </a:cubicBezTo>
                  <a:cubicBezTo>
                    <a:pt x="3221359" y="583598"/>
                    <a:pt x="3312019" y="543386"/>
                    <a:pt x="3397562" y="495132"/>
                  </a:cubicBezTo>
                  <a:cubicBezTo>
                    <a:pt x="3478717" y="449070"/>
                    <a:pt x="3561335" y="404471"/>
                    <a:pt x="3643952" y="360604"/>
                  </a:cubicBezTo>
                  <a:cubicBezTo>
                    <a:pt x="3660769" y="351830"/>
                    <a:pt x="3665886" y="340863"/>
                    <a:pt x="3665155" y="322585"/>
                  </a:cubicBezTo>
                  <a:cubicBezTo>
                    <a:pt x="3664424" y="309425"/>
                    <a:pt x="3660769" y="295533"/>
                    <a:pt x="3671004" y="283835"/>
                  </a:cubicBezTo>
                  <a:cubicBezTo>
                    <a:pt x="3683433" y="294071"/>
                    <a:pt x="3681240" y="307962"/>
                    <a:pt x="3680509" y="321123"/>
                  </a:cubicBezTo>
                  <a:cubicBezTo>
                    <a:pt x="3678315" y="360604"/>
                    <a:pt x="3691476" y="394967"/>
                    <a:pt x="3711216" y="428599"/>
                  </a:cubicBezTo>
                  <a:cubicBezTo>
                    <a:pt x="3920320" y="778810"/>
                    <a:pt x="4129423" y="1129021"/>
                    <a:pt x="4338526" y="1479233"/>
                  </a:cubicBezTo>
                  <a:cubicBezTo>
                    <a:pt x="4347300" y="1493855"/>
                    <a:pt x="4356804" y="1507747"/>
                    <a:pt x="4369234" y="1520176"/>
                  </a:cubicBezTo>
                  <a:cubicBezTo>
                    <a:pt x="4387512" y="1547959"/>
                    <a:pt x="4412370" y="1569162"/>
                    <a:pt x="4419682" y="1600600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C5EB121-5730-44DB-B9AE-F5F82105120A}"/>
                </a:ext>
              </a:extLst>
            </p:cNvPr>
            <p:cNvSpPr/>
            <p:nvPr/>
          </p:nvSpPr>
          <p:spPr>
            <a:xfrm>
              <a:off x="7191289" y="-110"/>
              <a:ext cx="2551644" cy="2171456"/>
            </a:xfrm>
            <a:custGeom>
              <a:avLst/>
              <a:gdLst>
                <a:gd name="connsiteX0" fmla="*/ 1405 w 2551643"/>
                <a:gd name="connsiteY0" fmla="*/ 908173 h 2171456"/>
                <a:gd name="connsiteX1" fmla="*/ 121311 w 2551643"/>
                <a:gd name="connsiteY1" fmla="*/ 835060 h 2171456"/>
                <a:gd name="connsiteX2" fmla="*/ 750814 w 2551643"/>
                <a:gd name="connsiteY2" fmla="*/ 489236 h 2171456"/>
                <a:gd name="connsiteX3" fmla="*/ 1498760 w 2551643"/>
                <a:gd name="connsiteY3" fmla="*/ 79803 h 2171456"/>
                <a:gd name="connsiteX4" fmla="*/ 1871636 w 2551643"/>
                <a:gd name="connsiteY4" fmla="*/ 3765 h 2171456"/>
                <a:gd name="connsiteX5" fmla="*/ 2490903 w 2551643"/>
                <a:gd name="connsiteY5" fmla="*/ 440981 h 2171456"/>
                <a:gd name="connsiteX6" fmla="*/ 2550856 w 2551643"/>
                <a:gd name="connsiteY6" fmla="*/ 774376 h 2171456"/>
                <a:gd name="connsiteX7" fmla="*/ 2293498 w 2551643"/>
                <a:gd name="connsiteY7" fmla="*/ 1289823 h 2171456"/>
                <a:gd name="connsiteX8" fmla="*/ 2065386 w 2551643"/>
                <a:gd name="connsiteY8" fmla="*/ 1432393 h 2171456"/>
                <a:gd name="connsiteX9" fmla="*/ 1183643 w 2551643"/>
                <a:gd name="connsiteY9" fmla="*/ 1917133 h 2171456"/>
                <a:gd name="connsiteX10" fmla="*/ 717182 w 2551643"/>
                <a:gd name="connsiteY10" fmla="*/ 2173028 h 2171456"/>
                <a:gd name="connsiteX11" fmla="*/ 685743 w 2551643"/>
                <a:gd name="connsiteY11" fmla="*/ 2108689 h 2171456"/>
                <a:gd name="connsiteX12" fmla="*/ 528550 w 2551643"/>
                <a:gd name="connsiteY12" fmla="*/ 1842557 h 2171456"/>
                <a:gd name="connsiteX13" fmla="*/ 411569 w 2551643"/>
                <a:gd name="connsiteY13" fmla="*/ 1649539 h 2171456"/>
                <a:gd name="connsiteX14" fmla="*/ 90603 w 2551643"/>
                <a:gd name="connsiteY14" fmla="*/ 1080720 h 2171456"/>
                <a:gd name="connsiteX15" fmla="*/ 10179 w 2551643"/>
                <a:gd name="connsiteY15" fmla="*/ 937418 h 2171456"/>
                <a:gd name="connsiteX16" fmla="*/ 1405 w 2551643"/>
                <a:gd name="connsiteY16" fmla="*/ 908173 h 217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51643" h="2171456">
                  <a:moveTo>
                    <a:pt x="1405" y="908173"/>
                  </a:moveTo>
                  <a:cubicBezTo>
                    <a:pt x="34306" y="871617"/>
                    <a:pt x="81099" y="857725"/>
                    <a:pt x="121311" y="835060"/>
                  </a:cubicBezTo>
                  <a:cubicBezTo>
                    <a:pt x="330414" y="718810"/>
                    <a:pt x="540979" y="604754"/>
                    <a:pt x="750814" y="489236"/>
                  </a:cubicBezTo>
                  <a:cubicBezTo>
                    <a:pt x="1000129" y="352514"/>
                    <a:pt x="1248713" y="214331"/>
                    <a:pt x="1498760" y="79803"/>
                  </a:cubicBezTo>
                  <a:cubicBezTo>
                    <a:pt x="1614278" y="17657"/>
                    <a:pt x="1742226" y="-10857"/>
                    <a:pt x="1871636" y="3765"/>
                  </a:cubicBezTo>
                  <a:cubicBezTo>
                    <a:pt x="2156777" y="35204"/>
                    <a:pt x="2369536" y="174119"/>
                    <a:pt x="2490903" y="440981"/>
                  </a:cubicBezTo>
                  <a:cubicBezTo>
                    <a:pt x="2539158" y="546995"/>
                    <a:pt x="2560361" y="659589"/>
                    <a:pt x="2550856" y="774376"/>
                  </a:cubicBezTo>
                  <a:cubicBezTo>
                    <a:pt x="2534771" y="979093"/>
                    <a:pt x="2455809" y="1155295"/>
                    <a:pt x="2293498" y="1289823"/>
                  </a:cubicBezTo>
                  <a:cubicBezTo>
                    <a:pt x="2223310" y="1348313"/>
                    <a:pt x="2144347" y="1389257"/>
                    <a:pt x="2065386" y="1432393"/>
                  </a:cubicBezTo>
                  <a:cubicBezTo>
                    <a:pt x="1772202" y="1594704"/>
                    <a:pt x="1477557" y="1755553"/>
                    <a:pt x="1183643" y="1917133"/>
                  </a:cubicBezTo>
                  <a:cubicBezTo>
                    <a:pt x="1027912" y="2002675"/>
                    <a:pt x="872181" y="2087486"/>
                    <a:pt x="717182" y="2173028"/>
                  </a:cubicBezTo>
                  <a:cubicBezTo>
                    <a:pt x="695979" y="2156943"/>
                    <a:pt x="697441" y="2129891"/>
                    <a:pt x="685743" y="2108689"/>
                  </a:cubicBezTo>
                  <a:cubicBezTo>
                    <a:pt x="637488" y="2017297"/>
                    <a:pt x="580460" y="1931024"/>
                    <a:pt x="528550" y="1842557"/>
                  </a:cubicBezTo>
                  <a:cubicBezTo>
                    <a:pt x="490531" y="1777487"/>
                    <a:pt x="452513" y="1713147"/>
                    <a:pt x="411569" y="1649539"/>
                  </a:cubicBezTo>
                  <a:cubicBezTo>
                    <a:pt x="297513" y="1463832"/>
                    <a:pt x="195155" y="1271545"/>
                    <a:pt x="90603" y="1080720"/>
                  </a:cubicBezTo>
                  <a:cubicBezTo>
                    <a:pt x="64282" y="1032465"/>
                    <a:pt x="37962" y="984942"/>
                    <a:pt x="10179" y="937418"/>
                  </a:cubicBezTo>
                  <a:cubicBezTo>
                    <a:pt x="6523" y="928645"/>
                    <a:pt x="-3713" y="921333"/>
                    <a:pt x="1405" y="908173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19CEFFC-3CB0-4575-A6A9-DFC66580AC59}"/>
                </a:ext>
              </a:extLst>
            </p:cNvPr>
            <p:cNvSpPr/>
            <p:nvPr/>
          </p:nvSpPr>
          <p:spPr>
            <a:xfrm>
              <a:off x="3422151" y="2926714"/>
              <a:ext cx="3538670" cy="2251881"/>
            </a:xfrm>
            <a:custGeom>
              <a:avLst/>
              <a:gdLst>
                <a:gd name="connsiteX0" fmla="*/ 3258021 w 3538669"/>
                <a:gd name="connsiteY0" fmla="*/ 731 h 2251880"/>
                <a:gd name="connsiteX1" fmla="*/ 3375733 w 3538669"/>
                <a:gd name="connsiteY1" fmla="*/ 0 h 2251880"/>
                <a:gd name="connsiteX2" fmla="*/ 3470780 w 3538669"/>
                <a:gd name="connsiteY2" fmla="*/ 1193935 h 2251880"/>
                <a:gd name="connsiteX3" fmla="*/ 2894650 w 3538669"/>
                <a:gd name="connsiteY3" fmla="*/ 1899476 h 2251880"/>
                <a:gd name="connsiteX4" fmla="*/ 2110147 w 3538669"/>
                <a:gd name="connsiteY4" fmla="*/ 2183155 h 2251880"/>
                <a:gd name="connsiteX5" fmla="*/ 1293475 w 3538669"/>
                <a:gd name="connsiteY5" fmla="*/ 2246763 h 2251880"/>
                <a:gd name="connsiteX6" fmla="*/ 247959 w 3538669"/>
                <a:gd name="connsiteY6" fmla="*/ 1971858 h 2251880"/>
                <a:gd name="connsiteX7" fmla="*/ 71025 w 3538669"/>
                <a:gd name="connsiteY7" fmla="*/ 1884853 h 2251880"/>
                <a:gd name="connsiteX8" fmla="*/ 3030 w 3538669"/>
                <a:gd name="connsiteY8" fmla="*/ 1741552 h 2251880"/>
                <a:gd name="connsiteX9" fmla="*/ 6686 w 3538669"/>
                <a:gd name="connsiteY9" fmla="*/ 1723274 h 2251880"/>
                <a:gd name="connsiteX10" fmla="*/ 466566 w 3538669"/>
                <a:gd name="connsiteY10" fmla="*/ 1943344 h 2251880"/>
                <a:gd name="connsiteX11" fmla="*/ 1580077 w 3538669"/>
                <a:gd name="connsiteY11" fmla="*/ 2139287 h 2251880"/>
                <a:gd name="connsiteX12" fmla="*/ 2709674 w 3538669"/>
                <a:gd name="connsiteY12" fmla="*/ 1876080 h 2251880"/>
                <a:gd name="connsiteX13" fmla="*/ 3377926 w 3538669"/>
                <a:gd name="connsiteY13" fmla="*/ 1119360 h 2251880"/>
                <a:gd name="connsiteX14" fmla="*/ 3363304 w 3538669"/>
                <a:gd name="connsiteY14" fmla="*/ 290990 h 2251880"/>
                <a:gd name="connsiteX15" fmla="*/ 3258021 w 3538669"/>
                <a:gd name="connsiteY15" fmla="*/ 731 h 2251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38669" h="2251880">
                  <a:moveTo>
                    <a:pt x="3258021" y="731"/>
                  </a:moveTo>
                  <a:cubicBezTo>
                    <a:pt x="3297502" y="731"/>
                    <a:pt x="3336252" y="0"/>
                    <a:pt x="3375733" y="0"/>
                  </a:cubicBezTo>
                  <a:cubicBezTo>
                    <a:pt x="3540237" y="387499"/>
                    <a:pt x="3606770" y="783772"/>
                    <a:pt x="3470780" y="1193935"/>
                  </a:cubicBezTo>
                  <a:cubicBezTo>
                    <a:pt x="3369153" y="1501741"/>
                    <a:pt x="3168092" y="1731316"/>
                    <a:pt x="2894650" y="1899476"/>
                  </a:cubicBezTo>
                  <a:cubicBezTo>
                    <a:pt x="2652645" y="2047896"/>
                    <a:pt x="2386514" y="2129051"/>
                    <a:pt x="2110147" y="2183155"/>
                  </a:cubicBezTo>
                  <a:cubicBezTo>
                    <a:pt x="1840360" y="2236527"/>
                    <a:pt x="1569110" y="2267235"/>
                    <a:pt x="1293475" y="2246763"/>
                  </a:cubicBezTo>
                  <a:cubicBezTo>
                    <a:pt x="927178" y="2220442"/>
                    <a:pt x="580623" y="2123933"/>
                    <a:pt x="247959" y="1971858"/>
                  </a:cubicBezTo>
                  <a:cubicBezTo>
                    <a:pt x="188006" y="1944806"/>
                    <a:pt x="130247" y="1914098"/>
                    <a:pt x="71025" y="1884853"/>
                  </a:cubicBezTo>
                  <a:cubicBezTo>
                    <a:pt x="47629" y="1837330"/>
                    <a:pt x="33006" y="1786151"/>
                    <a:pt x="3030" y="1741552"/>
                  </a:cubicBezTo>
                  <a:cubicBezTo>
                    <a:pt x="-2088" y="1734241"/>
                    <a:pt x="-626" y="1728392"/>
                    <a:pt x="6686" y="1723274"/>
                  </a:cubicBezTo>
                  <a:cubicBezTo>
                    <a:pt x="155836" y="1805160"/>
                    <a:pt x="307911" y="1881198"/>
                    <a:pt x="466566" y="1943344"/>
                  </a:cubicBezTo>
                  <a:cubicBezTo>
                    <a:pt x="824820" y="2082258"/>
                    <a:pt x="1195503" y="2160489"/>
                    <a:pt x="1580077" y="2139287"/>
                  </a:cubicBezTo>
                  <a:cubicBezTo>
                    <a:pt x="1971232" y="2118084"/>
                    <a:pt x="2354344" y="2049358"/>
                    <a:pt x="2709674" y="1876080"/>
                  </a:cubicBezTo>
                  <a:cubicBezTo>
                    <a:pt x="3035758" y="1716693"/>
                    <a:pt x="3271182" y="1473227"/>
                    <a:pt x="3377926" y="1119360"/>
                  </a:cubicBezTo>
                  <a:cubicBezTo>
                    <a:pt x="3462006" y="842262"/>
                    <a:pt x="3440804" y="565895"/>
                    <a:pt x="3363304" y="290990"/>
                  </a:cubicBezTo>
                  <a:cubicBezTo>
                    <a:pt x="3336252" y="191556"/>
                    <a:pt x="3298233" y="95778"/>
                    <a:pt x="3258021" y="731"/>
                  </a:cubicBezTo>
                  <a:close/>
                </a:path>
              </a:pathLst>
            </a:custGeom>
            <a:solidFill>
              <a:schemeClr val="tx1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E272F9D-5614-4643-B552-A7ABFC58423F}"/>
                </a:ext>
              </a:extLst>
            </p:cNvPr>
            <p:cNvSpPr/>
            <p:nvPr/>
          </p:nvSpPr>
          <p:spPr>
            <a:xfrm>
              <a:off x="5867983" y="856930"/>
              <a:ext cx="2039853" cy="2076409"/>
            </a:xfrm>
            <a:custGeom>
              <a:avLst/>
              <a:gdLst>
                <a:gd name="connsiteX0" fmla="*/ 1995889 w 2039852"/>
                <a:gd name="connsiteY0" fmla="*/ 1206319 h 2076409"/>
                <a:gd name="connsiteX1" fmla="*/ 1885489 w 2039852"/>
                <a:gd name="connsiteY1" fmla="*/ 1022074 h 2076409"/>
                <a:gd name="connsiteX2" fmla="*/ 1742918 w 2039852"/>
                <a:gd name="connsiteY2" fmla="*/ 789575 h 2076409"/>
                <a:gd name="connsiteX3" fmla="*/ 1742918 w 2039852"/>
                <a:gd name="connsiteY3" fmla="*/ 789575 h 2076409"/>
                <a:gd name="connsiteX4" fmla="*/ 1467282 w 2039852"/>
                <a:gd name="connsiteY4" fmla="*/ 301180 h 2076409"/>
                <a:gd name="connsiteX5" fmla="*/ 1324712 w 2039852"/>
                <a:gd name="connsiteY5" fmla="*/ 51865 h 2076409"/>
                <a:gd name="connsiteX6" fmla="*/ 1075397 w 2039852"/>
                <a:gd name="connsiteY6" fmla="*/ 35780 h 2076409"/>
                <a:gd name="connsiteX7" fmla="*/ 449549 w 2039852"/>
                <a:gd name="connsiteY7" fmla="*/ 380873 h 2076409"/>
                <a:gd name="connsiteX8" fmla="*/ 87640 w 2039852"/>
                <a:gd name="connsiteY8" fmla="*/ 584128 h 2076409"/>
                <a:gd name="connsiteX9" fmla="*/ 635 w 2039852"/>
                <a:gd name="connsiteY9" fmla="*/ 711344 h 2076409"/>
                <a:gd name="connsiteX10" fmla="*/ 32805 w 2039852"/>
                <a:gd name="connsiteY10" fmla="*/ 861226 h 2076409"/>
                <a:gd name="connsiteX11" fmla="*/ 655728 w 2039852"/>
                <a:gd name="connsiteY11" fmla="*/ 1903086 h 2076409"/>
                <a:gd name="connsiteX12" fmla="*/ 695940 w 2039852"/>
                <a:gd name="connsiteY12" fmla="*/ 1954265 h 2076409"/>
                <a:gd name="connsiteX13" fmla="*/ 695940 w 2039852"/>
                <a:gd name="connsiteY13" fmla="*/ 1954265 h 2076409"/>
                <a:gd name="connsiteX14" fmla="*/ 749312 w 2039852"/>
                <a:gd name="connsiteY14" fmla="*/ 2025916 h 2076409"/>
                <a:gd name="connsiteX15" fmla="*/ 812921 w 2039852"/>
                <a:gd name="connsiteY15" fmla="*/ 2071977 h 2076409"/>
                <a:gd name="connsiteX16" fmla="*/ 930633 w 2039852"/>
                <a:gd name="connsiteY16" fmla="*/ 2071246 h 2076409"/>
                <a:gd name="connsiteX17" fmla="*/ 970114 w 2039852"/>
                <a:gd name="connsiteY17" fmla="*/ 2047119 h 2076409"/>
                <a:gd name="connsiteX18" fmla="*/ 1923508 w 2039852"/>
                <a:gd name="connsiteY18" fmla="*/ 1522899 h 2076409"/>
                <a:gd name="connsiteX19" fmla="*/ 2006856 w 2039852"/>
                <a:gd name="connsiteY19" fmla="*/ 1443205 h 2076409"/>
                <a:gd name="connsiteX20" fmla="*/ 2042682 w 2039852"/>
                <a:gd name="connsiteY20" fmla="*/ 1317451 h 2076409"/>
                <a:gd name="connsiteX21" fmla="*/ 1995889 w 2039852"/>
                <a:gd name="connsiteY21" fmla="*/ 1206319 h 2076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39852" h="2076409">
                  <a:moveTo>
                    <a:pt x="1995889" y="1206319"/>
                  </a:moveTo>
                  <a:cubicBezTo>
                    <a:pt x="1958602" y="1144904"/>
                    <a:pt x="1922776" y="1082758"/>
                    <a:pt x="1885489" y="1022074"/>
                  </a:cubicBezTo>
                  <a:cubicBezTo>
                    <a:pt x="1837234" y="944575"/>
                    <a:pt x="1795560" y="863419"/>
                    <a:pt x="1742918" y="789575"/>
                  </a:cubicBezTo>
                  <a:cubicBezTo>
                    <a:pt x="1742918" y="789575"/>
                    <a:pt x="1742918" y="789575"/>
                    <a:pt x="1742918" y="789575"/>
                  </a:cubicBezTo>
                  <a:cubicBezTo>
                    <a:pt x="1648602" y="627995"/>
                    <a:pt x="1557211" y="464953"/>
                    <a:pt x="1467282" y="301180"/>
                  </a:cubicBezTo>
                  <a:cubicBezTo>
                    <a:pt x="1421221" y="217100"/>
                    <a:pt x="1380278" y="130827"/>
                    <a:pt x="1324712" y="51865"/>
                  </a:cubicBezTo>
                  <a:cubicBezTo>
                    <a:pt x="1245750" y="-13937"/>
                    <a:pt x="1165326" y="-14668"/>
                    <a:pt x="1075397" y="35780"/>
                  </a:cubicBezTo>
                  <a:cubicBezTo>
                    <a:pt x="867756" y="152761"/>
                    <a:pt x="657921" y="265355"/>
                    <a:pt x="449549" y="380873"/>
                  </a:cubicBezTo>
                  <a:cubicBezTo>
                    <a:pt x="328182" y="448137"/>
                    <a:pt x="203889" y="509552"/>
                    <a:pt x="87640" y="584128"/>
                  </a:cubicBezTo>
                  <a:cubicBezTo>
                    <a:pt x="37923" y="612642"/>
                    <a:pt x="14527" y="658703"/>
                    <a:pt x="635" y="711344"/>
                  </a:cubicBezTo>
                  <a:cubicBezTo>
                    <a:pt x="-2289" y="764717"/>
                    <a:pt x="4291" y="813702"/>
                    <a:pt x="32805" y="861226"/>
                  </a:cubicBezTo>
                  <a:cubicBezTo>
                    <a:pt x="241177" y="1207781"/>
                    <a:pt x="448087" y="1555799"/>
                    <a:pt x="655728" y="1903086"/>
                  </a:cubicBezTo>
                  <a:cubicBezTo>
                    <a:pt x="666695" y="1921364"/>
                    <a:pt x="675468" y="1942567"/>
                    <a:pt x="695940" y="1954265"/>
                  </a:cubicBezTo>
                  <a:cubicBezTo>
                    <a:pt x="695940" y="1954265"/>
                    <a:pt x="695940" y="1954265"/>
                    <a:pt x="695940" y="1954265"/>
                  </a:cubicBezTo>
                  <a:cubicBezTo>
                    <a:pt x="713487" y="1978392"/>
                    <a:pt x="731034" y="2001789"/>
                    <a:pt x="749312" y="2025916"/>
                  </a:cubicBezTo>
                  <a:cubicBezTo>
                    <a:pt x="770515" y="2041270"/>
                    <a:pt x="796105" y="2050043"/>
                    <a:pt x="812921" y="2071977"/>
                  </a:cubicBezTo>
                  <a:cubicBezTo>
                    <a:pt x="852402" y="2083675"/>
                    <a:pt x="891152" y="2089524"/>
                    <a:pt x="930633" y="2071246"/>
                  </a:cubicBezTo>
                  <a:cubicBezTo>
                    <a:pt x="938675" y="2055161"/>
                    <a:pt x="956953" y="2054430"/>
                    <a:pt x="970114" y="2047119"/>
                  </a:cubicBezTo>
                  <a:cubicBezTo>
                    <a:pt x="1287424" y="1872379"/>
                    <a:pt x="1605466" y="1697639"/>
                    <a:pt x="1923508" y="1522899"/>
                  </a:cubicBezTo>
                  <a:cubicBezTo>
                    <a:pt x="1958602" y="1503889"/>
                    <a:pt x="1987116" y="1478300"/>
                    <a:pt x="2006856" y="1443205"/>
                  </a:cubicBezTo>
                  <a:cubicBezTo>
                    <a:pt x="2036833" y="1406649"/>
                    <a:pt x="2041950" y="1362781"/>
                    <a:pt x="2042682" y="1317451"/>
                  </a:cubicBezTo>
                  <a:cubicBezTo>
                    <a:pt x="2034639" y="1276508"/>
                    <a:pt x="2017092" y="1240682"/>
                    <a:pt x="1995889" y="1206319"/>
                  </a:cubicBezTo>
                  <a:close/>
                </a:path>
              </a:pathLst>
            </a:custGeom>
            <a:solidFill>
              <a:schemeClr val="tx1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ACE7585-1A75-4610-AF67-77221CD9FA40}"/>
                </a:ext>
              </a:extLst>
            </p:cNvPr>
            <p:cNvSpPr/>
            <p:nvPr/>
          </p:nvSpPr>
          <p:spPr>
            <a:xfrm>
              <a:off x="3012261" y="1361215"/>
              <a:ext cx="255896" cy="226650"/>
            </a:xfrm>
            <a:custGeom>
              <a:avLst/>
              <a:gdLst>
                <a:gd name="connsiteX0" fmla="*/ 173110 w 255895"/>
                <a:gd name="connsiteY0" fmla="*/ 149 h 226650"/>
                <a:gd name="connsiteX1" fmla="*/ 210397 w 255895"/>
                <a:gd name="connsiteY1" fmla="*/ 19159 h 226650"/>
                <a:gd name="connsiteX2" fmla="*/ 256459 w 255895"/>
                <a:gd name="connsiteY2" fmla="*/ 96658 h 226650"/>
                <a:gd name="connsiteX3" fmla="*/ 229407 w 255895"/>
                <a:gd name="connsiteY3" fmla="*/ 157342 h 226650"/>
                <a:gd name="connsiteX4" fmla="*/ 109501 w 255895"/>
                <a:gd name="connsiteY4" fmla="*/ 226068 h 226650"/>
                <a:gd name="connsiteX5" fmla="*/ 78063 w 255895"/>
                <a:gd name="connsiteY5" fmla="*/ 231186 h 226650"/>
                <a:gd name="connsiteX6" fmla="*/ 563 w 255895"/>
                <a:gd name="connsiteY6" fmla="*/ 114206 h 226650"/>
                <a:gd name="connsiteX7" fmla="*/ 18841 w 255895"/>
                <a:gd name="connsiteY7" fmla="*/ 79842 h 226650"/>
                <a:gd name="connsiteX8" fmla="*/ 151907 w 255895"/>
                <a:gd name="connsiteY8" fmla="*/ 4536 h 226650"/>
                <a:gd name="connsiteX9" fmla="*/ 173110 w 255895"/>
                <a:gd name="connsiteY9" fmla="*/ 149 h 226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5895" h="226650">
                  <a:moveTo>
                    <a:pt x="173110" y="149"/>
                  </a:moveTo>
                  <a:cubicBezTo>
                    <a:pt x="189926" y="-1313"/>
                    <a:pt x="200893" y="8192"/>
                    <a:pt x="210397" y="19159"/>
                  </a:cubicBezTo>
                  <a:cubicBezTo>
                    <a:pt x="230138" y="42555"/>
                    <a:pt x="245492" y="68875"/>
                    <a:pt x="256459" y="96658"/>
                  </a:cubicBezTo>
                  <a:cubicBezTo>
                    <a:pt x="267425" y="124441"/>
                    <a:pt x="249878" y="144182"/>
                    <a:pt x="229407" y="157342"/>
                  </a:cubicBezTo>
                  <a:cubicBezTo>
                    <a:pt x="190657" y="182201"/>
                    <a:pt x="149713" y="203403"/>
                    <a:pt x="109501" y="226068"/>
                  </a:cubicBezTo>
                  <a:cubicBezTo>
                    <a:pt x="99997" y="231186"/>
                    <a:pt x="90492" y="234111"/>
                    <a:pt x="78063" y="231186"/>
                  </a:cubicBezTo>
                  <a:cubicBezTo>
                    <a:pt x="46624" y="222413"/>
                    <a:pt x="-6017" y="146375"/>
                    <a:pt x="563" y="114206"/>
                  </a:cubicBezTo>
                  <a:cubicBezTo>
                    <a:pt x="2756" y="101776"/>
                    <a:pt x="6412" y="87154"/>
                    <a:pt x="18841" y="79842"/>
                  </a:cubicBezTo>
                  <a:cubicBezTo>
                    <a:pt x="62709" y="54253"/>
                    <a:pt x="107308" y="29394"/>
                    <a:pt x="151907" y="4536"/>
                  </a:cubicBezTo>
                  <a:cubicBezTo>
                    <a:pt x="158487" y="880"/>
                    <a:pt x="166530" y="1611"/>
                    <a:pt x="173110" y="149"/>
                  </a:cubicBezTo>
                  <a:close/>
                </a:path>
              </a:pathLst>
            </a:custGeom>
            <a:solidFill>
              <a:schemeClr val="bg1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22C73B4-1B3C-4625-90E0-4048225B8C80}"/>
                </a:ext>
              </a:extLst>
            </p:cNvPr>
            <p:cNvSpPr/>
            <p:nvPr/>
          </p:nvSpPr>
          <p:spPr>
            <a:xfrm>
              <a:off x="1416767" y="4295465"/>
              <a:ext cx="2120277" cy="2558955"/>
            </a:xfrm>
            <a:custGeom>
              <a:avLst/>
              <a:gdLst>
                <a:gd name="connsiteX0" fmla="*/ 2099075 w 2120277"/>
                <a:gd name="connsiteY0" fmla="*/ 1937418 h 2558955"/>
                <a:gd name="connsiteX1" fmla="*/ 2107117 w 2120277"/>
                <a:gd name="connsiteY1" fmla="*/ 1856263 h 2558955"/>
                <a:gd name="connsiteX2" fmla="*/ 2121009 w 2120277"/>
                <a:gd name="connsiteY2" fmla="*/ 1846758 h 2558955"/>
                <a:gd name="connsiteX3" fmla="*/ 2106386 w 2120277"/>
                <a:gd name="connsiteY3" fmla="*/ 1806546 h 2558955"/>
                <a:gd name="connsiteX4" fmla="*/ 2105655 w 2120277"/>
                <a:gd name="connsiteY4" fmla="*/ 994992 h 2558955"/>
                <a:gd name="connsiteX5" fmla="*/ 2075678 w 2120277"/>
                <a:gd name="connsiteY5" fmla="*/ 516101 h 2558955"/>
                <a:gd name="connsiteX6" fmla="*/ 2063249 w 2120277"/>
                <a:gd name="connsiteY6" fmla="*/ 464922 h 2558955"/>
                <a:gd name="connsiteX7" fmla="*/ 2012070 w 2120277"/>
                <a:gd name="connsiteY7" fmla="*/ 354522 h 2558955"/>
                <a:gd name="connsiteX8" fmla="*/ 1964547 w 2120277"/>
                <a:gd name="connsiteY8" fmla="*/ 306267 h 2558955"/>
                <a:gd name="connsiteX9" fmla="*/ 1850490 w 2120277"/>
                <a:gd name="connsiteY9" fmla="*/ 185631 h 2558955"/>
                <a:gd name="connsiteX10" fmla="*/ 1850490 w 2120277"/>
                <a:gd name="connsiteY10" fmla="*/ 185631 h 2558955"/>
                <a:gd name="connsiteX11" fmla="*/ 1850490 w 2120277"/>
                <a:gd name="connsiteY11" fmla="*/ 185631 h 2558955"/>
                <a:gd name="connsiteX12" fmla="*/ 1457142 w 2120277"/>
                <a:gd name="connsiteY12" fmla="*/ 13084 h 2558955"/>
                <a:gd name="connsiteX13" fmla="*/ 697498 w 2120277"/>
                <a:gd name="connsiteY13" fmla="*/ 9428 h 2558955"/>
                <a:gd name="connsiteX14" fmla="*/ 47523 w 2120277"/>
                <a:gd name="connsiteY14" fmla="*/ 480276 h 2558955"/>
                <a:gd name="connsiteX15" fmla="*/ 0 w 2120277"/>
                <a:gd name="connsiteY15" fmla="*/ 662327 h 2558955"/>
                <a:gd name="connsiteX16" fmla="*/ 0 w 2120277"/>
                <a:gd name="connsiteY16" fmla="*/ 1927182 h 2558955"/>
                <a:gd name="connsiteX17" fmla="*/ 18278 w 2120277"/>
                <a:gd name="connsiteY17" fmla="*/ 2030272 h 2558955"/>
                <a:gd name="connsiteX18" fmla="*/ 200330 w 2120277"/>
                <a:gd name="connsiteY18" fmla="*/ 2346851 h 2558955"/>
                <a:gd name="connsiteX19" fmla="*/ 300494 w 2120277"/>
                <a:gd name="connsiteY19" fmla="*/ 2422889 h 2558955"/>
                <a:gd name="connsiteX20" fmla="*/ 362641 w 2120277"/>
                <a:gd name="connsiteY20" fmla="*/ 2472606 h 2558955"/>
                <a:gd name="connsiteX21" fmla="*/ 658748 w 2120277"/>
                <a:gd name="connsiteY21" fmla="*/ 2563266 h 2558955"/>
                <a:gd name="connsiteX22" fmla="*/ 1448369 w 2120277"/>
                <a:gd name="connsiteY22" fmla="*/ 2563266 h 2558955"/>
                <a:gd name="connsiteX23" fmla="*/ 1457873 w 2120277"/>
                <a:gd name="connsiteY23" fmla="*/ 2558148 h 2558955"/>
                <a:gd name="connsiteX24" fmla="*/ 2093225 w 2120277"/>
                <a:gd name="connsiteY24" fmla="*/ 1974706 h 2558955"/>
                <a:gd name="connsiteX25" fmla="*/ 2113697 w 2120277"/>
                <a:gd name="connsiteY25" fmla="*/ 1955697 h 2558955"/>
                <a:gd name="connsiteX26" fmla="*/ 2099075 w 2120277"/>
                <a:gd name="connsiteY26" fmla="*/ 1937418 h 2558955"/>
                <a:gd name="connsiteX27" fmla="*/ 516178 w 2120277"/>
                <a:gd name="connsiteY27" fmla="*/ 1979824 h 2558955"/>
                <a:gd name="connsiteX28" fmla="*/ 336320 w 2120277"/>
                <a:gd name="connsiteY28" fmla="*/ 1802890 h 2558955"/>
                <a:gd name="connsiteX29" fmla="*/ 516178 w 2120277"/>
                <a:gd name="connsiteY29" fmla="*/ 1622302 h 2558955"/>
                <a:gd name="connsiteX30" fmla="*/ 694574 w 2120277"/>
                <a:gd name="connsiteY30" fmla="*/ 1801428 h 2558955"/>
                <a:gd name="connsiteX31" fmla="*/ 516178 w 2120277"/>
                <a:gd name="connsiteY31" fmla="*/ 1979824 h 2558955"/>
                <a:gd name="connsiteX32" fmla="*/ 1332850 w 2120277"/>
                <a:gd name="connsiteY32" fmla="*/ 2199163 h 2558955"/>
                <a:gd name="connsiteX33" fmla="*/ 1299949 w 2120277"/>
                <a:gd name="connsiteY33" fmla="*/ 2199894 h 2558955"/>
                <a:gd name="connsiteX34" fmla="*/ 715776 w 2120277"/>
                <a:gd name="connsiteY34" fmla="*/ 2200625 h 2558955"/>
                <a:gd name="connsiteX35" fmla="*/ 715776 w 2120277"/>
                <a:gd name="connsiteY35" fmla="*/ 2145791 h 2558955"/>
                <a:gd name="connsiteX36" fmla="*/ 1285327 w 2120277"/>
                <a:gd name="connsiteY36" fmla="*/ 2146522 h 2558955"/>
                <a:gd name="connsiteX37" fmla="*/ 1332850 w 2120277"/>
                <a:gd name="connsiteY37" fmla="*/ 2147253 h 2558955"/>
                <a:gd name="connsiteX38" fmla="*/ 1355515 w 2120277"/>
                <a:gd name="connsiteY38" fmla="*/ 2175036 h 2558955"/>
                <a:gd name="connsiteX39" fmla="*/ 1332850 w 2120277"/>
                <a:gd name="connsiteY39" fmla="*/ 2199163 h 2558955"/>
                <a:gd name="connsiteX40" fmla="*/ 1655279 w 2120277"/>
                <a:gd name="connsiteY40" fmla="*/ 1897937 h 2558955"/>
                <a:gd name="connsiteX41" fmla="*/ 1637731 w 2120277"/>
                <a:gd name="connsiteY41" fmla="*/ 1935225 h 2558955"/>
                <a:gd name="connsiteX42" fmla="*/ 1634807 w 2120277"/>
                <a:gd name="connsiteY42" fmla="*/ 1935225 h 2558955"/>
                <a:gd name="connsiteX43" fmla="*/ 1585090 w 2120277"/>
                <a:gd name="connsiteY43" fmla="*/ 1960083 h 2558955"/>
                <a:gd name="connsiteX44" fmla="*/ 1551458 w 2120277"/>
                <a:gd name="connsiteY44" fmla="*/ 1960083 h 2558955"/>
                <a:gd name="connsiteX45" fmla="*/ 1443251 w 2120277"/>
                <a:gd name="connsiteY45" fmla="*/ 1937418 h 2558955"/>
                <a:gd name="connsiteX46" fmla="*/ 1378180 w 2120277"/>
                <a:gd name="connsiteY46" fmla="*/ 1739282 h 2558955"/>
                <a:gd name="connsiteX47" fmla="*/ 1563156 w 2120277"/>
                <a:gd name="connsiteY47" fmla="*/ 1645697 h 2558955"/>
                <a:gd name="connsiteX48" fmla="*/ 1655279 w 2120277"/>
                <a:gd name="connsiteY48" fmla="*/ 1897937 h 2558955"/>
                <a:gd name="connsiteX49" fmla="*/ 1786882 w 2120277"/>
                <a:gd name="connsiteY49" fmla="*/ 1405887 h 2558955"/>
                <a:gd name="connsiteX50" fmla="*/ 1027238 w 2120277"/>
                <a:gd name="connsiteY50" fmla="*/ 1405156 h 2558955"/>
                <a:gd name="connsiteX51" fmla="*/ 278561 w 2120277"/>
                <a:gd name="connsiteY51" fmla="*/ 1405887 h 2558955"/>
                <a:gd name="connsiteX52" fmla="*/ 239811 w 2120277"/>
                <a:gd name="connsiteY52" fmla="*/ 1365675 h 2558955"/>
                <a:gd name="connsiteX53" fmla="*/ 239811 w 2120277"/>
                <a:gd name="connsiteY53" fmla="*/ 668177 h 2558955"/>
                <a:gd name="connsiteX54" fmla="*/ 274905 w 2120277"/>
                <a:gd name="connsiteY54" fmla="*/ 632351 h 2558955"/>
                <a:gd name="connsiteX55" fmla="*/ 1786882 w 2120277"/>
                <a:gd name="connsiteY55" fmla="*/ 632351 h 2558955"/>
                <a:gd name="connsiteX56" fmla="*/ 1821976 w 2120277"/>
                <a:gd name="connsiteY56" fmla="*/ 668908 h 2558955"/>
                <a:gd name="connsiteX57" fmla="*/ 1821976 w 2120277"/>
                <a:gd name="connsiteY57" fmla="*/ 1370062 h 2558955"/>
                <a:gd name="connsiteX58" fmla="*/ 1786882 w 2120277"/>
                <a:gd name="connsiteY58" fmla="*/ 1405887 h 255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20277" h="2558955">
                  <a:moveTo>
                    <a:pt x="2099075" y="1937418"/>
                  </a:moveTo>
                  <a:cubicBezTo>
                    <a:pt x="2106386" y="1910367"/>
                    <a:pt x="2104192" y="1883315"/>
                    <a:pt x="2107117" y="1856263"/>
                  </a:cubicBezTo>
                  <a:cubicBezTo>
                    <a:pt x="2107848" y="1852608"/>
                    <a:pt x="2115891" y="1850414"/>
                    <a:pt x="2121009" y="1846758"/>
                  </a:cubicBezTo>
                  <a:cubicBezTo>
                    <a:pt x="2101999" y="1838716"/>
                    <a:pt x="2106386" y="1821169"/>
                    <a:pt x="2106386" y="1806546"/>
                  </a:cubicBezTo>
                  <a:cubicBezTo>
                    <a:pt x="2106386" y="1536028"/>
                    <a:pt x="2107117" y="1265510"/>
                    <a:pt x="2105655" y="994992"/>
                  </a:cubicBezTo>
                  <a:cubicBezTo>
                    <a:pt x="2104924" y="834874"/>
                    <a:pt x="2119546" y="673294"/>
                    <a:pt x="2075678" y="516101"/>
                  </a:cubicBezTo>
                  <a:cubicBezTo>
                    <a:pt x="2080796" y="497092"/>
                    <a:pt x="2069098" y="481739"/>
                    <a:pt x="2063249" y="464922"/>
                  </a:cubicBezTo>
                  <a:cubicBezTo>
                    <a:pt x="2049358" y="426904"/>
                    <a:pt x="2028155" y="391809"/>
                    <a:pt x="2012070" y="354522"/>
                  </a:cubicBezTo>
                  <a:cubicBezTo>
                    <a:pt x="1992330" y="342093"/>
                    <a:pt x="1977707" y="325277"/>
                    <a:pt x="1964547" y="306267"/>
                  </a:cubicBezTo>
                  <a:cubicBezTo>
                    <a:pt x="1931646" y="261668"/>
                    <a:pt x="1896551" y="218532"/>
                    <a:pt x="1850490" y="185631"/>
                  </a:cubicBezTo>
                  <a:cubicBezTo>
                    <a:pt x="1850490" y="185631"/>
                    <a:pt x="1850490" y="185631"/>
                    <a:pt x="1850490" y="185631"/>
                  </a:cubicBezTo>
                  <a:cubicBezTo>
                    <a:pt x="1850490" y="185631"/>
                    <a:pt x="1850490" y="185631"/>
                    <a:pt x="1850490" y="185631"/>
                  </a:cubicBezTo>
                  <a:cubicBezTo>
                    <a:pt x="1738627" y="84004"/>
                    <a:pt x="1606293" y="23320"/>
                    <a:pt x="1457142" y="13084"/>
                  </a:cubicBezTo>
                  <a:cubicBezTo>
                    <a:pt x="1204171" y="-4463"/>
                    <a:pt x="950469" y="-3001"/>
                    <a:pt x="697498" y="9428"/>
                  </a:cubicBezTo>
                  <a:cubicBezTo>
                    <a:pt x="385306" y="25513"/>
                    <a:pt x="168891" y="192211"/>
                    <a:pt x="47523" y="480276"/>
                  </a:cubicBezTo>
                  <a:cubicBezTo>
                    <a:pt x="22665" y="538767"/>
                    <a:pt x="15354" y="601644"/>
                    <a:pt x="0" y="662327"/>
                  </a:cubicBezTo>
                  <a:cubicBezTo>
                    <a:pt x="0" y="1084190"/>
                    <a:pt x="0" y="1505321"/>
                    <a:pt x="0" y="1927182"/>
                  </a:cubicBezTo>
                  <a:cubicBezTo>
                    <a:pt x="9505" y="1960815"/>
                    <a:pt x="8042" y="1996640"/>
                    <a:pt x="18278" y="2030272"/>
                  </a:cubicBezTo>
                  <a:cubicBezTo>
                    <a:pt x="52641" y="2150909"/>
                    <a:pt x="114787" y="2256191"/>
                    <a:pt x="200330" y="2346851"/>
                  </a:cubicBezTo>
                  <a:cubicBezTo>
                    <a:pt x="228844" y="2377559"/>
                    <a:pt x="257358" y="2410460"/>
                    <a:pt x="300494" y="2422889"/>
                  </a:cubicBezTo>
                  <a:cubicBezTo>
                    <a:pt x="310730" y="2451403"/>
                    <a:pt x="339976" y="2459446"/>
                    <a:pt x="362641" y="2472606"/>
                  </a:cubicBezTo>
                  <a:cubicBezTo>
                    <a:pt x="454032" y="2525978"/>
                    <a:pt x="552003" y="2559610"/>
                    <a:pt x="658748" y="2563266"/>
                  </a:cubicBezTo>
                  <a:cubicBezTo>
                    <a:pt x="921955" y="2563266"/>
                    <a:pt x="1185162" y="2563266"/>
                    <a:pt x="1448369" y="2563266"/>
                  </a:cubicBezTo>
                  <a:cubicBezTo>
                    <a:pt x="1451293" y="2561804"/>
                    <a:pt x="1454218" y="2558879"/>
                    <a:pt x="1457873" y="2558148"/>
                  </a:cubicBezTo>
                  <a:cubicBezTo>
                    <a:pt x="1797849" y="2503313"/>
                    <a:pt x="2009877" y="2308833"/>
                    <a:pt x="2093225" y="1974706"/>
                  </a:cubicBezTo>
                  <a:cubicBezTo>
                    <a:pt x="2096150" y="1963008"/>
                    <a:pt x="2099075" y="1953503"/>
                    <a:pt x="2113697" y="1955697"/>
                  </a:cubicBezTo>
                  <a:cubicBezTo>
                    <a:pt x="2109310" y="1949848"/>
                    <a:pt x="2096881" y="1947654"/>
                    <a:pt x="2099075" y="1937418"/>
                  </a:cubicBezTo>
                  <a:close/>
                  <a:moveTo>
                    <a:pt x="516178" y="1979824"/>
                  </a:moveTo>
                  <a:cubicBezTo>
                    <a:pt x="416744" y="1979824"/>
                    <a:pt x="337051" y="1901593"/>
                    <a:pt x="336320" y="1802890"/>
                  </a:cubicBezTo>
                  <a:cubicBezTo>
                    <a:pt x="335589" y="1701994"/>
                    <a:pt x="416013" y="1621570"/>
                    <a:pt x="516178" y="1622302"/>
                  </a:cubicBezTo>
                  <a:cubicBezTo>
                    <a:pt x="614880" y="1623033"/>
                    <a:pt x="694574" y="1702726"/>
                    <a:pt x="694574" y="1801428"/>
                  </a:cubicBezTo>
                  <a:cubicBezTo>
                    <a:pt x="694574" y="1900131"/>
                    <a:pt x="614880" y="1979824"/>
                    <a:pt x="516178" y="1979824"/>
                  </a:cubicBezTo>
                  <a:close/>
                  <a:moveTo>
                    <a:pt x="1332850" y="2199163"/>
                  </a:moveTo>
                  <a:cubicBezTo>
                    <a:pt x="1321883" y="2199894"/>
                    <a:pt x="1310916" y="2199894"/>
                    <a:pt x="1299949" y="2199894"/>
                  </a:cubicBezTo>
                  <a:cubicBezTo>
                    <a:pt x="1105469" y="2199894"/>
                    <a:pt x="910988" y="2200625"/>
                    <a:pt x="715776" y="2200625"/>
                  </a:cubicBezTo>
                  <a:cubicBezTo>
                    <a:pt x="686531" y="2177960"/>
                    <a:pt x="686531" y="2169918"/>
                    <a:pt x="715776" y="2145791"/>
                  </a:cubicBezTo>
                  <a:cubicBezTo>
                    <a:pt x="905870" y="2145791"/>
                    <a:pt x="1095233" y="2146522"/>
                    <a:pt x="1285327" y="2146522"/>
                  </a:cubicBezTo>
                  <a:cubicBezTo>
                    <a:pt x="1301412" y="2146522"/>
                    <a:pt x="1316765" y="2145791"/>
                    <a:pt x="1332850" y="2147253"/>
                  </a:cubicBezTo>
                  <a:cubicBezTo>
                    <a:pt x="1348935" y="2148715"/>
                    <a:pt x="1356246" y="2160413"/>
                    <a:pt x="1355515" y="2175036"/>
                  </a:cubicBezTo>
                  <a:cubicBezTo>
                    <a:pt x="1354784" y="2188196"/>
                    <a:pt x="1347473" y="2198432"/>
                    <a:pt x="1332850" y="2199163"/>
                  </a:cubicBezTo>
                  <a:close/>
                  <a:moveTo>
                    <a:pt x="1655279" y="1897937"/>
                  </a:moveTo>
                  <a:cubicBezTo>
                    <a:pt x="1647967" y="1908904"/>
                    <a:pt x="1631882" y="1918409"/>
                    <a:pt x="1637731" y="1935225"/>
                  </a:cubicBezTo>
                  <a:cubicBezTo>
                    <a:pt x="1637000" y="1935225"/>
                    <a:pt x="1635538" y="1935225"/>
                    <a:pt x="1634807" y="1935225"/>
                  </a:cubicBezTo>
                  <a:cubicBezTo>
                    <a:pt x="1612142" y="1932300"/>
                    <a:pt x="1596788" y="1943267"/>
                    <a:pt x="1585090" y="1960083"/>
                  </a:cubicBezTo>
                  <a:cubicBezTo>
                    <a:pt x="1574123" y="1955697"/>
                    <a:pt x="1563156" y="1957890"/>
                    <a:pt x="1551458" y="1960083"/>
                  </a:cubicBezTo>
                  <a:cubicBezTo>
                    <a:pt x="1511977" y="1967395"/>
                    <a:pt x="1476152" y="1956428"/>
                    <a:pt x="1443251" y="1937418"/>
                  </a:cubicBezTo>
                  <a:cubicBezTo>
                    <a:pt x="1377449" y="1899400"/>
                    <a:pt x="1348935" y="1810933"/>
                    <a:pt x="1378180" y="1739282"/>
                  </a:cubicBezTo>
                  <a:cubicBezTo>
                    <a:pt x="1407425" y="1667631"/>
                    <a:pt x="1489312" y="1626688"/>
                    <a:pt x="1563156" y="1645697"/>
                  </a:cubicBezTo>
                  <a:cubicBezTo>
                    <a:pt x="1677944" y="1675674"/>
                    <a:pt x="1721811" y="1796310"/>
                    <a:pt x="1655279" y="1897937"/>
                  </a:cubicBezTo>
                  <a:close/>
                  <a:moveTo>
                    <a:pt x="1786882" y="1405887"/>
                  </a:moveTo>
                  <a:cubicBezTo>
                    <a:pt x="1533911" y="1404424"/>
                    <a:pt x="1280209" y="1405156"/>
                    <a:pt x="1027238" y="1405156"/>
                  </a:cubicBezTo>
                  <a:cubicBezTo>
                    <a:pt x="777922" y="1405156"/>
                    <a:pt x="527876" y="1404424"/>
                    <a:pt x="278561" y="1405887"/>
                  </a:cubicBezTo>
                  <a:cubicBezTo>
                    <a:pt x="244929" y="1405887"/>
                    <a:pt x="239811" y="1396382"/>
                    <a:pt x="239811" y="1365675"/>
                  </a:cubicBezTo>
                  <a:cubicBezTo>
                    <a:pt x="241273" y="1133175"/>
                    <a:pt x="241273" y="900676"/>
                    <a:pt x="239811" y="668177"/>
                  </a:cubicBezTo>
                  <a:cubicBezTo>
                    <a:pt x="239811" y="639663"/>
                    <a:pt x="246391" y="632351"/>
                    <a:pt x="274905" y="632351"/>
                  </a:cubicBezTo>
                  <a:cubicBezTo>
                    <a:pt x="778654" y="633082"/>
                    <a:pt x="1283133" y="633082"/>
                    <a:pt x="1786882" y="632351"/>
                  </a:cubicBezTo>
                  <a:cubicBezTo>
                    <a:pt x="1816858" y="632351"/>
                    <a:pt x="1821976" y="641125"/>
                    <a:pt x="1821976" y="668908"/>
                  </a:cubicBezTo>
                  <a:cubicBezTo>
                    <a:pt x="1821245" y="902869"/>
                    <a:pt x="1820514" y="1136831"/>
                    <a:pt x="1821976" y="1370062"/>
                  </a:cubicBezTo>
                  <a:cubicBezTo>
                    <a:pt x="1821976" y="1398576"/>
                    <a:pt x="1815396" y="1406618"/>
                    <a:pt x="1786882" y="1405887"/>
                  </a:cubicBezTo>
                  <a:close/>
                </a:path>
              </a:pathLst>
            </a:custGeom>
            <a:solidFill>
              <a:schemeClr val="tx1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63AADAF-B86B-482E-B89E-0E0C7DD08D9B}"/>
                </a:ext>
              </a:extLst>
            </p:cNvPr>
            <p:cNvSpPr/>
            <p:nvPr/>
          </p:nvSpPr>
          <p:spPr>
            <a:xfrm>
              <a:off x="1812247" y="5067462"/>
              <a:ext cx="723819" cy="95047"/>
            </a:xfrm>
            <a:custGeom>
              <a:avLst/>
              <a:gdLst>
                <a:gd name="connsiteX0" fmla="*/ 662465 w 723818"/>
                <a:gd name="connsiteY0" fmla="*/ 0 h 95046"/>
                <a:gd name="connsiteX1" fmla="*/ 363433 w 723818"/>
                <a:gd name="connsiteY1" fmla="*/ 0 h 95046"/>
                <a:gd name="connsiteX2" fmla="*/ 64401 w 723818"/>
                <a:gd name="connsiteY2" fmla="*/ 0 h 95046"/>
                <a:gd name="connsiteX3" fmla="*/ 61 w 723818"/>
                <a:gd name="connsiteY3" fmla="*/ 48986 h 95046"/>
                <a:gd name="connsiteX4" fmla="*/ 62207 w 723818"/>
                <a:gd name="connsiteY4" fmla="*/ 101627 h 95046"/>
                <a:gd name="connsiteX5" fmla="*/ 664658 w 723818"/>
                <a:gd name="connsiteY5" fmla="*/ 101627 h 95046"/>
                <a:gd name="connsiteX6" fmla="*/ 726073 w 723818"/>
                <a:gd name="connsiteY6" fmla="*/ 49717 h 95046"/>
                <a:gd name="connsiteX7" fmla="*/ 662465 w 723818"/>
                <a:gd name="connsiteY7" fmla="*/ 0 h 95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3818" h="95046">
                  <a:moveTo>
                    <a:pt x="662465" y="0"/>
                  </a:moveTo>
                  <a:cubicBezTo>
                    <a:pt x="563031" y="0"/>
                    <a:pt x="462867" y="0"/>
                    <a:pt x="363433" y="0"/>
                  </a:cubicBezTo>
                  <a:cubicBezTo>
                    <a:pt x="263999" y="0"/>
                    <a:pt x="163834" y="0"/>
                    <a:pt x="64401" y="0"/>
                  </a:cubicBezTo>
                  <a:cubicBezTo>
                    <a:pt x="22726" y="0"/>
                    <a:pt x="1523" y="16816"/>
                    <a:pt x="61" y="48986"/>
                  </a:cubicBezTo>
                  <a:cubicBezTo>
                    <a:pt x="-1401" y="78962"/>
                    <a:pt x="23457" y="101627"/>
                    <a:pt x="62207" y="101627"/>
                  </a:cubicBezTo>
                  <a:cubicBezTo>
                    <a:pt x="263268" y="102358"/>
                    <a:pt x="463598" y="102358"/>
                    <a:pt x="664658" y="101627"/>
                  </a:cubicBezTo>
                  <a:cubicBezTo>
                    <a:pt x="706333" y="101627"/>
                    <a:pt x="726073" y="81887"/>
                    <a:pt x="726073" y="49717"/>
                  </a:cubicBezTo>
                  <a:cubicBezTo>
                    <a:pt x="724611" y="16085"/>
                    <a:pt x="705602" y="0"/>
                    <a:pt x="662465" y="0"/>
                  </a:cubicBezTo>
                  <a:close/>
                </a:path>
              </a:pathLst>
            </a:custGeom>
            <a:solidFill>
              <a:srgbClr val="030303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CEB36F2-3C51-4C1A-B9EB-B2ED516FFAA5}"/>
                </a:ext>
              </a:extLst>
            </p:cNvPr>
            <p:cNvSpPr/>
            <p:nvPr/>
          </p:nvSpPr>
          <p:spPr>
            <a:xfrm>
              <a:off x="1934389" y="5315722"/>
              <a:ext cx="519102" cy="109670"/>
            </a:xfrm>
            <a:custGeom>
              <a:avLst/>
              <a:gdLst>
                <a:gd name="connsiteX0" fmla="*/ 457705 w 519102"/>
                <a:gd name="connsiteY0" fmla="*/ 325 h 109669"/>
                <a:gd name="connsiteX1" fmla="*/ 261031 w 519102"/>
                <a:gd name="connsiteY1" fmla="*/ 325 h 109669"/>
                <a:gd name="connsiteX2" fmla="*/ 60701 w 519102"/>
                <a:gd name="connsiteY2" fmla="*/ 325 h 109669"/>
                <a:gd name="connsiteX3" fmla="*/ 18 w 519102"/>
                <a:gd name="connsiteY3" fmla="*/ 52235 h 109669"/>
                <a:gd name="connsiteX4" fmla="*/ 60701 w 519102"/>
                <a:gd name="connsiteY4" fmla="*/ 109263 h 109669"/>
                <a:gd name="connsiteX5" fmla="*/ 458436 w 519102"/>
                <a:gd name="connsiteY5" fmla="*/ 109263 h 109669"/>
                <a:gd name="connsiteX6" fmla="*/ 521313 w 519102"/>
                <a:gd name="connsiteY6" fmla="*/ 53698 h 109669"/>
                <a:gd name="connsiteX7" fmla="*/ 457705 w 519102"/>
                <a:gd name="connsiteY7" fmla="*/ 325 h 10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102" h="109669">
                  <a:moveTo>
                    <a:pt x="457705" y="325"/>
                  </a:moveTo>
                  <a:cubicBezTo>
                    <a:pt x="391903" y="-406"/>
                    <a:pt x="326102" y="325"/>
                    <a:pt x="261031" y="325"/>
                  </a:cubicBezTo>
                  <a:cubicBezTo>
                    <a:pt x="194498" y="325"/>
                    <a:pt x="127234" y="-406"/>
                    <a:pt x="60701" y="325"/>
                  </a:cubicBezTo>
                  <a:cubicBezTo>
                    <a:pt x="20489" y="1056"/>
                    <a:pt x="749" y="18603"/>
                    <a:pt x="18" y="52235"/>
                  </a:cubicBezTo>
                  <a:cubicBezTo>
                    <a:pt x="-713" y="87330"/>
                    <a:pt x="21220" y="109263"/>
                    <a:pt x="60701" y="109263"/>
                  </a:cubicBezTo>
                  <a:cubicBezTo>
                    <a:pt x="193036" y="109994"/>
                    <a:pt x="326102" y="109994"/>
                    <a:pt x="458436" y="109263"/>
                  </a:cubicBezTo>
                  <a:cubicBezTo>
                    <a:pt x="498648" y="109263"/>
                    <a:pt x="521313" y="87330"/>
                    <a:pt x="521313" y="53698"/>
                  </a:cubicBezTo>
                  <a:cubicBezTo>
                    <a:pt x="521313" y="19335"/>
                    <a:pt x="500111" y="1056"/>
                    <a:pt x="457705" y="325"/>
                  </a:cubicBezTo>
                  <a:close/>
                </a:path>
              </a:pathLst>
            </a:custGeom>
            <a:solidFill>
              <a:srgbClr val="030303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FE6CFFC-4943-429F-B1AC-D52FBAFE7DF9}"/>
                </a:ext>
              </a:extLst>
            </p:cNvPr>
            <p:cNvSpPr/>
            <p:nvPr/>
          </p:nvSpPr>
          <p:spPr>
            <a:xfrm>
              <a:off x="2680885" y="5005787"/>
              <a:ext cx="146226" cy="248584"/>
            </a:xfrm>
            <a:custGeom>
              <a:avLst/>
              <a:gdLst>
                <a:gd name="connsiteX0" fmla="*/ 152812 w 146226"/>
                <a:gd name="connsiteY0" fmla="*/ 240802 h 248584"/>
                <a:gd name="connsiteX1" fmla="*/ 135265 w 146226"/>
                <a:gd name="connsiteY1" fmla="*/ 224717 h 248584"/>
                <a:gd name="connsiteX2" fmla="*/ 95053 w 146226"/>
                <a:gd name="connsiteY2" fmla="*/ 180118 h 248584"/>
                <a:gd name="connsiteX3" fmla="*/ 95784 w 146226"/>
                <a:gd name="connsiteY3" fmla="*/ 114316 h 248584"/>
                <a:gd name="connsiteX4" fmla="*/ 95784 w 146226"/>
                <a:gd name="connsiteY4" fmla="*/ 55826 h 248584"/>
                <a:gd name="connsiteX5" fmla="*/ 32907 w 146226"/>
                <a:gd name="connsiteY5" fmla="*/ 6840 h 248584"/>
                <a:gd name="connsiteX6" fmla="*/ 25595 w 146226"/>
                <a:gd name="connsiteY6" fmla="*/ 9034 h 248584"/>
                <a:gd name="connsiteX7" fmla="*/ 737 w 146226"/>
                <a:gd name="connsiteY7" fmla="*/ 30968 h 248584"/>
                <a:gd name="connsiteX8" fmla="*/ 32175 w 146226"/>
                <a:gd name="connsiteY8" fmla="*/ 37548 h 248584"/>
                <a:gd name="connsiteX9" fmla="*/ 61421 w 146226"/>
                <a:gd name="connsiteY9" fmla="*/ 62406 h 248584"/>
                <a:gd name="connsiteX10" fmla="*/ 61421 w 146226"/>
                <a:gd name="connsiteY10" fmla="*/ 182311 h 248584"/>
                <a:gd name="connsiteX11" fmla="*/ 24864 w 146226"/>
                <a:gd name="connsiteY11" fmla="*/ 223255 h 248584"/>
                <a:gd name="connsiteX12" fmla="*/ 6586 w 146226"/>
                <a:gd name="connsiteY12" fmla="*/ 237878 h 248584"/>
                <a:gd name="connsiteX13" fmla="*/ 25595 w 146226"/>
                <a:gd name="connsiteY13" fmla="*/ 251769 h 248584"/>
                <a:gd name="connsiteX14" fmla="*/ 135265 w 146226"/>
                <a:gd name="connsiteY14" fmla="*/ 251769 h 248584"/>
                <a:gd name="connsiteX15" fmla="*/ 152812 w 146226"/>
                <a:gd name="connsiteY15" fmla="*/ 240802 h 248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226" h="248584">
                  <a:moveTo>
                    <a:pt x="152812" y="240802"/>
                  </a:moveTo>
                  <a:cubicBezTo>
                    <a:pt x="152812" y="227642"/>
                    <a:pt x="146963" y="221793"/>
                    <a:pt x="135265" y="224717"/>
                  </a:cubicBezTo>
                  <a:cubicBezTo>
                    <a:pt x="96515" y="232029"/>
                    <a:pt x="92128" y="211557"/>
                    <a:pt x="95053" y="180118"/>
                  </a:cubicBezTo>
                  <a:cubicBezTo>
                    <a:pt x="97246" y="158184"/>
                    <a:pt x="95784" y="136250"/>
                    <a:pt x="95784" y="114316"/>
                  </a:cubicBezTo>
                  <a:cubicBezTo>
                    <a:pt x="95784" y="94576"/>
                    <a:pt x="95784" y="75567"/>
                    <a:pt x="95784" y="55826"/>
                  </a:cubicBezTo>
                  <a:cubicBezTo>
                    <a:pt x="95784" y="-5589"/>
                    <a:pt x="94322" y="-6320"/>
                    <a:pt x="32907" y="6840"/>
                  </a:cubicBezTo>
                  <a:cubicBezTo>
                    <a:pt x="30713" y="7572"/>
                    <a:pt x="28520" y="8303"/>
                    <a:pt x="25595" y="9034"/>
                  </a:cubicBezTo>
                  <a:cubicBezTo>
                    <a:pt x="12435" y="11227"/>
                    <a:pt x="-3650" y="11227"/>
                    <a:pt x="737" y="30968"/>
                  </a:cubicBezTo>
                  <a:cubicBezTo>
                    <a:pt x="5855" y="53633"/>
                    <a:pt x="23402" y="40472"/>
                    <a:pt x="32175" y="37548"/>
                  </a:cubicBezTo>
                  <a:cubicBezTo>
                    <a:pt x="59227" y="28774"/>
                    <a:pt x="62883" y="39741"/>
                    <a:pt x="61421" y="62406"/>
                  </a:cubicBezTo>
                  <a:cubicBezTo>
                    <a:pt x="59958" y="102618"/>
                    <a:pt x="59958" y="142831"/>
                    <a:pt x="61421" y="182311"/>
                  </a:cubicBezTo>
                  <a:cubicBezTo>
                    <a:pt x="62883" y="210095"/>
                    <a:pt x="61421" y="231297"/>
                    <a:pt x="24864" y="223255"/>
                  </a:cubicBezTo>
                  <a:cubicBezTo>
                    <a:pt x="13897" y="221062"/>
                    <a:pt x="6586" y="223986"/>
                    <a:pt x="6586" y="237878"/>
                  </a:cubicBezTo>
                  <a:cubicBezTo>
                    <a:pt x="6586" y="253231"/>
                    <a:pt x="16091" y="251769"/>
                    <a:pt x="25595" y="251769"/>
                  </a:cubicBezTo>
                  <a:cubicBezTo>
                    <a:pt x="62152" y="251769"/>
                    <a:pt x="98708" y="251769"/>
                    <a:pt x="135265" y="251769"/>
                  </a:cubicBezTo>
                  <a:cubicBezTo>
                    <a:pt x="144038" y="253231"/>
                    <a:pt x="152812" y="253962"/>
                    <a:pt x="152812" y="240802"/>
                  </a:cubicBezTo>
                  <a:close/>
                </a:path>
              </a:pathLst>
            </a:custGeom>
            <a:solidFill>
              <a:srgbClr val="030303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76E571E-ED52-4DC5-9AF8-8EFD6D013E4E}"/>
                </a:ext>
              </a:extLst>
            </p:cNvPr>
            <p:cNvSpPr/>
            <p:nvPr/>
          </p:nvSpPr>
          <p:spPr>
            <a:xfrm>
              <a:off x="2859161" y="5006817"/>
              <a:ext cx="146226" cy="248584"/>
            </a:xfrm>
            <a:custGeom>
              <a:avLst/>
              <a:gdLst>
                <a:gd name="connsiteX0" fmla="*/ 35951 w 146226"/>
                <a:gd name="connsiteY0" fmla="*/ 36518 h 248584"/>
                <a:gd name="connsiteX1" fmla="*/ 62272 w 146226"/>
                <a:gd name="connsiteY1" fmla="*/ 58452 h 248584"/>
                <a:gd name="connsiteX2" fmla="*/ 62272 w 146226"/>
                <a:gd name="connsiteY2" fmla="*/ 179088 h 248584"/>
                <a:gd name="connsiteX3" fmla="*/ 21329 w 146226"/>
                <a:gd name="connsiteY3" fmla="*/ 223687 h 248584"/>
                <a:gd name="connsiteX4" fmla="*/ 4513 w 146226"/>
                <a:gd name="connsiteY4" fmla="*/ 240503 h 248584"/>
                <a:gd name="connsiteX5" fmla="*/ 22060 w 146226"/>
                <a:gd name="connsiteY5" fmla="*/ 252201 h 248584"/>
                <a:gd name="connsiteX6" fmla="*/ 124418 w 146226"/>
                <a:gd name="connsiteY6" fmla="*/ 252201 h 248584"/>
                <a:gd name="connsiteX7" fmla="*/ 150739 w 146226"/>
                <a:gd name="connsiteY7" fmla="*/ 239041 h 248584"/>
                <a:gd name="connsiteX8" fmla="*/ 125149 w 146226"/>
                <a:gd name="connsiteY8" fmla="*/ 224418 h 248584"/>
                <a:gd name="connsiteX9" fmla="*/ 93710 w 146226"/>
                <a:gd name="connsiteY9" fmla="*/ 192249 h 248584"/>
                <a:gd name="connsiteX10" fmla="*/ 94442 w 146226"/>
                <a:gd name="connsiteY10" fmla="*/ 115480 h 248584"/>
                <a:gd name="connsiteX11" fmla="*/ 94442 w 146226"/>
                <a:gd name="connsiteY11" fmla="*/ 53334 h 248584"/>
                <a:gd name="connsiteX12" fmla="*/ 35951 w 146226"/>
                <a:gd name="connsiteY12" fmla="*/ 5810 h 248584"/>
                <a:gd name="connsiteX13" fmla="*/ 32295 w 146226"/>
                <a:gd name="connsiteY13" fmla="*/ 6542 h 248584"/>
                <a:gd name="connsiteX14" fmla="*/ 857 w 146226"/>
                <a:gd name="connsiteY14" fmla="*/ 30669 h 248584"/>
                <a:gd name="connsiteX15" fmla="*/ 35951 w 146226"/>
                <a:gd name="connsiteY15" fmla="*/ 36518 h 248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226" h="248584">
                  <a:moveTo>
                    <a:pt x="35951" y="36518"/>
                  </a:moveTo>
                  <a:cubicBezTo>
                    <a:pt x="57885" y="31400"/>
                    <a:pt x="63003" y="36518"/>
                    <a:pt x="62272" y="58452"/>
                  </a:cubicBezTo>
                  <a:cubicBezTo>
                    <a:pt x="60810" y="98664"/>
                    <a:pt x="60078" y="138876"/>
                    <a:pt x="62272" y="179088"/>
                  </a:cubicBezTo>
                  <a:cubicBezTo>
                    <a:pt x="64465" y="211258"/>
                    <a:pt x="60078" y="230999"/>
                    <a:pt x="21329" y="223687"/>
                  </a:cubicBezTo>
                  <a:cubicBezTo>
                    <a:pt x="8899" y="221494"/>
                    <a:pt x="4513" y="228074"/>
                    <a:pt x="4513" y="240503"/>
                  </a:cubicBezTo>
                  <a:cubicBezTo>
                    <a:pt x="4513" y="254395"/>
                    <a:pt x="14017" y="252201"/>
                    <a:pt x="22060" y="252201"/>
                  </a:cubicBezTo>
                  <a:cubicBezTo>
                    <a:pt x="56423" y="252201"/>
                    <a:pt x="90055" y="252933"/>
                    <a:pt x="124418" y="252201"/>
                  </a:cubicBezTo>
                  <a:cubicBezTo>
                    <a:pt x="133923" y="252201"/>
                    <a:pt x="150739" y="260975"/>
                    <a:pt x="150739" y="239041"/>
                  </a:cubicBezTo>
                  <a:cubicBezTo>
                    <a:pt x="151470" y="217838"/>
                    <a:pt x="135385" y="222956"/>
                    <a:pt x="125149" y="224418"/>
                  </a:cubicBezTo>
                  <a:cubicBezTo>
                    <a:pt x="98828" y="228074"/>
                    <a:pt x="91517" y="217107"/>
                    <a:pt x="93710" y="192249"/>
                  </a:cubicBezTo>
                  <a:cubicBezTo>
                    <a:pt x="95904" y="166659"/>
                    <a:pt x="94442" y="141069"/>
                    <a:pt x="94442" y="115480"/>
                  </a:cubicBezTo>
                  <a:cubicBezTo>
                    <a:pt x="94442" y="95008"/>
                    <a:pt x="94442" y="73806"/>
                    <a:pt x="94442" y="53334"/>
                  </a:cubicBezTo>
                  <a:cubicBezTo>
                    <a:pt x="94442" y="-4425"/>
                    <a:pt x="92979" y="-5888"/>
                    <a:pt x="35951" y="5810"/>
                  </a:cubicBezTo>
                  <a:cubicBezTo>
                    <a:pt x="34489" y="5810"/>
                    <a:pt x="33758" y="6542"/>
                    <a:pt x="32295" y="6542"/>
                  </a:cubicBezTo>
                  <a:cubicBezTo>
                    <a:pt x="20597" y="13122"/>
                    <a:pt x="-4992" y="4348"/>
                    <a:pt x="857" y="30669"/>
                  </a:cubicBezTo>
                  <a:cubicBezTo>
                    <a:pt x="5975" y="54796"/>
                    <a:pt x="25715" y="38711"/>
                    <a:pt x="35951" y="36518"/>
                  </a:cubicBezTo>
                  <a:close/>
                </a:path>
              </a:pathLst>
            </a:custGeom>
            <a:solidFill>
              <a:srgbClr val="030303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8621C5A-F63D-403B-A1A9-E4D196CCFA01}"/>
                </a:ext>
              </a:extLst>
            </p:cNvPr>
            <p:cNvSpPr/>
            <p:nvPr/>
          </p:nvSpPr>
          <p:spPr>
            <a:xfrm>
              <a:off x="2792384" y="5372049"/>
              <a:ext cx="168160" cy="255896"/>
            </a:xfrm>
            <a:custGeom>
              <a:avLst/>
              <a:gdLst>
                <a:gd name="connsiteX0" fmla="*/ 131242 w 168159"/>
                <a:gd name="connsiteY0" fmla="*/ 123124 h 255895"/>
                <a:gd name="connsiteX1" fmla="*/ 150983 w 168159"/>
                <a:gd name="connsiteY1" fmla="*/ 22228 h 255895"/>
                <a:gd name="connsiteX2" fmla="*/ 20842 w 168159"/>
                <a:gd name="connsiteY2" fmla="*/ 24422 h 255895"/>
                <a:gd name="connsiteX3" fmla="*/ 42775 w 168159"/>
                <a:gd name="connsiteY3" fmla="*/ 122393 h 255895"/>
                <a:gd name="connsiteX4" fmla="*/ 4026 w 168159"/>
                <a:gd name="connsiteY4" fmla="*/ 208666 h 255895"/>
                <a:gd name="connsiteX5" fmla="*/ 89568 w 168159"/>
                <a:gd name="connsiteY5" fmla="*/ 259846 h 255895"/>
                <a:gd name="connsiteX6" fmla="*/ 166336 w 168159"/>
                <a:gd name="connsiteY6" fmla="*/ 217440 h 255895"/>
                <a:gd name="connsiteX7" fmla="*/ 131242 w 168159"/>
                <a:gd name="connsiteY7" fmla="*/ 123124 h 255895"/>
                <a:gd name="connsiteX8" fmla="*/ 41313 w 168159"/>
                <a:gd name="connsiteY8" fmla="*/ 69021 h 255895"/>
                <a:gd name="connsiteX9" fmla="*/ 88105 w 168159"/>
                <a:gd name="connsiteY9" fmla="*/ 25884 h 255895"/>
                <a:gd name="connsiteX10" fmla="*/ 132704 w 168159"/>
                <a:gd name="connsiteY10" fmla="*/ 68289 h 255895"/>
                <a:gd name="connsiteX11" fmla="*/ 87374 w 168159"/>
                <a:gd name="connsiteY11" fmla="*/ 108502 h 255895"/>
                <a:gd name="connsiteX12" fmla="*/ 41313 w 168159"/>
                <a:gd name="connsiteY12" fmla="*/ 69021 h 255895"/>
                <a:gd name="connsiteX13" fmla="*/ 87374 w 168159"/>
                <a:gd name="connsiteY13" fmla="*/ 232063 h 255895"/>
                <a:gd name="connsiteX14" fmla="*/ 35464 w 168159"/>
                <a:gd name="connsiteY14" fmla="*/ 184539 h 255895"/>
                <a:gd name="connsiteX15" fmla="*/ 86643 w 168159"/>
                <a:gd name="connsiteY15" fmla="*/ 135553 h 255895"/>
                <a:gd name="connsiteX16" fmla="*/ 138554 w 168159"/>
                <a:gd name="connsiteY16" fmla="*/ 183808 h 255895"/>
                <a:gd name="connsiteX17" fmla="*/ 87374 w 168159"/>
                <a:gd name="connsiteY17" fmla="*/ 232063 h 25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8159" h="255895">
                  <a:moveTo>
                    <a:pt x="131242" y="123124"/>
                  </a:moveTo>
                  <a:cubicBezTo>
                    <a:pt x="171454" y="88030"/>
                    <a:pt x="178766" y="50743"/>
                    <a:pt x="150983" y="22228"/>
                  </a:cubicBezTo>
                  <a:cubicBezTo>
                    <a:pt x="121737" y="-8479"/>
                    <a:pt x="48624" y="-7017"/>
                    <a:pt x="20842" y="24422"/>
                  </a:cubicBezTo>
                  <a:cubicBezTo>
                    <a:pt x="-4748" y="53667"/>
                    <a:pt x="3294" y="90223"/>
                    <a:pt x="42775" y="122393"/>
                  </a:cubicBezTo>
                  <a:cubicBezTo>
                    <a:pt x="4026" y="147252"/>
                    <a:pt x="-6941" y="171379"/>
                    <a:pt x="4026" y="208666"/>
                  </a:cubicBezTo>
                  <a:cubicBezTo>
                    <a:pt x="14261" y="244492"/>
                    <a:pt x="40582" y="260577"/>
                    <a:pt x="89568" y="259846"/>
                  </a:cubicBezTo>
                  <a:cubicBezTo>
                    <a:pt x="123200" y="259846"/>
                    <a:pt x="153907" y="251803"/>
                    <a:pt x="166336" y="217440"/>
                  </a:cubicBezTo>
                  <a:cubicBezTo>
                    <a:pt x="180959" y="176497"/>
                    <a:pt x="167799" y="145789"/>
                    <a:pt x="131242" y="123124"/>
                  </a:cubicBezTo>
                  <a:close/>
                  <a:moveTo>
                    <a:pt x="41313" y="69021"/>
                  </a:moveTo>
                  <a:cubicBezTo>
                    <a:pt x="40582" y="41969"/>
                    <a:pt x="58860" y="24422"/>
                    <a:pt x="88105" y="25884"/>
                  </a:cubicBezTo>
                  <a:cubicBezTo>
                    <a:pt x="114426" y="27346"/>
                    <a:pt x="132704" y="39044"/>
                    <a:pt x="132704" y="68289"/>
                  </a:cubicBezTo>
                  <a:cubicBezTo>
                    <a:pt x="132704" y="98266"/>
                    <a:pt x="114426" y="107771"/>
                    <a:pt x="87374" y="108502"/>
                  </a:cubicBezTo>
                  <a:cubicBezTo>
                    <a:pt x="61054" y="107771"/>
                    <a:pt x="42044" y="99728"/>
                    <a:pt x="41313" y="69021"/>
                  </a:cubicBezTo>
                  <a:close/>
                  <a:moveTo>
                    <a:pt x="87374" y="232063"/>
                  </a:moveTo>
                  <a:cubicBezTo>
                    <a:pt x="54474" y="232063"/>
                    <a:pt x="35464" y="214515"/>
                    <a:pt x="35464" y="184539"/>
                  </a:cubicBezTo>
                  <a:cubicBezTo>
                    <a:pt x="35464" y="154563"/>
                    <a:pt x="55205" y="135553"/>
                    <a:pt x="86643" y="135553"/>
                  </a:cubicBezTo>
                  <a:cubicBezTo>
                    <a:pt x="118082" y="135553"/>
                    <a:pt x="138554" y="153832"/>
                    <a:pt x="138554" y="183808"/>
                  </a:cubicBezTo>
                  <a:cubicBezTo>
                    <a:pt x="138554" y="214515"/>
                    <a:pt x="119544" y="232063"/>
                    <a:pt x="87374" y="232063"/>
                  </a:cubicBezTo>
                  <a:close/>
                </a:path>
              </a:pathLst>
            </a:custGeom>
            <a:solidFill>
              <a:srgbClr val="030303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1AF8EE7-F006-40F6-9206-D95B22058817}"/>
                </a:ext>
              </a:extLst>
            </p:cNvPr>
            <p:cNvSpPr/>
            <p:nvPr/>
          </p:nvSpPr>
          <p:spPr>
            <a:xfrm>
              <a:off x="2967392" y="5371590"/>
              <a:ext cx="168160" cy="255896"/>
            </a:xfrm>
            <a:custGeom>
              <a:avLst/>
              <a:gdLst>
                <a:gd name="connsiteX0" fmla="*/ 162413 w 168159"/>
                <a:gd name="connsiteY0" fmla="*/ 51933 h 255895"/>
                <a:gd name="connsiteX1" fmla="*/ 90031 w 168159"/>
                <a:gd name="connsiteY1" fmla="*/ 23 h 255895"/>
                <a:gd name="connsiteX2" fmla="*/ 15456 w 168159"/>
                <a:gd name="connsiteY2" fmla="*/ 48277 h 255895"/>
                <a:gd name="connsiteX3" fmla="*/ 16918 w 168159"/>
                <a:gd name="connsiteY3" fmla="*/ 215706 h 255895"/>
                <a:gd name="connsiteX4" fmla="*/ 85644 w 168159"/>
                <a:gd name="connsiteY4" fmla="*/ 261036 h 255895"/>
                <a:gd name="connsiteX5" fmla="*/ 158757 w 168159"/>
                <a:gd name="connsiteY5" fmla="*/ 216437 h 255895"/>
                <a:gd name="connsiteX6" fmla="*/ 174111 w 168159"/>
                <a:gd name="connsiteY6" fmla="*/ 130895 h 255895"/>
                <a:gd name="connsiteX7" fmla="*/ 162413 w 168159"/>
                <a:gd name="connsiteY7" fmla="*/ 51933 h 255895"/>
                <a:gd name="connsiteX8" fmla="*/ 130974 w 168159"/>
                <a:gd name="connsiteY8" fmla="*/ 202546 h 255895"/>
                <a:gd name="connsiteX9" fmla="*/ 90031 w 168159"/>
                <a:gd name="connsiteY9" fmla="*/ 232522 h 255895"/>
                <a:gd name="connsiteX10" fmla="*/ 48356 w 168159"/>
                <a:gd name="connsiteY10" fmla="*/ 203277 h 255895"/>
                <a:gd name="connsiteX11" fmla="*/ 47625 w 168159"/>
                <a:gd name="connsiteY11" fmla="*/ 57782 h 255895"/>
                <a:gd name="connsiteX12" fmla="*/ 87838 w 168159"/>
                <a:gd name="connsiteY12" fmla="*/ 26343 h 255895"/>
                <a:gd name="connsiteX13" fmla="*/ 130974 w 168159"/>
                <a:gd name="connsiteY13" fmla="*/ 59244 h 255895"/>
                <a:gd name="connsiteX14" fmla="*/ 140479 w 168159"/>
                <a:gd name="connsiteY14" fmla="*/ 130895 h 255895"/>
                <a:gd name="connsiteX15" fmla="*/ 130974 w 168159"/>
                <a:gd name="connsiteY15" fmla="*/ 202546 h 25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159" h="255895">
                  <a:moveTo>
                    <a:pt x="162413" y="51933"/>
                  </a:moveTo>
                  <a:cubicBezTo>
                    <a:pt x="149252" y="19032"/>
                    <a:pt x="125856" y="754"/>
                    <a:pt x="90031" y="23"/>
                  </a:cubicBezTo>
                  <a:cubicBezTo>
                    <a:pt x="54937" y="-709"/>
                    <a:pt x="27885" y="16108"/>
                    <a:pt x="15456" y="48277"/>
                  </a:cubicBezTo>
                  <a:cubicBezTo>
                    <a:pt x="-5747" y="103843"/>
                    <a:pt x="-5016" y="160872"/>
                    <a:pt x="16918" y="215706"/>
                  </a:cubicBezTo>
                  <a:cubicBezTo>
                    <a:pt x="28616" y="244951"/>
                    <a:pt x="52743" y="260305"/>
                    <a:pt x="85644" y="261036"/>
                  </a:cubicBezTo>
                  <a:cubicBezTo>
                    <a:pt x="120007" y="261767"/>
                    <a:pt x="144135" y="245682"/>
                    <a:pt x="158757" y="216437"/>
                  </a:cubicBezTo>
                  <a:cubicBezTo>
                    <a:pt x="171917" y="189385"/>
                    <a:pt x="175573" y="160872"/>
                    <a:pt x="174111" y="130895"/>
                  </a:cubicBezTo>
                  <a:cubicBezTo>
                    <a:pt x="176304" y="103843"/>
                    <a:pt x="172649" y="77522"/>
                    <a:pt x="162413" y="51933"/>
                  </a:cubicBezTo>
                  <a:close/>
                  <a:moveTo>
                    <a:pt x="130974" y="202546"/>
                  </a:moveTo>
                  <a:cubicBezTo>
                    <a:pt x="122932" y="220093"/>
                    <a:pt x="111234" y="232522"/>
                    <a:pt x="90031" y="232522"/>
                  </a:cubicBezTo>
                  <a:cubicBezTo>
                    <a:pt x="69559" y="232522"/>
                    <a:pt x="55668" y="223018"/>
                    <a:pt x="48356" y="203277"/>
                  </a:cubicBezTo>
                  <a:cubicBezTo>
                    <a:pt x="30809" y="155023"/>
                    <a:pt x="30809" y="106037"/>
                    <a:pt x="47625" y="57782"/>
                  </a:cubicBezTo>
                  <a:cubicBezTo>
                    <a:pt x="54205" y="39504"/>
                    <a:pt x="67366" y="26343"/>
                    <a:pt x="87838" y="26343"/>
                  </a:cubicBezTo>
                  <a:cubicBezTo>
                    <a:pt x="109771" y="25612"/>
                    <a:pt x="122932" y="39504"/>
                    <a:pt x="130974" y="59244"/>
                  </a:cubicBezTo>
                  <a:cubicBezTo>
                    <a:pt x="141210" y="82640"/>
                    <a:pt x="139017" y="106768"/>
                    <a:pt x="140479" y="130895"/>
                  </a:cubicBezTo>
                  <a:cubicBezTo>
                    <a:pt x="139017" y="155023"/>
                    <a:pt x="140479" y="179881"/>
                    <a:pt x="130974" y="202546"/>
                  </a:cubicBezTo>
                  <a:close/>
                </a:path>
              </a:pathLst>
            </a:custGeom>
            <a:solidFill>
              <a:srgbClr val="030303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9A87774-8990-41AE-975B-C90C78DAF993}"/>
                </a:ext>
              </a:extLst>
            </p:cNvPr>
            <p:cNvSpPr/>
            <p:nvPr/>
          </p:nvSpPr>
          <p:spPr>
            <a:xfrm>
              <a:off x="3021322" y="5003123"/>
              <a:ext cx="168160" cy="255896"/>
            </a:xfrm>
            <a:custGeom>
              <a:avLst/>
              <a:gdLst>
                <a:gd name="connsiteX0" fmla="*/ 160393 w 168159"/>
                <a:gd name="connsiteY0" fmla="*/ 49717 h 255895"/>
                <a:gd name="connsiteX1" fmla="*/ 86549 w 168159"/>
                <a:gd name="connsiteY1" fmla="*/ 0 h 255895"/>
                <a:gd name="connsiteX2" fmla="*/ 14167 w 168159"/>
                <a:gd name="connsiteY2" fmla="*/ 51179 h 255895"/>
                <a:gd name="connsiteX3" fmla="*/ 14898 w 168159"/>
                <a:gd name="connsiteY3" fmla="*/ 212028 h 255895"/>
                <a:gd name="connsiteX4" fmla="*/ 88742 w 168159"/>
                <a:gd name="connsiteY4" fmla="*/ 261744 h 255895"/>
                <a:gd name="connsiteX5" fmla="*/ 160393 w 168159"/>
                <a:gd name="connsiteY5" fmla="*/ 214221 h 255895"/>
                <a:gd name="connsiteX6" fmla="*/ 173553 w 168159"/>
                <a:gd name="connsiteY6" fmla="*/ 132335 h 255895"/>
                <a:gd name="connsiteX7" fmla="*/ 160393 w 168159"/>
                <a:gd name="connsiteY7" fmla="*/ 49717 h 255895"/>
                <a:gd name="connsiteX8" fmla="*/ 127492 w 168159"/>
                <a:gd name="connsiteY8" fmla="*/ 207641 h 255895"/>
                <a:gd name="connsiteX9" fmla="*/ 88011 w 168159"/>
                <a:gd name="connsiteY9" fmla="*/ 233962 h 255895"/>
                <a:gd name="connsiteX10" fmla="*/ 48530 w 168159"/>
                <a:gd name="connsiteY10" fmla="*/ 206910 h 255895"/>
                <a:gd name="connsiteX11" fmla="*/ 34639 w 168159"/>
                <a:gd name="connsiteY11" fmla="*/ 127948 h 255895"/>
                <a:gd name="connsiteX12" fmla="*/ 48530 w 168159"/>
                <a:gd name="connsiteY12" fmla="*/ 54104 h 255895"/>
                <a:gd name="connsiteX13" fmla="*/ 88011 w 168159"/>
                <a:gd name="connsiteY13" fmla="*/ 27783 h 255895"/>
                <a:gd name="connsiteX14" fmla="*/ 127492 w 168159"/>
                <a:gd name="connsiteY14" fmla="*/ 54835 h 255895"/>
                <a:gd name="connsiteX15" fmla="*/ 127492 w 168159"/>
                <a:gd name="connsiteY15" fmla="*/ 207641 h 25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159" h="255895">
                  <a:moveTo>
                    <a:pt x="160393" y="49717"/>
                  </a:moveTo>
                  <a:cubicBezTo>
                    <a:pt x="145770" y="17547"/>
                    <a:pt x="121643" y="0"/>
                    <a:pt x="86549" y="0"/>
                  </a:cubicBezTo>
                  <a:cubicBezTo>
                    <a:pt x="50723" y="0"/>
                    <a:pt x="25134" y="19010"/>
                    <a:pt x="14167" y="51179"/>
                  </a:cubicBezTo>
                  <a:cubicBezTo>
                    <a:pt x="-4842" y="104552"/>
                    <a:pt x="-4842" y="158655"/>
                    <a:pt x="14898" y="212028"/>
                  </a:cubicBezTo>
                  <a:cubicBezTo>
                    <a:pt x="27327" y="244929"/>
                    <a:pt x="53648" y="261744"/>
                    <a:pt x="88742" y="261744"/>
                  </a:cubicBezTo>
                  <a:cubicBezTo>
                    <a:pt x="122374" y="261014"/>
                    <a:pt x="145770" y="244929"/>
                    <a:pt x="160393" y="214221"/>
                  </a:cubicBezTo>
                  <a:cubicBezTo>
                    <a:pt x="172822" y="187901"/>
                    <a:pt x="174284" y="160118"/>
                    <a:pt x="173553" y="132335"/>
                  </a:cubicBezTo>
                  <a:cubicBezTo>
                    <a:pt x="173553" y="103821"/>
                    <a:pt x="172091" y="76038"/>
                    <a:pt x="160393" y="49717"/>
                  </a:cubicBezTo>
                  <a:close/>
                  <a:moveTo>
                    <a:pt x="127492" y="207641"/>
                  </a:moveTo>
                  <a:cubicBezTo>
                    <a:pt x="120912" y="224457"/>
                    <a:pt x="107752" y="234693"/>
                    <a:pt x="88011" y="233962"/>
                  </a:cubicBezTo>
                  <a:cubicBezTo>
                    <a:pt x="68271" y="233962"/>
                    <a:pt x="55841" y="223726"/>
                    <a:pt x="48530" y="206910"/>
                  </a:cubicBezTo>
                  <a:cubicBezTo>
                    <a:pt x="37563" y="182052"/>
                    <a:pt x="36101" y="155731"/>
                    <a:pt x="34639" y="127948"/>
                  </a:cubicBezTo>
                  <a:cubicBezTo>
                    <a:pt x="36832" y="103090"/>
                    <a:pt x="37563" y="77500"/>
                    <a:pt x="48530" y="54104"/>
                  </a:cubicBezTo>
                  <a:cubicBezTo>
                    <a:pt x="56572" y="37288"/>
                    <a:pt x="69002" y="27783"/>
                    <a:pt x="88011" y="27783"/>
                  </a:cubicBezTo>
                  <a:cubicBezTo>
                    <a:pt x="107752" y="27783"/>
                    <a:pt x="120912" y="37288"/>
                    <a:pt x="127492" y="54835"/>
                  </a:cubicBezTo>
                  <a:cubicBezTo>
                    <a:pt x="146501" y="105283"/>
                    <a:pt x="146501" y="156462"/>
                    <a:pt x="127492" y="207641"/>
                  </a:cubicBezTo>
                  <a:close/>
                </a:path>
              </a:pathLst>
            </a:custGeom>
            <a:solidFill>
              <a:srgbClr val="030303"/>
            </a:solidFill>
            <a:ln w="73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3689DAF-4370-4DEC-B50E-950211446872}"/>
              </a:ext>
            </a:extLst>
          </p:cNvPr>
          <p:cNvSpPr txBox="1"/>
          <p:nvPr/>
        </p:nvSpPr>
        <p:spPr>
          <a:xfrm>
            <a:off x="5612567" y="77841"/>
            <a:ext cx="5995598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44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Аутоиммунные заболевания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D2E66E-5F86-4A8B-9320-ABCB1C537621}"/>
              </a:ext>
            </a:extLst>
          </p:cNvPr>
          <p:cNvSpPr txBox="1"/>
          <p:nvPr/>
        </p:nvSpPr>
        <p:spPr>
          <a:xfrm>
            <a:off x="5664643" y="1708759"/>
            <a:ext cx="5972097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2400" dirty="0">
                <a:cs typeface="Arial" pitchFamily="34" charset="0"/>
              </a:rPr>
              <a:t>Аутоиммунные заболевания — это болезни, при которых иммунная система по ошибке атакует собственные здоровые ткани и органы. Иммунитет воспринимает собственные клетки и ткани как враждебный элемент.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69AEEB-8784-416A-A7F1-D11D7722A06A}"/>
              </a:ext>
            </a:extLst>
          </p:cNvPr>
          <p:cNvSpPr txBox="1"/>
          <p:nvPr/>
        </p:nvSpPr>
        <p:spPr>
          <a:xfrm>
            <a:off x="5708720" y="4138802"/>
            <a:ext cx="5875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i="0" dirty="0">
                <a:solidFill>
                  <a:srgbClr val="333333"/>
                </a:solidFill>
                <a:effectLst/>
                <a:latin typeface="system-ui"/>
              </a:rPr>
              <a:t>Аутоиммунные заболевания могут поражать разные части тела: клетки крови, кровеносные сосуды, суставы, кожу, лёгкие и почки, головной и спинной мозг, щитовидную железу, поджелудочную железу.</a:t>
            </a:r>
            <a:endParaRPr lang="en-US" altLang="ko-KR" sz="12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12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Виды</a:t>
            </a:r>
            <a:endParaRPr lang="en-US" dirty="0"/>
          </a:p>
        </p:txBody>
      </p:sp>
      <p:grpSp>
        <p:nvGrpSpPr>
          <p:cNvPr id="3" name="그룹 13">
            <a:extLst>
              <a:ext uri="{FF2B5EF4-FFF2-40B4-BE49-F238E27FC236}">
                <a16:creationId xmlns:a16="http://schemas.microsoft.com/office/drawing/2014/main" id="{23BDD238-7B81-406D-90BA-EBAEDC5F3F5C}"/>
              </a:ext>
            </a:extLst>
          </p:cNvPr>
          <p:cNvGrpSpPr/>
          <p:nvPr/>
        </p:nvGrpSpPr>
        <p:grpSpPr>
          <a:xfrm>
            <a:off x="1219216" y="3101713"/>
            <a:ext cx="9232376" cy="1296621"/>
            <a:chOff x="2099073" y="3345967"/>
            <a:chExt cx="6157167" cy="104941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2A0A747-9F51-4DAF-A8D2-0CFE114B9070}"/>
                </a:ext>
              </a:extLst>
            </p:cNvPr>
            <p:cNvCxnSpPr>
              <a:cxnSpLocks/>
            </p:cNvCxnSpPr>
            <p:nvPr/>
          </p:nvCxnSpPr>
          <p:spPr>
            <a:xfrm rot="18780000">
              <a:off x="7749467" y="3008336"/>
              <a:ext cx="1" cy="675264"/>
            </a:xfrm>
            <a:prstGeom prst="line">
              <a:avLst/>
            </a:prstGeom>
            <a:ln w="666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0042A0B-C230-4FE5-A319-6C46A4B77FD1}"/>
                </a:ext>
              </a:extLst>
            </p:cNvPr>
            <p:cNvCxnSpPr>
              <a:cxnSpLocks/>
            </p:cNvCxnSpPr>
            <p:nvPr/>
          </p:nvCxnSpPr>
          <p:spPr>
            <a:xfrm rot="18780000">
              <a:off x="2922517" y="3008336"/>
              <a:ext cx="1" cy="675264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9125908-C7A6-4C73-B0F0-6C56E9EC5533}"/>
                </a:ext>
              </a:extLst>
            </p:cNvPr>
            <p:cNvCxnSpPr>
              <a:cxnSpLocks/>
            </p:cNvCxnSpPr>
            <p:nvPr/>
          </p:nvCxnSpPr>
          <p:spPr>
            <a:xfrm rot="18780000">
              <a:off x="5326330" y="3008336"/>
              <a:ext cx="1" cy="675264"/>
            </a:xfrm>
            <a:prstGeom prst="line">
              <a:avLst/>
            </a:prstGeom>
            <a:ln w="666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3BA40C1-15DB-4EB1-B180-4E4B02F6509B}"/>
                </a:ext>
              </a:extLst>
            </p:cNvPr>
            <p:cNvCxnSpPr>
              <a:cxnSpLocks/>
            </p:cNvCxnSpPr>
            <p:nvPr/>
          </p:nvCxnSpPr>
          <p:spPr>
            <a:xfrm rot="2820000" flipV="1">
              <a:off x="6537899" y="4057751"/>
              <a:ext cx="1" cy="675264"/>
            </a:xfrm>
            <a:prstGeom prst="line">
              <a:avLst/>
            </a:prstGeom>
            <a:ln w="666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hevron 8">
              <a:extLst>
                <a:ext uri="{FF2B5EF4-FFF2-40B4-BE49-F238E27FC236}">
                  <a16:creationId xmlns:a16="http://schemas.microsoft.com/office/drawing/2014/main" id="{A1039985-0EE7-41FD-BB35-C18B78E8FD17}"/>
                </a:ext>
              </a:extLst>
            </p:cNvPr>
            <p:cNvSpPr/>
            <p:nvPr/>
          </p:nvSpPr>
          <p:spPr>
            <a:xfrm>
              <a:off x="2099073" y="3596019"/>
              <a:ext cx="1323092" cy="538540"/>
            </a:xfrm>
            <a:prstGeom prst="chevron">
              <a:avLst/>
            </a:prstGeom>
            <a:solidFill>
              <a:schemeClr val="bg1"/>
            </a:solidFill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Chevron 9">
              <a:extLst>
                <a:ext uri="{FF2B5EF4-FFF2-40B4-BE49-F238E27FC236}">
                  <a16:creationId xmlns:a16="http://schemas.microsoft.com/office/drawing/2014/main" id="{9F4DE598-BA27-4625-BB1F-8780E4720E00}"/>
                </a:ext>
              </a:extLst>
            </p:cNvPr>
            <p:cNvSpPr/>
            <p:nvPr/>
          </p:nvSpPr>
          <p:spPr>
            <a:xfrm>
              <a:off x="3307591" y="3596019"/>
              <a:ext cx="1323092" cy="538540"/>
            </a:xfrm>
            <a:prstGeom prst="chevron">
              <a:avLst/>
            </a:prstGeom>
            <a:solidFill>
              <a:schemeClr val="bg1"/>
            </a:solidFill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Chevron 10">
              <a:extLst>
                <a:ext uri="{FF2B5EF4-FFF2-40B4-BE49-F238E27FC236}">
                  <a16:creationId xmlns:a16="http://schemas.microsoft.com/office/drawing/2014/main" id="{7263114F-1AEF-48A1-9A1A-818A5BC9D7D1}"/>
                </a:ext>
              </a:extLst>
            </p:cNvPr>
            <p:cNvSpPr/>
            <p:nvPr/>
          </p:nvSpPr>
          <p:spPr>
            <a:xfrm>
              <a:off x="5724628" y="3596019"/>
              <a:ext cx="1323092" cy="538540"/>
            </a:xfrm>
            <a:prstGeom prst="chevron">
              <a:avLst/>
            </a:prstGeom>
            <a:solidFill>
              <a:schemeClr val="bg1"/>
            </a:solidFill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Chevron 11">
              <a:extLst>
                <a:ext uri="{FF2B5EF4-FFF2-40B4-BE49-F238E27FC236}">
                  <a16:creationId xmlns:a16="http://schemas.microsoft.com/office/drawing/2014/main" id="{DD64216E-23E7-4036-B756-660AD23BA42F}"/>
                </a:ext>
              </a:extLst>
            </p:cNvPr>
            <p:cNvSpPr/>
            <p:nvPr/>
          </p:nvSpPr>
          <p:spPr>
            <a:xfrm>
              <a:off x="6933148" y="3596019"/>
              <a:ext cx="1323092" cy="538540"/>
            </a:xfrm>
            <a:prstGeom prst="chevron">
              <a:avLst/>
            </a:prstGeom>
            <a:solidFill>
              <a:schemeClr val="bg1"/>
            </a:solidFill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Chevron 12">
              <a:extLst>
                <a:ext uri="{FF2B5EF4-FFF2-40B4-BE49-F238E27FC236}">
                  <a16:creationId xmlns:a16="http://schemas.microsoft.com/office/drawing/2014/main" id="{15B31010-3CC4-408A-A7B4-D132E6FA162C}"/>
                </a:ext>
              </a:extLst>
            </p:cNvPr>
            <p:cNvSpPr/>
            <p:nvPr/>
          </p:nvSpPr>
          <p:spPr>
            <a:xfrm>
              <a:off x="4516110" y="3596019"/>
              <a:ext cx="1323092" cy="538540"/>
            </a:xfrm>
            <a:prstGeom prst="chevron">
              <a:avLst/>
            </a:prstGeom>
            <a:solidFill>
              <a:schemeClr val="bg1"/>
            </a:solidFill>
            <a:ln w="63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3" name="Straight Connector 5">
              <a:extLst>
                <a:ext uri="{FF2B5EF4-FFF2-40B4-BE49-F238E27FC236}">
                  <a16:creationId xmlns:a16="http://schemas.microsoft.com/office/drawing/2014/main" id="{1233B314-8078-4454-A6D6-6ED7C3130962}"/>
                </a:ext>
              </a:extLst>
            </p:cNvPr>
            <p:cNvCxnSpPr>
              <a:cxnSpLocks/>
            </p:cNvCxnSpPr>
            <p:nvPr/>
          </p:nvCxnSpPr>
          <p:spPr>
            <a:xfrm rot="2820000" flipV="1">
              <a:off x="4121993" y="4057751"/>
              <a:ext cx="1" cy="675264"/>
            </a:xfrm>
            <a:prstGeom prst="line">
              <a:avLst/>
            </a:prstGeom>
            <a:ln w="666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82A83F3E-3DEA-4B30-B9A4-E9574F075063}"/>
              </a:ext>
            </a:extLst>
          </p:cNvPr>
          <p:cNvSpPr/>
          <p:nvPr/>
        </p:nvSpPr>
        <p:spPr>
          <a:xfrm>
            <a:off x="10557074" y="2950981"/>
            <a:ext cx="1533683" cy="1533683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59C408-A50B-4A47-AAB4-345C1AB64397}"/>
              </a:ext>
            </a:extLst>
          </p:cNvPr>
          <p:cNvSpPr/>
          <p:nvPr/>
        </p:nvSpPr>
        <p:spPr>
          <a:xfrm>
            <a:off x="1453441" y="2219804"/>
            <a:ext cx="689041" cy="689041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2FE833-EE72-47C8-BF29-3A6DBC9D77F1}"/>
              </a:ext>
            </a:extLst>
          </p:cNvPr>
          <p:cNvSpPr/>
          <p:nvPr/>
        </p:nvSpPr>
        <p:spPr>
          <a:xfrm flipV="1">
            <a:off x="3254869" y="4604405"/>
            <a:ext cx="689041" cy="689041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DC16D88-C754-4FAB-BD4C-080DB2491131}"/>
              </a:ext>
            </a:extLst>
          </p:cNvPr>
          <p:cNvSpPr/>
          <p:nvPr/>
        </p:nvSpPr>
        <p:spPr>
          <a:xfrm>
            <a:off x="5107939" y="2224783"/>
            <a:ext cx="689041" cy="689041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06DD5-92D0-4ECD-B8E9-5EA2AFA51A64}"/>
              </a:ext>
            </a:extLst>
          </p:cNvPr>
          <p:cNvSpPr/>
          <p:nvPr/>
        </p:nvSpPr>
        <p:spPr>
          <a:xfrm flipV="1">
            <a:off x="6852901" y="4467120"/>
            <a:ext cx="689041" cy="689041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A6BDE3-2CF2-411B-A0E0-C3C2B967D5FF}"/>
              </a:ext>
            </a:extLst>
          </p:cNvPr>
          <p:cNvSpPr/>
          <p:nvPr/>
        </p:nvSpPr>
        <p:spPr>
          <a:xfrm>
            <a:off x="8635943" y="2251246"/>
            <a:ext cx="689041" cy="689041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F67F86-7BB0-4D0D-9CAD-244B0205B119}"/>
              </a:ext>
            </a:extLst>
          </p:cNvPr>
          <p:cNvSpPr txBox="1"/>
          <p:nvPr/>
        </p:nvSpPr>
        <p:spPr>
          <a:xfrm>
            <a:off x="2962708" y="2109594"/>
            <a:ext cx="1572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аутоиммунный тиреоидит, болезнь </a:t>
            </a:r>
            <a:r>
              <a:rPr lang="ru-RU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Грейвса</a:t>
            </a:r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сахарный диабет I типа, болезнь Крона.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B3AE5B-6F50-42CA-A941-E0F1DB4071E1}"/>
              </a:ext>
            </a:extLst>
          </p:cNvPr>
          <p:cNvSpPr txBox="1"/>
          <p:nvPr/>
        </p:nvSpPr>
        <p:spPr>
          <a:xfrm>
            <a:off x="1000211" y="4185148"/>
            <a:ext cx="2316339" cy="160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поражение одного органа. Факторы иммунной системы вырабатываются только к специфическим антигенам, и последующие </a:t>
            </a:r>
            <a:r>
              <a:rPr lang="ru-RU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аутоагрессивные</a:t>
            </a:r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процессы повреждают именно этот орган.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5" name="직사각형 113">
            <a:extLst>
              <a:ext uri="{FF2B5EF4-FFF2-40B4-BE49-F238E27FC236}">
                <a16:creationId xmlns:a16="http://schemas.microsoft.com/office/drawing/2014/main" id="{0E3F9DC2-65AE-4336-BF06-72D9F634B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547" y="3502380"/>
            <a:ext cx="15787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Органоспецифические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A35F4B-6F94-40C0-9E99-6994FDE5A02C}"/>
              </a:ext>
            </a:extLst>
          </p:cNvPr>
          <p:cNvSpPr txBox="1"/>
          <p:nvPr/>
        </p:nvSpPr>
        <p:spPr>
          <a:xfrm>
            <a:off x="3377749" y="3574091"/>
            <a:ext cx="1425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Например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BB0511-EB45-48BA-B696-31B512CD2C51}"/>
              </a:ext>
            </a:extLst>
          </p:cNvPr>
          <p:cNvSpPr txBox="1"/>
          <p:nvPr/>
        </p:nvSpPr>
        <p:spPr>
          <a:xfrm>
            <a:off x="5128246" y="3562981"/>
            <a:ext cx="1537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Системные 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4ED612-2172-41B7-8252-9F8B413C9890}"/>
              </a:ext>
            </a:extLst>
          </p:cNvPr>
          <p:cNvSpPr txBox="1"/>
          <p:nvPr/>
        </p:nvSpPr>
        <p:spPr>
          <a:xfrm>
            <a:off x="6703963" y="3399110"/>
            <a:ext cx="1983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Системными аутоиммунными заболеваниями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2FA59E-65D7-434B-9DB1-AA159E4F3038}"/>
              </a:ext>
            </a:extLst>
          </p:cNvPr>
          <p:cNvSpPr txBox="1"/>
          <p:nvPr/>
        </p:nvSpPr>
        <p:spPr>
          <a:xfrm>
            <a:off x="8861871" y="3562981"/>
            <a:ext cx="1417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Симптомы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F1B1137-9232-4CB3-BE32-99D01642AE0F}"/>
              </a:ext>
            </a:extLst>
          </p:cNvPr>
          <p:cNvSpPr/>
          <p:nvPr/>
        </p:nvSpPr>
        <p:spPr>
          <a:xfrm>
            <a:off x="10869905" y="3279368"/>
            <a:ext cx="875569" cy="905780"/>
          </a:xfrm>
          <a:custGeom>
            <a:avLst/>
            <a:gdLst>
              <a:gd name="connsiteX0" fmla="*/ 248205 w 492339"/>
              <a:gd name="connsiteY0" fmla="*/ 384730 h 509327"/>
              <a:gd name="connsiteX1" fmla="*/ 240221 w 492339"/>
              <a:gd name="connsiteY1" fmla="*/ 391776 h 509327"/>
              <a:gd name="connsiteX2" fmla="*/ 246326 w 492339"/>
              <a:gd name="connsiteY2" fmla="*/ 468340 h 509327"/>
              <a:gd name="connsiteX3" fmla="*/ 254312 w 492339"/>
              <a:gd name="connsiteY3" fmla="*/ 394125 h 509327"/>
              <a:gd name="connsiteX4" fmla="*/ 248205 w 492339"/>
              <a:gd name="connsiteY4" fmla="*/ 384730 h 509327"/>
              <a:gd name="connsiteX5" fmla="*/ 250086 w 492339"/>
              <a:gd name="connsiteY5" fmla="*/ 282330 h 509327"/>
              <a:gd name="connsiteX6" fmla="*/ 250085 w 492339"/>
              <a:gd name="connsiteY6" fmla="*/ 282332 h 509327"/>
              <a:gd name="connsiteX7" fmla="*/ 250085 w 492339"/>
              <a:gd name="connsiteY7" fmla="*/ 282331 h 509327"/>
              <a:gd name="connsiteX8" fmla="*/ 241924 w 492339"/>
              <a:gd name="connsiteY8" fmla="*/ 43129 h 509327"/>
              <a:gd name="connsiteX9" fmla="*/ 231296 w 492339"/>
              <a:gd name="connsiteY9" fmla="*/ 54050 h 509327"/>
              <a:gd name="connsiteX10" fmla="*/ 232236 w 492339"/>
              <a:gd name="connsiteY10" fmla="*/ 78945 h 509327"/>
              <a:gd name="connsiteX11" fmla="*/ 225190 w 492339"/>
              <a:gd name="connsiteY11" fmla="*/ 90218 h 509327"/>
              <a:gd name="connsiteX12" fmla="*/ 203987 w 492339"/>
              <a:gd name="connsiteY12" fmla="*/ 108757 h 509327"/>
              <a:gd name="connsiteX13" fmla="*/ 225191 w 492339"/>
              <a:gd name="connsiteY13" fmla="*/ 190267 h 509327"/>
              <a:gd name="connsiteX14" fmla="*/ 219554 w 492339"/>
              <a:gd name="connsiteY14" fmla="*/ 149403 h 509327"/>
              <a:gd name="connsiteX15" fmla="*/ 236464 w 492339"/>
              <a:gd name="connsiteY15" fmla="*/ 118871 h 509327"/>
              <a:gd name="connsiteX16" fmla="*/ 245367 w 492339"/>
              <a:gd name="connsiteY16" fmla="*/ 113716 h 509327"/>
              <a:gd name="connsiteX17" fmla="*/ 235993 w 492339"/>
              <a:gd name="connsiteY17" fmla="*/ 119340 h 509327"/>
              <a:gd name="connsiteX18" fmla="*/ 232705 w 492339"/>
              <a:gd name="connsiteY18" fmla="*/ 234890 h 509327"/>
              <a:gd name="connsiteX19" fmla="*/ 220492 w 492339"/>
              <a:gd name="connsiteY19" fmla="*/ 272467 h 509327"/>
              <a:gd name="connsiteX20" fmla="*/ 222841 w 492339"/>
              <a:gd name="connsiteY20" fmla="*/ 303468 h 509327"/>
              <a:gd name="connsiteX21" fmla="*/ 238812 w 492339"/>
              <a:gd name="connsiteY21" fmla="*/ 293605 h 509327"/>
              <a:gd name="connsiteX22" fmla="*/ 239189 w 492339"/>
              <a:gd name="connsiteY22" fmla="*/ 293551 h 509327"/>
              <a:gd name="connsiteX23" fmla="*/ 236463 w 492339"/>
              <a:gd name="connsiteY23" fmla="*/ 305817 h 509327"/>
              <a:gd name="connsiteX24" fmla="*/ 223781 w 492339"/>
              <a:gd name="connsiteY24" fmla="*/ 384260 h 509327"/>
              <a:gd name="connsiteX25" fmla="*/ 229887 w 492339"/>
              <a:gd name="connsiteY25" fmla="*/ 409625 h 509327"/>
              <a:gd name="connsiteX26" fmla="*/ 240691 w 492339"/>
              <a:gd name="connsiteY26" fmla="*/ 390836 h 509327"/>
              <a:gd name="connsiteX27" fmla="*/ 248676 w 492339"/>
              <a:gd name="connsiteY27" fmla="*/ 383790 h 509327"/>
              <a:gd name="connsiteX28" fmla="*/ 261828 w 492339"/>
              <a:gd name="connsiteY28" fmla="*/ 368289 h 509327"/>
              <a:gd name="connsiteX29" fmla="*/ 265116 w 492339"/>
              <a:gd name="connsiteY29" fmla="*/ 316621 h 509327"/>
              <a:gd name="connsiteX30" fmla="*/ 254313 w 492339"/>
              <a:gd name="connsiteY30" fmla="*/ 343864 h 509327"/>
              <a:gd name="connsiteX31" fmla="*/ 256822 w 492339"/>
              <a:gd name="connsiteY31" fmla="*/ 297494 h 509327"/>
              <a:gd name="connsiteX32" fmla="*/ 250578 w 492339"/>
              <a:gd name="connsiteY32" fmla="*/ 281920 h 509327"/>
              <a:gd name="connsiteX33" fmla="*/ 269813 w 492339"/>
              <a:gd name="connsiteY33" fmla="*/ 265891 h 509327"/>
              <a:gd name="connsiteX34" fmla="*/ 266995 w 492339"/>
              <a:gd name="connsiteY34" fmla="*/ 193555 h 509327"/>
              <a:gd name="connsiteX35" fmla="*/ 259479 w 492339"/>
              <a:gd name="connsiteY35" fmla="*/ 230193 h 509327"/>
              <a:gd name="connsiteX36" fmla="*/ 259949 w 492339"/>
              <a:gd name="connsiteY36" fmla="*/ 121689 h 509327"/>
              <a:gd name="connsiteX37" fmla="*/ 255310 w 492339"/>
              <a:gd name="connsiteY37" fmla="*/ 112060 h 509327"/>
              <a:gd name="connsiteX38" fmla="*/ 245388 w 492339"/>
              <a:gd name="connsiteY38" fmla="*/ 113704 h 509327"/>
              <a:gd name="connsiteX39" fmla="*/ 252141 w 492339"/>
              <a:gd name="connsiteY39" fmla="*/ 105426 h 509327"/>
              <a:gd name="connsiteX40" fmla="*/ 248677 w 492339"/>
              <a:gd name="connsiteY40" fmla="*/ 95385 h 509327"/>
              <a:gd name="connsiteX41" fmla="*/ 248676 w 492339"/>
              <a:gd name="connsiteY41" fmla="*/ 95385 h 509327"/>
              <a:gd name="connsiteX42" fmla="*/ 261886 w 492339"/>
              <a:gd name="connsiteY42" fmla="*/ 72075 h 509327"/>
              <a:gd name="connsiteX43" fmla="*/ 257131 w 492339"/>
              <a:gd name="connsiteY43" fmla="*/ 47004 h 509327"/>
              <a:gd name="connsiteX44" fmla="*/ 241924 w 492339"/>
              <a:gd name="connsiteY44" fmla="*/ 43129 h 509327"/>
              <a:gd name="connsiteX45" fmla="*/ 217029 w 492339"/>
              <a:gd name="connsiteY45" fmla="*/ 92 h 509327"/>
              <a:gd name="connsiteX46" fmla="*/ 250555 w 492339"/>
              <a:gd name="connsiteY46" fmla="*/ 1912 h 509327"/>
              <a:gd name="connsiteX47" fmla="*/ 278738 w 492339"/>
              <a:gd name="connsiteY47" fmla="*/ 1442 h 509327"/>
              <a:gd name="connsiteX48" fmla="*/ 303633 w 492339"/>
              <a:gd name="connsiteY48" fmla="*/ 24928 h 509327"/>
              <a:gd name="connsiteX49" fmla="*/ 303163 w 492339"/>
              <a:gd name="connsiteY49" fmla="*/ 151282 h 509327"/>
              <a:gd name="connsiteX50" fmla="*/ 393819 w 492339"/>
              <a:gd name="connsiteY50" fmla="*/ 99613 h 509327"/>
              <a:gd name="connsiteX51" fmla="*/ 460988 w 492339"/>
              <a:gd name="connsiteY51" fmla="*/ 117932 h 509327"/>
              <a:gd name="connsiteX52" fmla="*/ 490580 w 492339"/>
              <a:gd name="connsiteY52" fmla="*/ 178055 h 509327"/>
              <a:gd name="connsiteX53" fmla="*/ 435623 w 492339"/>
              <a:gd name="connsiteY53" fmla="*/ 214693 h 509327"/>
              <a:gd name="connsiteX54" fmla="*/ 367045 w 492339"/>
              <a:gd name="connsiteY54" fmla="*/ 255559 h 509327"/>
              <a:gd name="connsiteX55" fmla="*/ 478837 w 492339"/>
              <a:gd name="connsiteY55" fmla="*/ 318970 h 509327"/>
              <a:gd name="connsiteX56" fmla="*/ 487292 w 492339"/>
              <a:gd name="connsiteY56" fmla="*/ 346683 h 509327"/>
              <a:gd name="connsiteX57" fmla="*/ 449715 w 492339"/>
              <a:gd name="connsiteY57" fmla="*/ 411504 h 509327"/>
              <a:gd name="connsiteX58" fmla="*/ 415426 w 492339"/>
              <a:gd name="connsiteY58" fmla="*/ 421368 h 509327"/>
              <a:gd name="connsiteX59" fmla="*/ 307391 w 492339"/>
              <a:gd name="connsiteY59" fmla="*/ 357017 h 509327"/>
              <a:gd name="connsiteX60" fmla="*/ 307860 w 492339"/>
              <a:gd name="connsiteY60" fmla="*/ 487598 h 509327"/>
              <a:gd name="connsiteX61" fmla="*/ 285784 w 492339"/>
              <a:gd name="connsiteY61" fmla="*/ 509205 h 509327"/>
              <a:gd name="connsiteX62" fmla="*/ 208280 w 492339"/>
              <a:gd name="connsiteY62" fmla="*/ 509205 h 509327"/>
              <a:gd name="connsiteX63" fmla="*/ 185734 w 492339"/>
              <a:gd name="connsiteY63" fmla="*/ 487598 h 509327"/>
              <a:gd name="connsiteX64" fmla="*/ 185734 w 492339"/>
              <a:gd name="connsiteY64" fmla="*/ 357017 h 509327"/>
              <a:gd name="connsiteX65" fmla="*/ 75351 w 492339"/>
              <a:gd name="connsiteY65" fmla="*/ 422307 h 509327"/>
              <a:gd name="connsiteX66" fmla="*/ 43880 w 492339"/>
              <a:gd name="connsiteY66" fmla="*/ 413383 h 509327"/>
              <a:gd name="connsiteX67" fmla="*/ 6302 w 492339"/>
              <a:gd name="connsiteY67" fmla="*/ 348562 h 509327"/>
              <a:gd name="connsiteX68" fmla="*/ 13348 w 492339"/>
              <a:gd name="connsiteY68" fmla="*/ 318970 h 509327"/>
              <a:gd name="connsiteX69" fmla="*/ 125141 w 492339"/>
              <a:gd name="connsiteY69" fmla="*/ 256028 h 509327"/>
              <a:gd name="connsiteX70" fmla="*/ 27909 w 492339"/>
              <a:gd name="connsiteY70" fmla="*/ 198253 h 509327"/>
              <a:gd name="connsiteX71" fmla="*/ 14757 w 492339"/>
              <a:gd name="connsiteY71" fmla="*/ 146585 h 509327"/>
              <a:gd name="connsiteX72" fmla="*/ 47637 w 492339"/>
              <a:gd name="connsiteY72" fmla="*/ 89749 h 509327"/>
              <a:gd name="connsiteX73" fmla="*/ 70654 w 492339"/>
              <a:gd name="connsiteY73" fmla="*/ 83643 h 509327"/>
              <a:gd name="connsiteX74" fmla="*/ 185265 w 492339"/>
              <a:gd name="connsiteY74" fmla="*/ 151282 h 509327"/>
              <a:gd name="connsiteX75" fmla="*/ 185265 w 492339"/>
              <a:gd name="connsiteY75" fmla="*/ 66263 h 509327"/>
              <a:gd name="connsiteX76" fmla="*/ 189492 w 492339"/>
              <a:gd name="connsiteY76" fmla="*/ 5670 h 509327"/>
              <a:gd name="connsiteX77" fmla="*/ 217029 w 492339"/>
              <a:gd name="connsiteY77" fmla="*/ 92 h 509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92339" h="509327">
                <a:moveTo>
                  <a:pt x="248205" y="384730"/>
                </a:moveTo>
                <a:cubicBezTo>
                  <a:pt x="245857" y="387079"/>
                  <a:pt x="243039" y="389427"/>
                  <a:pt x="240221" y="391776"/>
                </a:cubicBezTo>
                <a:cubicBezTo>
                  <a:pt x="237402" y="417610"/>
                  <a:pt x="235053" y="443445"/>
                  <a:pt x="246326" y="468340"/>
                </a:cubicBezTo>
                <a:cubicBezTo>
                  <a:pt x="251023" y="443445"/>
                  <a:pt x="252902" y="418550"/>
                  <a:pt x="254312" y="394125"/>
                </a:cubicBezTo>
                <a:cubicBezTo>
                  <a:pt x="254312" y="389897"/>
                  <a:pt x="255720" y="384730"/>
                  <a:pt x="248205" y="384730"/>
                </a:cubicBezTo>
                <a:close/>
                <a:moveTo>
                  <a:pt x="250086" y="282330"/>
                </a:moveTo>
                <a:lnTo>
                  <a:pt x="250085" y="282332"/>
                </a:lnTo>
                <a:lnTo>
                  <a:pt x="250085" y="282331"/>
                </a:lnTo>
                <a:close/>
                <a:moveTo>
                  <a:pt x="241924" y="43129"/>
                </a:moveTo>
                <a:cubicBezTo>
                  <a:pt x="236815" y="44421"/>
                  <a:pt x="232471" y="48179"/>
                  <a:pt x="231296" y="54050"/>
                </a:cubicBezTo>
                <a:cubicBezTo>
                  <a:pt x="229887" y="62035"/>
                  <a:pt x="228008" y="73309"/>
                  <a:pt x="232236" y="78945"/>
                </a:cubicBezTo>
                <a:cubicBezTo>
                  <a:pt x="240221" y="91158"/>
                  <a:pt x="225190" y="85521"/>
                  <a:pt x="225190" y="90218"/>
                </a:cubicBezTo>
                <a:lnTo>
                  <a:pt x="203987" y="108757"/>
                </a:lnTo>
                <a:cubicBezTo>
                  <a:pt x="189785" y="131964"/>
                  <a:pt x="196655" y="166664"/>
                  <a:pt x="225191" y="190267"/>
                </a:cubicBezTo>
                <a:cubicBezTo>
                  <a:pt x="227539" y="175237"/>
                  <a:pt x="226599" y="162085"/>
                  <a:pt x="219554" y="149403"/>
                </a:cubicBezTo>
                <a:cubicBezTo>
                  <a:pt x="208750" y="130144"/>
                  <a:pt x="215326" y="120280"/>
                  <a:pt x="236464" y="118871"/>
                </a:cubicBezTo>
                <a:lnTo>
                  <a:pt x="245367" y="113716"/>
                </a:lnTo>
                <a:lnTo>
                  <a:pt x="235993" y="119340"/>
                </a:lnTo>
                <a:cubicBezTo>
                  <a:pt x="226599" y="157387"/>
                  <a:pt x="231296" y="196373"/>
                  <a:pt x="232705" y="234890"/>
                </a:cubicBezTo>
                <a:cubicBezTo>
                  <a:pt x="233175" y="250860"/>
                  <a:pt x="233645" y="261194"/>
                  <a:pt x="220492" y="272467"/>
                </a:cubicBezTo>
                <a:cubicBezTo>
                  <a:pt x="210629" y="280922"/>
                  <a:pt x="213447" y="295483"/>
                  <a:pt x="222841" y="303468"/>
                </a:cubicBezTo>
                <a:cubicBezTo>
                  <a:pt x="232236" y="311454"/>
                  <a:pt x="232705" y="295953"/>
                  <a:pt x="238812" y="293605"/>
                </a:cubicBezTo>
                <a:lnTo>
                  <a:pt x="239189" y="293551"/>
                </a:lnTo>
                <a:lnTo>
                  <a:pt x="236463" y="305817"/>
                </a:lnTo>
                <a:cubicBezTo>
                  <a:pt x="232236" y="332121"/>
                  <a:pt x="245857" y="360304"/>
                  <a:pt x="223781" y="384260"/>
                </a:cubicBezTo>
                <a:cubicBezTo>
                  <a:pt x="218144" y="390367"/>
                  <a:pt x="222841" y="401170"/>
                  <a:pt x="229887" y="409625"/>
                </a:cubicBezTo>
                <a:cubicBezTo>
                  <a:pt x="234114" y="402109"/>
                  <a:pt x="237402" y="396473"/>
                  <a:pt x="240691" y="390836"/>
                </a:cubicBezTo>
                <a:cubicBezTo>
                  <a:pt x="244918" y="390836"/>
                  <a:pt x="248676" y="389427"/>
                  <a:pt x="248676" y="383790"/>
                </a:cubicBezTo>
                <a:cubicBezTo>
                  <a:pt x="249616" y="375805"/>
                  <a:pt x="257131" y="373456"/>
                  <a:pt x="261828" y="368289"/>
                </a:cubicBezTo>
                <a:cubicBezTo>
                  <a:pt x="276389" y="351849"/>
                  <a:pt x="277799" y="336818"/>
                  <a:pt x="265116" y="316621"/>
                </a:cubicBezTo>
                <a:cubicBezTo>
                  <a:pt x="258540" y="325545"/>
                  <a:pt x="261828" y="338228"/>
                  <a:pt x="254313" y="343864"/>
                </a:cubicBezTo>
                <a:cubicBezTo>
                  <a:pt x="252904" y="329068"/>
                  <a:pt x="259421" y="313215"/>
                  <a:pt x="256822" y="297494"/>
                </a:cubicBezTo>
                <a:lnTo>
                  <a:pt x="250578" y="281920"/>
                </a:lnTo>
                <a:lnTo>
                  <a:pt x="269813" y="265891"/>
                </a:lnTo>
                <a:cubicBezTo>
                  <a:pt x="293768" y="244284"/>
                  <a:pt x="292829" y="216571"/>
                  <a:pt x="266995" y="193555"/>
                </a:cubicBezTo>
                <a:cubicBezTo>
                  <a:pt x="263706" y="206707"/>
                  <a:pt x="268873" y="221738"/>
                  <a:pt x="259479" y="230193"/>
                </a:cubicBezTo>
                <a:cubicBezTo>
                  <a:pt x="259479" y="194964"/>
                  <a:pt x="259009" y="158327"/>
                  <a:pt x="259949" y="121689"/>
                </a:cubicBezTo>
                <a:cubicBezTo>
                  <a:pt x="260184" y="114408"/>
                  <a:pt x="258187" y="112295"/>
                  <a:pt x="255310" y="112060"/>
                </a:cubicBezTo>
                <a:lnTo>
                  <a:pt x="245388" y="113704"/>
                </a:lnTo>
                <a:lnTo>
                  <a:pt x="252141" y="105426"/>
                </a:lnTo>
                <a:cubicBezTo>
                  <a:pt x="253726" y="102549"/>
                  <a:pt x="253609" y="99378"/>
                  <a:pt x="248677" y="95385"/>
                </a:cubicBezTo>
                <a:lnTo>
                  <a:pt x="248676" y="95385"/>
                </a:lnTo>
                <a:lnTo>
                  <a:pt x="261886" y="72075"/>
                </a:lnTo>
                <a:cubicBezTo>
                  <a:pt x="263589" y="62153"/>
                  <a:pt x="262298" y="51936"/>
                  <a:pt x="257131" y="47004"/>
                </a:cubicBezTo>
                <a:cubicBezTo>
                  <a:pt x="252903" y="43012"/>
                  <a:pt x="247032" y="41837"/>
                  <a:pt x="241924" y="43129"/>
                </a:cubicBezTo>
                <a:close/>
                <a:moveTo>
                  <a:pt x="217029" y="92"/>
                </a:moveTo>
                <a:cubicBezTo>
                  <a:pt x="228126" y="503"/>
                  <a:pt x="240221" y="2147"/>
                  <a:pt x="250555" y="1912"/>
                </a:cubicBezTo>
                <a:cubicBezTo>
                  <a:pt x="259949" y="1912"/>
                  <a:pt x="269344" y="2852"/>
                  <a:pt x="278738" y="1442"/>
                </a:cubicBezTo>
                <a:cubicBezTo>
                  <a:pt x="297527" y="-907"/>
                  <a:pt x="304573" y="4260"/>
                  <a:pt x="303633" y="24928"/>
                </a:cubicBezTo>
                <a:cubicBezTo>
                  <a:pt x="301754" y="65324"/>
                  <a:pt x="303163" y="106189"/>
                  <a:pt x="303163" y="151282"/>
                </a:cubicBezTo>
                <a:cubicBezTo>
                  <a:pt x="335104" y="132963"/>
                  <a:pt x="364696" y="116523"/>
                  <a:pt x="393819" y="99613"/>
                </a:cubicBezTo>
                <a:cubicBezTo>
                  <a:pt x="436093" y="75188"/>
                  <a:pt x="436563" y="74718"/>
                  <a:pt x="460988" y="117932"/>
                </a:cubicBezTo>
                <a:cubicBezTo>
                  <a:pt x="472261" y="138130"/>
                  <a:pt x="496686" y="159267"/>
                  <a:pt x="490580" y="178055"/>
                </a:cubicBezTo>
                <a:cubicBezTo>
                  <a:pt x="484944" y="194496"/>
                  <a:pt x="454882" y="202950"/>
                  <a:pt x="435623" y="214693"/>
                </a:cubicBezTo>
                <a:cubicBezTo>
                  <a:pt x="413547" y="227845"/>
                  <a:pt x="391940" y="240997"/>
                  <a:pt x="367045" y="255559"/>
                </a:cubicBezTo>
                <a:cubicBezTo>
                  <a:pt x="406031" y="277635"/>
                  <a:pt x="441730" y="299242"/>
                  <a:pt x="478837" y="318970"/>
                </a:cubicBezTo>
                <a:cubicBezTo>
                  <a:pt x="492459" y="326485"/>
                  <a:pt x="496686" y="332122"/>
                  <a:pt x="487292" y="346683"/>
                </a:cubicBezTo>
                <a:cubicBezTo>
                  <a:pt x="473201" y="367351"/>
                  <a:pt x="460518" y="388958"/>
                  <a:pt x="449715" y="411504"/>
                </a:cubicBezTo>
                <a:cubicBezTo>
                  <a:pt x="441260" y="429353"/>
                  <a:pt x="433744" y="433581"/>
                  <a:pt x="415426" y="421368"/>
                </a:cubicBezTo>
                <a:cubicBezTo>
                  <a:pt x="381606" y="398822"/>
                  <a:pt x="345908" y="380033"/>
                  <a:pt x="307391" y="357017"/>
                </a:cubicBezTo>
                <a:cubicBezTo>
                  <a:pt x="307391" y="403049"/>
                  <a:pt x="306451" y="445324"/>
                  <a:pt x="307860" y="487598"/>
                </a:cubicBezTo>
                <a:cubicBezTo>
                  <a:pt x="308330" y="505917"/>
                  <a:pt x="302694" y="510145"/>
                  <a:pt x="285784" y="509205"/>
                </a:cubicBezTo>
                <a:cubicBezTo>
                  <a:pt x="259949" y="507796"/>
                  <a:pt x="234115" y="507796"/>
                  <a:pt x="208280" y="509205"/>
                </a:cubicBezTo>
                <a:cubicBezTo>
                  <a:pt x="190901" y="510145"/>
                  <a:pt x="185265" y="505917"/>
                  <a:pt x="185734" y="487598"/>
                </a:cubicBezTo>
                <a:cubicBezTo>
                  <a:pt x="186674" y="445324"/>
                  <a:pt x="185734" y="403049"/>
                  <a:pt x="185734" y="357017"/>
                </a:cubicBezTo>
                <a:cubicBezTo>
                  <a:pt x="146278" y="380033"/>
                  <a:pt x="110110" y="399761"/>
                  <a:pt x="75351" y="422307"/>
                </a:cubicBezTo>
                <a:cubicBezTo>
                  <a:pt x="58441" y="433111"/>
                  <a:pt x="51865" y="428414"/>
                  <a:pt x="43880" y="413383"/>
                </a:cubicBezTo>
                <a:cubicBezTo>
                  <a:pt x="32137" y="391306"/>
                  <a:pt x="19454" y="369699"/>
                  <a:pt x="6302" y="348562"/>
                </a:cubicBezTo>
                <a:cubicBezTo>
                  <a:pt x="-2622" y="334940"/>
                  <a:pt x="-3562" y="327895"/>
                  <a:pt x="13348" y="318970"/>
                </a:cubicBezTo>
                <a:cubicBezTo>
                  <a:pt x="49986" y="300181"/>
                  <a:pt x="85685" y="278574"/>
                  <a:pt x="125141" y="256028"/>
                </a:cubicBezTo>
                <a:cubicBezTo>
                  <a:pt x="91321" y="235831"/>
                  <a:pt x="59850" y="217042"/>
                  <a:pt x="27909" y="198253"/>
                </a:cubicBezTo>
                <a:cubicBezTo>
                  <a:pt x="-4031" y="178995"/>
                  <a:pt x="-4031" y="178995"/>
                  <a:pt x="14757" y="146585"/>
                </a:cubicBezTo>
                <a:cubicBezTo>
                  <a:pt x="25561" y="127796"/>
                  <a:pt x="37304" y="109007"/>
                  <a:pt x="47637" y="89749"/>
                </a:cubicBezTo>
                <a:cubicBezTo>
                  <a:pt x="53744" y="78006"/>
                  <a:pt x="58911" y="76597"/>
                  <a:pt x="70654" y="83643"/>
                </a:cubicBezTo>
                <a:cubicBezTo>
                  <a:pt x="107292" y="106189"/>
                  <a:pt x="144399" y="127326"/>
                  <a:pt x="185265" y="151282"/>
                </a:cubicBezTo>
                <a:cubicBezTo>
                  <a:pt x="185265" y="120281"/>
                  <a:pt x="184795" y="93506"/>
                  <a:pt x="185265" y="66263"/>
                </a:cubicBezTo>
                <a:cubicBezTo>
                  <a:pt x="185734" y="45595"/>
                  <a:pt x="175870" y="16943"/>
                  <a:pt x="189492" y="5670"/>
                </a:cubicBezTo>
                <a:cubicBezTo>
                  <a:pt x="195833" y="503"/>
                  <a:pt x="205932" y="-319"/>
                  <a:pt x="217029" y="92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7" name="Heart 17">
            <a:extLst>
              <a:ext uri="{FF2B5EF4-FFF2-40B4-BE49-F238E27FC236}">
                <a16:creationId xmlns:a16="http://schemas.microsoft.com/office/drawing/2014/main" id="{EADD2D42-CBE5-4E5C-B593-18D11684C9B4}"/>
              </a:ext>
            </a:extLst>
          </p:cNvPr>
          <p:cNvSpPr/>
          <p:nvPr/>
        </p:nvSpPr>
        <p:spPr>
          <a:xfrm>
            <a:off x="8805558" y="2454690"/>
            <a:ext cx="349809" cy="342975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8" name="Rounded Rectangle 25">
            <a:extLst>
              <a:ext uri="{FF2B5EF4-FFF2-40B4-BE49-F238E27FC236}">
                <a16:creationId xmlns:a16="http://schemas.microsoft.com/office/drawing/2014/main" id="{D321087B-100A-4251-B9D6-658C9436E586}"/>
              </a:ext>
            </a:extLst>
          </p:cNvPr>
          <p:cNvSpPr/>
          <p:nvPr/>
        </p:nvSpPr>
        <p:spPr>
          <a:xfrm>
            <a:off x="1624322" y="2403247"/>
            <a:ext cx="347277" cy="292683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49" name="Chord 32">
            <a:extLst>
              <a:ext uri="{FF2B5EF4-FFF2-40B4-BE49-F238E27FC236}">
                <a16:creationId xmlns:a16="http://schemas.microsoft.com/office/drawing/2014/main" id="{753C1AF2-B0A5-41C9-8CFD-97EF2D776081}"/>
              </a:ext>
            </a:extLst>
          </p:cNvPr>
          <p:cNvSpPr/>
          <p:nvPr/>
        </p:nvSpPr>
        <p:spPr>
          <a:xfrm>
            <a:off x="3420655" y="4779848"/>
            <a:ext cx="347277" cy="344230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0" name="Rounded Rectangle 40">
            <a:extLst>
              <a:ext uri="{FF2B5EF4-FFF2-40B4-BE49-F238E27FC236}">
                <a16:creationId xmlns:a16="http://schemas.microsoft.com/office/drawing/2014/main" id="{AEA25CA9-8376-4454-835A-8ED3F6B30D30}"/>
              </a:ext>
            </a:extLst>
          </p:cNvPr>
          <p:cNvSpPr/>
          <p:nvPr/>
        </p:nvSpPr>
        <p:spPr>
          <a:xfrm rot="2942052">
            <a:off x="7070140" y="4686443"/>
            <a:ext cx="322807" cy="343418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1" name="Rounded Rectangle 17">
            <a:extLst>
              <a:ext uri="{FF2B5EF4-FFF2-40B4-BE49-F238E27FC236}">
                <a16:creationId xmlns:a16="http://schemas.microsoft.com/office/drawing/2014/main" id="{50EF637F-BE1F-46E1-B8D5-7535825D7248}"/>
              </a:ext>
            </a:extLst>
          </p:cNvPr>
          <p:cNvSpPr>
            <a:spLocks noChangeAspect="1"/>
          </p:cNvSpPr>
          <p:nvPr/>
        </p:nvSpPr>
        <p:spPr>
          <a:xfrm>
            <a:off x="5336277" y="2383105"/>
            <a:ext cx="232363" cy="369706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9773AA-5AE6-41A9-A557-C54F249B1950}"/>
              </a:ext>
            </a:extLst>
          </p:cNvPr>
          <p:cNvSpPr txBox="1"/>
          <p:nvPr/>
        </p:nvSpPr>
        <p:spPr>
          <a:xfrm>
            <a:off x="4439015" y="4143440"/>
            <a:ext cx="25193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болезнь развивается сразу в нескольких органах. Антитела и/или сенсибилизированные Т-лимфоциты вырабатываются к собственным не изменённым антигенам, представленным более чем в одном органе.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6D8E85-0D55-4751-B8CD-34B6179C42F2}"/>
              </a:ext>
            </a:extLst>
          </p:cNvPr>
          <p:cNvSpPr txBox="1"/>
          <p:nvPr/>
        </p:nvSpPr>
        <p:spPr>
          <a:xfrm>
            <a:off x="6390694" y="1622657"/>
            <a:ext cx="2414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Системными аутоиммунными заболеваниями считают ревматоидный артрит, системную красную волчанку, системную склеродермию, синдром </a:t>
            </a:r>
            <a:r>
              <a:rPr lang="ru-RU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Шегрена</a:t>
            </a:r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дерматомиозит и ряд других заболеваний.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A9A596-CB34-457D-947B-E9E82B9562DE}"/>
              </a:ext>
            </a:extLst>
          </p:cNvPr>
          <p:cNvSpPr txBox="1"/>
          <p:nvPr/>
        </p:nvSpPr>
        <p:spPr>
          <a:xfrm>
            <a:off x="8037047" y="4110989"/>
            <a:ext cx="309025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Симптомы аутоиммунных заболеваний варьируются в зависимости от того, какое заболевание и какая часть тела поражена. Некоторые общие симптомы:</a:t>
            </a:r>
          </a:p>
          <a:p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быстрая утомляемость; недомогание;</a:t>
            </a:r>
          </a:p>
          <a:p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повышенная температура тела;</a:t>
            </a:r>
          </a:p>
          <a:p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необъяснимые мышечные и суставные боли;</a:t>
            </a:r>
          </a:p>
          <a:p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сыпь на коже.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346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8964" y="459713"/>
            <a:ext cx="10900767" cy="724247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Причины и лечение</a:t>
            </a:r>
            <a:r>
              <a:rPr lang="en-US" dirty="0"/>
              <a:t>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496C7C2-4DEC-4754-8FD0-6C2E4EACA626}"/>
              </a:ext>
            </a:extLst>
          </p:cNvPr>
          <p:cNvGrpSpPr/>
          <p:nvPr/>
        </p:nvGrpSpPr>
        <p:grpSpPr>
          <a:xfrm>
            <a:off x="789913" y="742750"/>
            <a:ext cx="1574276" cy="2011520"/>
            <a:chOff x="563580" y="742750"/>
            <a:chExt cx="1574276" cy="201152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E933E92-CC96-4BB8-A8B0-5F70C3D7CDA1}"/>
                </a:ext>
              </a:extLst>
            </p:cNvPr>
            <p:cNvSpPr/>
            <p:nvPr/>
          </p:nvSpPr>
          <p:spPr>
            <a:xfrm>
              <a:off x="1290016" y="742750"/>
              <a:ext cx="273211" cy="158175"/>
            </a:xfrm>
            <a:custGeom>
              <a:avLst/>
              <a:gdLst>
                <a:gd name="connsiteX0" fmla="*/ 2247 w 273210"/>
                <a:gd name="connsiteY0" fmla="*/ 48890 h 158174"/>
                <a:gd name="connsiteX1" fmla="*/ 36278 w 273210"/>
                <a:gd name="connsiteY1" fmla="*/ 11504 h 158174"/>
                <a:gd name="connsiteX2" fmla="*/ 192536 w 273210"/>
                <a:gd name="connsiteY2" fmla="*/ 2876 h 158174"/>
                <a:gd name="connsiteX3" fmla="*/ 228005 w 273210"/>
                <a:gd name="connsiteY3" fmla="*/ 0 h 158174"/>
                <a:gd name="connsiteX4" fmla="*/ 263475 w 273210"/>
                <a:gd name="connsiteY4" fmla="*/ 0 h 158174"/>
                <a:gd name="connsiteX5" fmla="*/ 272102 w 273210"/>
                <a:gd name="connsiteY5" fmla="*/ 23966 h 158174"/>
                <a:gd name="connsiteX6" fmla="*/ 277854 w 273210"/>
                <a:gd name="connsiteY6" fmla="*/ 120309 h 158174"/>
                <a:gd name="connsiteX7" fmla="*/ 257723 w 273210"/>
                <a:gd name="connsiteY7" fmla="*/ 142836 h 158174"/>
                <a:gd name="connsiteX8" fmla="*/ 161380 w 273210"/>
                <a:gd name="connsiteY8" fmla="*/ 149068 h 158174"/>
                <a:gd name="connsiteX9" fmla="*/ 123514 w 273210"/>
                <a:gd name="connsiteY9" fmla="*/ 156257 h 158174"/>
                <a:gd name="connsiteX10" fmla="*/ 37237 w 273210"/>
                <a:gd name="connsiteY10" fmla="*/ 160571 h 158174"/>
                <a:gd name="connsiteX11" fmla="*/ 809 w 273210"/>
                <a:gd name="connsiteY11" fmla="*/ 123184 h 158174"/>
                <a:gd name="connsiteX12" fmla="*/ 809 w 273210"/>
                <a:gd name="connsiteY12" fmla="*/ 92987 h 158174"/>
                <a:gd name="connsiteX13" fmla="*/ 2247 w 273210"/>
                <a:gd name="connsiteY13" fmla="*/ 48890 h 15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3210" h="158174">
                  <a:moveTo>
                    <a:pt x="2247" y="48890"/>
                  </a:moveTo>
                  <a:cubicBezTo>
                    <a:pt x="330" y="15338"/>
                    <a:pt x="2726" y="12942"/>
                    <a:pt x="36278" y="11504"/>
                  </a:cubicBezTo>
                  <a:cubicBezTo>
                    <a:pt x="88524" y="8628"/>
                    <a:pt x="140290" y="5752"/>
                    <a:pt x="192536" y="2876"/>
                  </a:cubicBezTo>
                  <a:cubicBezTo>
                    <a:pt x="204039" y="-959"/>
                    <a:pt x="216501" y="4314"/>
                    <a:pt x="228005" y="0"/>
                  </a:cubicBezTo>
                  <a:cubicBezTo>
                    <a:pt x="239988" y="0"/>
                    <a:pt x="251492" y="0"/>
                    <a:pt x="263475" y="0"/>
                  </a:cubicBezTo>
                  <a:cubicBezTo>
                    <a:pt x="268747" y="7190"/>
                    <a:pt x="271623" y="14859"/>
                    <a:pt x="272102" y="23966"/>
                  </a:cubicBezTo>
                  <a:cubicBezTo>
                    <a:pt x="273540" y="56080"/>
                    <a:pt x="275457" y="88194"/>
                    <a:pt x="277854" y="120309"/>
                  </a:cubicBezTo>
                  <a:cubicBezTo>
                    <a:pt x="278813" y="135167"/>
                    <a:pt x="272102" y="141878"/>
                    <a:pt x="257723" y="142836"/>
                  </a:cubicBezTo>
                  <a:cubicBezTo>
                    <a:pt x="225609" y="144754"/>
                    <a:pt x="193494" y="147150"/>
                    <a:pt x="161380" y="149068"/>
                  </a:cubicBezTo>
                  <a:cubicBezTo>
                    <a:pt x="149876" y="156737"/>
                    <a:pt x="136456" y="155299"/>
                    <a:pt x="123514" y="156257"/>
                  </a:cubicBezTo>
                  <a:cubicBezTo>
                    <a:pt x="94755" y="158175"/>
                    <a:pt x="65996" y="160092"/>
                    <a:pt x="37237" y="160571"/>
                  </a:cubicBezTo>
                  <a:cubicBezTo>
                    <a:pt x="8957" y="161530"/>
                    <a:pt x="809" y="151943"/>
                    <a:pt x="809" y="123184"/>
                  </a:cubicBezTo>
                  <a:cubicBezTo>
                    <a:pt x="809" y="113119"/>
                    <a:pt x="809" y="103053"/>
                    <a:pt x="809" y="92987"/>
                  </a:cubicBezTo>
                  <a:cubicBezTo>
                    <a:pt x="-629" y="78608"/>
                    <a:pt x="-150" y="63749"/>
                    <a:pt x="2247" y="4889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B53EBB2-4A16-4B2F-9143-10F111F69995}"/>
                </a:ext>
              </a:extLst>
            </p:cNvPr>
            <p:cNvSpPr/>
            <p:nvPr/>
          </p:nvSpPr>
          <p:spPr>
            <a:xfrm>
              <a:off x="1482551" y="742750"/>
              <a:ext cx="33552" cy="4793"/>
            </a:xfrm>
            <a:custGeom>
              <a:avLst/>
              <a:gdLst>
                <a:gd name="connsiteX0" fmla="*/ 35469 w 33552"/>
                <a:gd name="connsiteY0" fmla="*/ 0 h 0"/>
                <a:gd name="connsiteX1" fmla="*/ 0 w 33552"/>
                <a:gd name="connsiteY1" fmla="*/ 2876 h 0"/>
                <a:gd name="connsiteX2" fmla="*/ 479 w 33552"/>
                <a:gd name="connsiteY2" fmla="*/ 0 h 0"/>
                <a:gd name="connsiteX3" fmla="*/ 35469 w 33552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52">
                  <a:moveTo>
                    <a:pt x="35469" y="0"/>
                  </a:moveTo>
                  <a:cubicBezTo>
                    <a:pt x="23966" y="5752"/>
                    <a:pt x="11983" y="3835"/>
                    <a:pt x="0" y="2876"/>
                  </a:cubicBezTo>
                  <a:cubicBezTo>
                    <a:pt x="479" y="1917"/>
                    <a:pt x="479" y="959"/>
                    <a:pt x="479" y="0"/>
                  </a:cubicBezTo>
                  <a:cubicBezTo>
                    <a:pt x="11983" y="0"/>
                    <a:pt x="23966" y="0"/>
                    <a:pt x="35469" y="0"/>
                  </a:cubicBezTo>
                  <a:close/>
                </a:path>
              </a:pathLst>
            </a:custGeom>
            <a:solidFill>
              <a:srgbClr val="888888"/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135E874-9F29-4E30-9069-4A30BEB36BA9}"/>
                </a:ext>
              </a:extLst>
            </p:cNvPr>
            <p:cNvSpPr/>
            <p:nvPr/>
          </p:nvSpPr>
          <p:spPr>
            <a:xfrm>
              <a:off x="563580" y="1720916"/>
              <a:ext cx="1574276" cy="1033354"/>
            </a:xfrm>
            <a:custGeom>
              <a:avLst/>
              <a:gdLst>
                <a:gd name="connsiteX0" fmla="*/ 1425250 w 1574276"/>
                <a:gd name="connsiteY0" fmla="*/ 0 h 1049442"/>
                <a:gd name="connsiteX1" fmla="*/ 1446220 w 1574276"/>
                <a:gd name="connsiteY1" fmla="*/ 8268 h 1049442"/>
                <a:gd name="connsiteX2" fmla="*/ 1500862 w 1574276"/>
                <a:gd name="connsiteY2" fmla="*/ 77290 h 1049442"/>
                <a:gd name="connsiteX3" fmla="*/ 1505655 w 1574276"/>
                <a:gd name="connsiteY3" fmla="*/ 647198 h 1049442"/>
                <a:gd name="connsiteX4" fmla="*/ 1166299 w 1574276"/>
                <a:gd name="connsiteY4" fmla="*/ 969778 h 1049442"/>
                <a:gd name="connsiteX5" fmla="*/ 929037 w 1574276"/>
                <a:gd name="connsiteY5" fmla="*/ 1021544 h 1049442"/>
                <a:gd name="connsiteX6" fmla="*/ 929424 w 1574276"/>
                <a:gd name="connsiteY6" fmla="*/ 1032485 h 1049442"/>
                <a:gd name="connsiteX7" fmla="*/ 929681 w 1574276"/>
                <a:gd name="connsiteY7" fmla="*/ 1049442 h 1049442"/>
                <a:gd name="connsiteX8" fmla="*/ 811682 w 1574276"/>
                <a:gd name="connsiteY8" fmla="*/ 1049442 h 1049442"/>
                <a:gd name="connsiteX9" fmla="*/ 809218 w 1574276"/>
                <a:gd name="connsiteY9" fmla="*/ 1034491 h 1049442"/>
                <a:gd name="connsiteX10" fmla="*/ 804894 w 1574276"/>
                <a:gd name="connsiteY10" fmla="*/ 1027296 h 1049442"/>
                <a:gd name="connsiteX11" fmla="*/ 13542 w 1574276"/>
                <a:gd name="connsiteY11" fmla="*/ 491899 h 1049442"/>
                <a:gd name="connsiteX12" fmla="*/ 31756 w 1574276"/>
                <a:gd name="connsiteY12" fmla="*/ 153501 h 1049442"/>
                <a:gd name="connsiteX13" fmla="*/ 73936 w 1574276"/>
                <a:gd name="connsiteY13" fmla="*/ 95983 h 1049442"/>
                <a:gd name="connsiteX14" fmla="*/ 151585 w 1574276"/>
                <a:gd name="connsiteY14" fmla="*/ 127139 h 1049442"/>
                <a:gd name="connsiteX15" fmla="*/ 151585 w 1574276"/>
                <a:gd name="connsiteY15" fmla="*/ 173633 h 1049442"/>
                <a:gd name="connsiteX16" fmla="*/ 124264 w 1574276"/>
                <a:gd name="connsiteY16" fmla="*/ 281479 h 1049442"/>
                <a:gd name="connsiteX17" fmla="*/ 238342 w 1574276"/>
                <a:gd name="connsiteY17" fmla="*/ 713343 h 1049442"/>
                <a:gd name="connsiteX18" fmla="*/ 612209 w 1574276"/>
                <a:gd name="connsiteY18" fmla="*/ 918970 h 1049442"/>
                <a:gd name="connsiteX19" fmla="*/ 1174927 w 1574276"/>
                <a:gd name="connsiteY19" fmla="*/ 839404 h 1049442"/>
                <a:gd name="connsiteX20" fmla="*/ 1440468 w 1574276"/>
                <a:gd name="connsiteY20" fmla="*/ 476561 h 1049442"/>
                <a:gd name="connsiteX21" fmla="*/ 1385826 w 1574276"/>
                <a:gd name="connsiteY21" fmla="*/ 113718 h 1049442"/>
                <a:gd name="connsiteX22" fmla="*/ 1371926 w 1574276"/>
                <a:gd name="connsiteY22" fmla="*/ 89273 h 1049442"/>
                <a:gd name="connsiteX23" fmla="*/ 1372405 w 1574276"/>
                <a:gd name="connsiteY23" fmla="*/ 35589 h 1049442"/>
                <a:gd name="connsiteX24" fmla="*/ 1403561 w 1574276"/>
                <a:gd name="connsiteY24" fmla="*/ 5392 h 1049442"/>
                <a:gd name="connsiteX25" fmla="*/ 1425250 w 1574276"/>
                <a:gd name="connsiteY25" fmla="*/ 0 h 1049442"/>
                <a:gd name="connsiteX0" fmla="*/ 1425250 w 1574276"/>
                <a:gd name="connsiteY0" fmla="*/ 0 h 1049442"/>
                <a:gd name="connsiteX1" fmla="*/ 1446220 w 1574276"/>
                <a:gd name="connsiteY1" fmla="*/ 8268 h 1049442"/>
                <a:gd name="connsiteX2" fmla="*/ 1500862 w 1574276"/>
                <a:gd name="connsiteY2" fmla="*/ 77290 h 1049442"/>
                <a:gd name="connsiteX3" fmla="*/ 1505655 w 1574276"/>
                <a:gd name="connsiteY3" fmla="*/ 647198 h 1049442"/>
                <a:gd name="connsiteX4" fmla="*/ 1166299 w 1574276"/>
                <a:gd name="connsiteY4" fmla="*/ 969778 h 1049442"/>
                <a:gd name="connsiteX5" fmla="*/ 929037 w 1574276"/>
                <a:gd name="connsiteY5" fmla="*/ 1021544 h 1049442"/>
                <a:gd name="connsiteX6" fmla="*/ 929424 w 1574276"/>
                <a:gd name="connsiteY6" fmla="*/ 1032485 h 1049442"/>
                <a:gd name="connsiteX7" fmla="*/ 811682 w 1574276"/>
                <a:gd name="connsiteY7" fmla="*/ 1049442 h 1049442"/>
                <a:gd name="connsiteX8" fmla="*/ 809218 w 1574276"/>
                <a:gd name="connsiteY8" fmla="*/ 1034491 h 1049442"/>
                <a:gd name="connsiteX9" fmla="*/ 804894 w 1574276"/>
                <a:gd name="connsiteY9" fmla="*/ 1027296 h 1049442"/>
                <a:gd name="connsiteX10" fmla="*/ 13542 w 1574276"/>
                <a:gd name="connsiteY10" fmla="*/ 491899 h 1049442"/>
                <a:gd name="connsiteX11" fmla="*/ 31756 w 1574276"/>
                <a:gd name="connsiteY11" fmla="*/ 153501 h 1049442"/>
                <a:gd name="connsiteX12" fmla="*/ 73936 w 1574276"/>
                <a:gd name="connsiteY12" fmla="*/ 95983 h 1049442"/>
                <a:gd name="connsiteX13" fmla="*/ 151585 w 1574276"/>
                <a:gd name="connsiteY13" fmla="*/ 127139 h 1049442"/>
                <a:gd name="connsiteX14" fmla="*/ 151585 w 1574276"/>
                <a:gd name="connsiteY14" fmla="*/ 173633 h 1049442"/>
                <a:gd name="connsiteX15" fmla="*/ 124264 w 1574276"/>
                <a:gd name="connsiteY15" fmla="*/ 281479 h 1049442"/>
                <a:gd name="connsiteX16" fmla="*/ 238342 w 1574276"/>
                <a:gd name="connsiteY16" fmla="*/ 713343 h 1049442"/>
                <a:gd name="connsiteX17" fmla="*/ 612209 w 1574276"/>
                <a:gd name="connsiteY17" fmla="*/ 918970 h 1049442"/>
                <a:gd name="connsiteX18" fmla="*/ 1174927 w 1574276"/>
                <a:gd name="connsiteY18" fmla="*/ 839404 h 1049442"/>
                <a:gd name="connsiteX19" fmla="*/ 1440468 w 1574276"/>
                <a:gd name="connsiteY19" fmla="*/ 476561 h 1049442"/>
                <a:gd name="connsiteX20" fmla="*/ 1385826 w 1574276"/>
                <a:gd name="connsiteY20" fmla="*/ 113718 h 1049442"/>
                <a:gd name="connsiteX21" fmla="*/ 1371926 w 1574276"/>
                <a:gd name="connsiteY21" fmla="*/ 89273 h 1049442"/>
                <a:gd name="connsiteX22" fmla="*/ 1372405 w 1574276"/>
                <a:gd name="connsiteY22" fmla="*/ 35589 h 1049442"/>
                <a:gd name="connsiteX23" fmla="*/ 1403561 w 1574276"/>
                <a:gd name="connsiteY23" fmla="*/ 5392 h 1049442"/>
                <a:gd name="connsiteX24" fmla="*/ 1425250 w 1574276"/>
                <a:gd name="connsiteY24" fmla="*/ 0 h 1049442"/>
                <a:gd name="connsiteX0" fmla="*/ 1425250 w 1574276"/>
                <a:gd name="connsiteY0" fmla="*/ 0 h 1049442"/>
                <a:gd name="connsiteX1" fmla="*/ 1446220 w 1574276"/>
                <a:gd name="connsiteY1" fmla="*/ 8268 h 1049442"/>
                <a:gd name="connsiteX2" fmla="*/ 1500862 w 1574276"/>
                <a:gd name="connsiteY2" fmla="*/ 77290 h 1049442"/>
                <a:gd name="connsiteX3" fmla="*/ 1505655 w 1574276"/>
                <a:gd name="connsiteY3" fmla="*/ 647198 h 1049442"/>
                <a:gd name="connsiteX4" fmla="*/ 1166299 w 1574276"/>
                <a:gd name="connsiteY4" fmla="*/ 969778 h 1049442"/>
                <a:gd name="connsiteX5" fmla="*/ 929037 w 1574276"/>
                <a:gd name="connsiteY5" fmla="*/ 1021544 h 1049442"/>
                <a:gd name="connsiteX6" fmla="*/ 811682 w 1574276"/>
                <a:gd name="connsiteY6" fmla="*/ 1049442 h 1049442"/>
                <a:gd name="connsiteX7" fmla="*/ 809218 w 1574276"/>
                <a:gd name="connsiteY7" fmla="*/ 1034491 h 1049442"/>
                <a:gd name="connsiteX8" fmla="*/ 804894 w 1574276"/>
                <a:gd name="connsiteY8" fmla="*/ 1027296 h 1049442"/>
                <a:gd name="connsiteX9" fmla="*/ 13542 w 1574276"/>
                <a:gd name="connsiteY9" fmla="*/ 491899 h 1049442"/>
                <a:gd name="connsiteX10" fmla="*/ 31756 w 1574276"/>
                <a:gd name="connsiteY10" fmla="*/ 153501 h 1049442"/>
                <a:gd name="connsiteX11" fmla="*/ 73936 w 1574276"/>
                <a:gd name="connsiteY11" fmla="*/ 95983 h 1049442"/>
                <a:gd name="connsiteX12" fmla="*/ 151585 w 1574276"/>
                <a:gd name="connsiteY12" fmla="*/ 127139 h 1049442"/>
                <a:gd name="connsiteX13" fmla="*/ 151585 w 1574276"/>
                <a:gd name="connsiteY13" fmla="*/ 173633 h 1049442"/>
                <a:gd name="connsiteX14" fmla="*/ 124264 w 1574276"/>
                <a:gd name="connsiteY14" fmla="*/ 281479 h 1049442"/>
                <a:gd name="connsiteX15" fmla="*/ 238342 w 1574276"/>
                <a:gd name="connsiteY15" fmla="*/ 713343 h 1049442"/>
                <a:gd name="connsiteX16" fmla="*/ 612209 w 1574276"/>
                <a:gd name="connsiteY16" fmla="*/ 918970 h 1049442"/>
                <a:gd name="connsiteX17" fmla="*/ 1174927 w 1574276"/>
                <a:gd name="connsiteY17" fmla="*/ 839404 h 1049442"/>
                <a:gd name="connsiteX18" fmla="*/ 1440468 w 1574276"/>
                <a:gd name="connsiteY18" fmla="*/ 476561 h 1049442"/>
                <a:gd name="connsiteX19" fmla="*/ 1385826 w 1574276"/>
                <a:gd name="connsiteY19" fmla="*/ 113718 h 1049442"/>
                <a:gd name="connsiteX20" fmla="*/ 1371926 w 1574276"/>
                <a:gd name="connsiteY20" fmla="*/ 89273 h 1049442"/>
                <a:gd name="connsiteX21" fmla="*/ 1372405 w 1574276"/>
                <a:gd name="connsiteY21" fmla="*/ 35589 h 1049442"/>
                <a:gd name="connsiteX22" fmla="*/ 1403561 w 1574276"/>
                <a:gd name="connsiteY22" fmla="*/ 5392 h 1049442"/>
                <a:gd name="connsiteX23" fmla="*/ 1425250 w 1574276"/>
                <a:gd name="connsiteY23" fmla="*/ 0 h 1049442"/>
                <a:gd name="connsiteX0" fmla="*/ 1425250 w 1574276"/>
                <a:gd name="connsiteY0" fmla="*/ 0 h 1039056"/>
                <a:gd name="connsiteX1" fmla="*/ 1446220 w 1574276"/>
                <a:gd name="connsiteY1" fmla="*/ 8268 h 1039056"/>
                <a:gd name="connsiteX2" fmla="*/ 1500862 w 1574276"/>
                <a:gd name="connsiteY2" fmla="*/ 77290 h 1039056"/>
                <a:gd name="connsiteX3" fmla="*/ 1505655 w 1574276"/>
                <a:gd name="connsiteY3" fmla="*/ 647198 h 1039056"/>
                <a:gd name="connsiteX4" fmla="*/ 1166299 w 1574276"/>
                <a:gd name="connsiteY4" fmla="*/ 969778 h 1039056"/>
                <a:gd name="connsiteX5" fmla="*/ 929037 w 1574276"/>
                <a:gd name="connsiteY5" fmla="*/ 1021544 h 1039056"/>
                <a:gd name="connsiteX6" fmla="*/ 809218 w 1574276"/>
                <a:gd name="connsiteY6" fmla="*/ 1034491 h 1039056"/>
                <a:gd name="connsiteX7" fmla="*/ 804894 w 1574276"/>
                <a:gd name="connsiteY7" fmla="*/ 1027296 h 1039056"/>
                <a:gd name="connsiteX8" fmla="*/ 13542 w 1574276"/>
                <a:gd name="connsiteY8" fmla="*/ 491899 h 1039056"/>
                <a:gd name="connsiteX9" fmla="*/ 31756 w 1574276"/>
                <a:gd name="connsiteY9" fmla="*/ 153501 h 1039056"/>
                <a:gd name="connsiteX10" fmla="*/ 73936 w 1574276"/>
                <a:gd name="connsiteY10" fmla="*/ 95983 h 1039056"/>
                <a:gd name="connsiteX11" fmla="*/ 151585 w 1574276"/>
                <a:gd name="connsiteY11" fmla="*/ 127139 h 1039056"/>
                <a:gd name="connsiteX12" fmla="*/ 151585 w 1574276"/>
                <a:gd name="connsiteY12" fmla="*/ 173633 h 1039056"/>
                <a:gd name="connsiteX13" fmla="*/ 124264 w 1574276"/>
                <a:gd name="connsiteY13" fmla="*/ 281479 h 1039056"/>
                <a:gd name="connsiteX14" fmla="*/ 238342 w 1574276"/>
                <a:gd name="connsiteY14" fmla="*/ 713343 h 1039056"/>
                <a:gd name="connsiteX15" fmla="*/ 612209 w 1574276"/>
                <a:gd name="connsiteY15" fmla="*/ 918970 h 1039056"/>
                <a:gd name="connsiteX16" fmla="*/ 1174927 w 1574276"/>
                <a:gd name="connsiteY16" fmla="*/ 839404 h 1039056"/>
                <a:gd name="connsiteX17" fmla="*/ 1440468 w 1574276"/>
                <a:gd name="connsiteY17" fmla="*/ 476561 h 1039056"/>
                <a:gd name="connsiteX18" fmla="*/ 1385826 w 1574276"/>
                <a:gd name="connsiteY18" fmla="*/ 113718 h 1039056"/>
                <a:gd name="connsiteX19" fmla="*/ 1371926 w 1574276"/>
                <a:gd name="connsiteY19" fmla="*/ 89273 h 1039056"/>
                <a:gd name="connsiteX20" fmla="*/ 1372405 w 1574276"/>
                <a:gd name="connsiteY20" fmla="*/ 35589 h 1039056"/>
                <a:gd name="connsiteX21" fmla="*/ 1403561 w 1574276"/>
                <a:gd name="connsiteY21" fmla="*/ 5392 h 1039056"/>
                <a:gd name="connsiteX22" fmla="*/ 1425250 w 1574276"/>
                <a:gd name="connsiteY22" fmla="*/ 0 h 1039056"/>
                <a:gd name="connsiteX0" fmla="*/ 1425250 w 1574276"/>
                <a:gd name="connsiteY0" fmla="*/ 0 h 1043626"/>
                <a:gd name="connsiteX1" fmla="*/ 1446220 w 1574276"/>
                <a:gd name="connsiteY1" fmla="*/ 8268 h 1043626"/>
                <a:gd name="connsiteX2" fmla="*/ 1500862 w 1574276"/>
                <a:gd name="connsiteY2" fmla="*/ 77290 h 1043626"/>
                <a:gd name="connsiteX3" fmla="*/ 1505655 w 1574276"/>
                <a:gd name="connsiteY3" fmla="*/ 647198 h 1043626"/>
                <a:gd name="connsiteX4" fmla="*/ 1166299 w 1574276"/>
                <a:gd name="connsiteY4" fmla="*/ 969778 h 1043626"/>
                <a:gd name="connsiteX5" fmla="*/ 929037 w 1574276"/>
                <a:gd name="connsiteY5" fmla="*/ 1021544 h 1043626"/>
                <a:gd name="connsiteX6" fmla="*/ 809218 w 1574276"/>
                <a:gd name="connsiteY6" fmla="*/ 1034491 h 1043626"/>
                <a:gd name="connsiteX7" fmla="*/ 797750 w 1574276"/>
                <a:gd name="connsiteY7" fmla="*/ 1032059 h 1043626"/>
                <a:gd name="connsiteX8" fmla="*/ 13542 w 1574276"/>
                <a:gd name="connsiteY8" fmla="*/ 491899 h 1043626"/>
                <a:gd name="connsiteX9" fmla="*/ 31756 w 1574276"/>
                <a:gd name="connsiteY9" fmla="*/ 153501 h 1043626"/>
                <a:gd name="connsiteX10" fmla="*/ 73936 w 1574276"/>
                <a:gd name="connsiteY10" fmla="*/ 95983 h 1043626"/>
                <a:gd name="connsiteX11" fmla="*/ 151585 w 1574276"/>
                <a:gd name="connsiteY11" fmla="*/ 127139 h 1043626"/>
                <a:gd name="connsiteX12" fmla="*/ 151585 w 1574276"/>
                <a:gd name="connsiteY12" fmla="*/ 173633 h 1043626"/>
                <a:gd name="connsiteX13" fmla="*/ 124264 w 1574276"/>
                <a:gd name="connsiteY13" fmla="*/ 281479 h 1043626"/>
                <a:gd name="connsiteX14" fmla="*/ 238342 w 1574276"/>
                <a:gd name="connsiteY14" fmla="*/ 713343 h 1043626"/>
                <a:gd name="connsiteX15" fmla="*/ 612209 w 1574276"/>
                <a:gd name="connsiteY15" fmla="*/ 918970 h 1043626"/>
                <a:gd name="connsiteX16" fmla="*/ 1174927 w 1574276"/>
                <a:gd name="connsiteY16" fmla="*/ 839404 h 1043626"/>
                <a:gd name="connsiteX17" fmla="*/ 1440468 w 1574276"/>
                <a:gd name="connsiteY17" fmla="*/ 476561 h 1043626"/>
                <a:gd name="connsiteX18" fmla="*/ 1385826 w 1574276"/>
                <a:gd name="connsiteY18" fmla="*/ 113718 h 1043626"/>
                <a:gd name="connsiteX19" fmla="*/ 1371926 w 1574276"/>
                <a:gd name="connsiteY19" fmla="*/ 89273 h 1043626"/>
                <a:gd name="connsiteX20" fmla="*/ 1372405 w 1574276"/>
                <a:gd name="connsiteY20" fmla="*/ 35589 h 1043626"/>
                <a:gd name="connsiteX21" fmla="*/ 1403561 w 1574276"/>
                <a:gd name="connsiteY21" fmla="*/ 5392 h 1043626"/>
                <a:gd name="connsiteX22" fmla="*/ 1425250 w 1574276"/>
                <a:gd name="connsiteY22" fmla="*/ 0 h 1043626"/>
                <a:gd name="connsiteX0" fmla="*/ 1425250 w 1574276"/>
                <a:gd name="connsiteY0" fmla="*/ 0 h 1070884"/>
                <a:gd name="connsiteX1" fmla="*/ 1446220 w 1574276"/>
                <a:gd name="connsiteY1" fmla="*/ 8268 h 1070884"/>
                <a:gd name="connsiteX2" fmla="*/ 1500862 w 1574276"/>
                <a:gd name="connsiteY2" fmla="*/ 77290 h 1070884"/>
                <a:gd name="connsiteX3" fmla="*/ 1505655 w 1574276"/>
                <a:gd name="connsiteY3" fmla="*/ 647198 h 1070884"/>
                <a:gd name="connsiteX4" fmla="*/ 1166299 w 1574276"/>
                <a:gd name="connsiteY4" fmla="*/ 969778 h 1070884"/>
                <a:gd name="connsiteX5" fmla="*/ 929037 w 1574276"/>
                <a:gd name="connsiteY5" fmla="*/ 1021544 h 1070884"/>
                <a:gd name="connsiteX6" fmla="*/ 797750 w 1574276"/>
                <a:gd name="connsiteY6" fmla="*/ 1032059 h 1070884"/>
                <a:gd name="connsiteX7" fmla="*/ 13542 w 1574276"/>
                <a:gd name="connsiteY7" fmla="*/ 491899 h 1070884"/>
                <a:gd name="connsiteX8" fmla="*/ 31756 w 1574276"/>
                <a:gd name="connsiteY8" fmla="*/ 153501 h 1070884"/>
                <a:gd name="connsiteX9" fmla="*/ 73936 w 1574276"/>
                <a:gd name="connsiteY9" fmla="*/ 95983 h 1070884"/>
                <a:gd name="connsiteX10" fmla="*/ 151585 w 1574276"/>
                <a:gd name="connsiteY10" fmla="*/ 127139 h 1070884"/>
                <a:gd name="connsiteX11" fmla="*/ 151585 w 1574276"/>
                <a:gd name="connsiteY11" fmla="*/ 173633 h 1070884"/>
                <a:gd name="connsiteX12" fmla="*/ 124264 w 1574276"/>
                <a:gd name="connsiteY12" fmla="*/ 281479 h 1070884"/>
                <a:gd name="connsiteX13" fmla="*/ 238342 w 1574276"/>
                <a:gd name="connsiteY13" fmla="*/ 713343 h 1070884"/>
                <a:gd name="connsiteX14" fmla="*/ 612209 w 1574276"/>
                <a:gd name="connsiteY14" fmla="*/ 918970 h 1070884"/>
                <a:gd name="connsiteX15" fmla="*/ 1174927 w 1574276"/>
                <a:gd name="connsiteY15" fmla="*/ 839404 h 1070884"/>
                <a:gd name="connsiteX16" fmla="*/ 1440468 w 1574276"/>
                <a:gd name="connsiteY16" fmla="*/ 476561 h 1070884"/>
                <a:gd name="connsiteX17" fmla="*/ 1385826 w 1574276"/>
                <a:gd name="connsiteY17" fmla="*/ 113718 h 1070884"/>
                <a:gd name="connsiteX18" fmla="*/ 1371926 w 1574276"/>
                <a:gd name="connsiteY18" fmla="*/ 89273 h 1070884"/>
                <a:gd name="connsiteX19" fmla="*/ 1372405 w 1574276"/>
                <a:gd name="connsiteY19" fmla="*/ 35589 h 1070884"/>
                <a:gd name="connsiteX20" fmla="*/ 1403561 w 1574276"/>
                <a:gd name="connsiteY20" fmla="*/ 5392 h 1070884"/>
                <a:gd name="connsiteX21" fmla="*/ 1425250 w 1574276"/>
                <a:gd name="connsiteY21" fmla="*/ 0 h 1070884"/>
                <a:gd name="connsiteX0" fmla="*/ 1425250 w 1574276"/>
                <a:gd name="connsiteY0" fmla="*/ 0 h 1039446"/>
                <a:gd name="connsiteX1" fmla="*/ 1446220 w 1574276"/>
                <a:gd name="connsiteY1" fmla="*/ 8268 h 1039446"/>
                <a:gd name="connsiteX2" fmla="*/ 1500862 w 1574276"/>
                <a:gd name="connsiteY2" fmla="*/ 77290 h 1039446"/>
                <a:gd name="connsiteX3" fmla="*/ 1505655 w 1574276"/>
                <a:gd name="connsiteY3" fmla="*/ 647198 h 1039446"/>
                <a:gd name="connsiteX4" fmla="*/ 1166299 w 1574276"/>
                <a:gd name="connsiteY4" fmla="*/ 969778 h 1039446"/>
                <a:gd name="connsiteX5" fmla="*/ 929037 w 1574276"/>
                <a:gd name="connsiteY5" fmla="*/ 1021544 h 1039446"/>
                <a:gd name="connsiteX6" fmla="*/ 797750 w 1574276"/>
                <a:gd name="connsiteY6" fmla="*/ 1032059 h 1039446"/>
                <a:gd name="connsiteX7" fmla="*/ 13542 w 1574276"/>
                <a:gd name="connsiteY7" fmla="*/ 491899 h 1039446"/>
                <a:gd name="connsiteX8" fmla="*/ 31756 w 1574276"/>
                <a:gd name="connsiteY8" fmla="*/ 153501 h 1039446"/>
                <a:gd name="connsiteX9" fmla="*/ 73936 w 1574276"/>
                <a:gd name="connsiteY9" fmla="*/ 95983 h 1039446"/>
                <a:gd name="connsiteX10" fmla="*/ 151585 w 1574276"/>
                <a:gd name="connsiteY10" fmla="*/ 127139 h 1039446"/>
                <a:gd name="connsiteX11" fmla="*/ 151585 w 1574276"/>
                <a:gd name="connsiteY11" fmla="*/ 173633 h 1039446"/>
                <a:gd name="connsiteX12" fmla="*/ 124264 w 1574276"/>
                <a:gd name="connsiteY12" fmla="*/ 281479 h 1039446"/>
                <a:gd name="connsiteX13" fmla="*/ 238342 w 1574276"/>
                <a:gd name="connsiteY13" fmla="*/ 713343 h 1039446"/>
                <a:gd name="connsiteX14" fmla="*/ 612209 w 1574276"/>
                <a:gd name="connsiteY14" fmla="*/ 918970 h 1039446"/>
                <a:gd name="connsiteX15" fmla="*/ 1174927 w 1574276"/>
                <a:gd name="connsiteY15" fmla="*/ 839404 h 1039446"/>
                <a:gd name="connsiteX16" fmla="*/ 1440468 w 1574276"/>
                <a:gd name="connsiteY16" fmla="*/ 476561 h 1039446"/>
                <a:gd name="connsiteX17" fmla="*/ 1385826 w 1574276"/>
                <a:gd name="connsiteY17" fmla="*/ 113718 h 1039446"/>
                <a:gd name="connsiteX18" fmla="*/ 1371926 w 1574276"/>
                <a:gd name="connsiteY18" fmla="*/ 89273 h 1039446"/>
                <a:gd name="connsiteX19" fmla="*/ 1372405 w 1574276"/>
                <a:gd name="connsiteY19" fmla="*/ 35589 h 1039446"/>
                <a:gd name="connsiteX20" fmla="*/ 1403561 w 1574276"/>
                <a:gd name="connsiteY20" fmla="*/ 5392 h 1039446"/>
                <a:gd name="connsiteX21" fmla="*/ 1425250 w 1574276"/>
                <a:gd name="connsiteY21" fmla="*/ 0 h 1039446"/>
                <a:gd name="connsiteX0" fmla="*/ 1425250 w 1574276"/>
                <a:gd name="connsiteY0" fmla="*/ 0 h 1032286"/>
                <a:gd name="connsiteX1" fmla="*/ 1446220 w 1574276"/>
                <a:gd name="connsiteY1" fmla="*/ 8268 h 1032286"/>
                <a:gd name="connsiteX2" fmla="*/ 1500862 w 1574276"/>
                <a:gd name="connsiteY2" fmla="*/ 77290 h 1032286"/>
                <a:gd name="connsiteX3" fmla="*/ 1505655 w 1574276"/>
                <a:gd name="connsiteY3" fmla="*/ 647198 h 1032286"/>
                <a:gd name="connsiteX4" fmla="*/ 1166299 w 1574276"/>
                <a:gd name="connsiteY4" fmla="*/ 969778 h 1032286"/>
                <a:gd name="connsiteX5" fmla="*/ 929037 w 1574276"/>
                <a:gd name="connsiteY5" fmla="*/ 1021544 h 1032286"/>
                <a:gd name="connsiteX6" fmla="*/ 797750 w 1574276"/>
                <a:gd name="connsiteY6" fmla="*/ 1032059 h 1032286"/>
                <a:gd name="connsiteX7" fmla="*/ 13542 w 1574276"/>
                <a:gd name="connsiteY7" fmla="*/ 491899 h 1032286"/>
                <a:gd name="connsiteX8" fmla="*/ 31756 w 1574276"/>
                <a:gd name="connsiteY8" fmla="*/ 153501 h 1032286"/>
                <a:gd name="connsiteX9" fmla="*/ 73936 w 1574276"/>
                <a:gd name="connsiteY9" fmla="*/ 95983 h 1032286"/>
                <a:gd name="connsiteX10" fmla="*/ 151585 w 1574276"/>
                <a:gd name="connsiteY10" fmla="*/ 127139 h 1032286"/>
                <a:gd name="connsiteX11" fmla="*/ 151585 w 1574276"/>
                <a:gd name="connsiteY11" fmla="*/ 173633 h 1032286"/>
                <a:gd name="connsiteX12" fmla="*/ 124264 w 1574276"/>
                <a:gd name="connsiteY12" fmla="*/ 281479 h 1032286"/>
                <a:gd name="connsiteX13" fmla="*/ 238342 w 1574276"/>
                <a:gd name="connsiteY13" fmla="*/ 713343 h 1032286"/>
                <a:gd name="connsiteX14" fmla="*/ 612209 w 1574276"/>
                <a:gd name="connsiteY14" fmla="*/ 918970 h 1032286"/>
                <a:gd name="connsiteX15" fmla="*/ 1174927 w 1574276"/>
                <a:gd name="connsiteY15" fmla="*/ 839404 h 1032286"/>
                <a:gd name="connsiteX16" fmla="*/ 1440468 w 1574276"/>
                <a:gd name="connsiteY16" fmla="*/ 476561 h 1032286"/>
                <a:gd name="connsiteX17" fmla="*/ 1385826 w 1574276"/>
                <a:gd name="connsiteY17" fmla="*/ 113718 h 1032286"/>
                <a:gd name="connsiteX18" fmla="*/ 1371926 w 1574276"/>
                <a:gd name="connsiteY18" fmla="*/ 89273 h 1032286"/>
                <a:gd name="connsiteX19" fmla="*/ 1372405 w 1574276"/>
                <a:gd name="connsiteY19" fmla="*/ 35589 h 1032286"/>
                <a:gd name="connsiteX20" fmla="*/ 1403561 w 1574276"/>
                <a:gd name="connsiteY20" fmla="*/ 5392 h 1032286"/>
                <a:gd name="connsiteX21" fmla="*/ 1425250 w 1574276"/>
                <a:gd name="connsiteY21" fmla="*/ 0 h 1032286"/>
                <a:gd name="connsiteX0" fmla="*/ 1425250 w 1574276"/>
                <a:gd name="connsiteY0" fmla="*/ 0 h 1032456"/>
                <a:gd name="connsiteX1" fmla="*/ 1446220 w 1574276"/>
                <a:gd name="connsiteY1" fmla="*/ 8268 h 1032456"/>
                <a:gd name="connsiteX2" fmla="*/ 1500862 w 1574276"/>
                <a:gd name="connsiteY2" fmla="*/ 77290 h 1032456"/>
                <a:gd name="connsiteX3" fmla="*/ 1505655 w 1574276"/>
                <a:gd name="connsiteY3" fmla="*/ 647198 h 1032456"/>
                <a:gd name="connsiteX4" fmla="*/ 1166299 w 1574276"/>
                <a:gd name="connsiteY4" fmla="*/ 969778 h 1032456"/>
                <a:gd name="connsiteX5" fmla="*/ 929037 w 1574276"/>
                <a:gd name="connsiteY5" fmla="*/ 1021544 h 1032456"/>
                <a:gd name="connsiteX6" fmla="*/ 797750 w 1574276"/>
                <a:gd name="connsiteY6" fmla="*/ 1032059 h 1032456"/>
                <a:gd name="connsiteX7" fmla="*/ 13542 w 1574276"/>
                <a:gd name="connsiteY7" fmla="*/ 491899 h 1032456"/>
                <a:gd name="connsiteX8" fmla="*/ 31756 w 1574276"/>
                <a:gd name="connsiteY8" fmla="*/ 153501 h 1032456"/>
                <a:gd name="connsiteX9" fmla="*/ 73936 w 1574276"/>
                <a:gd name="connsiteY9" fmla="*/ 95983 h 1032456"/>
                <a:gd name="connsiteX10" fmla="*/ 151585 w 1574276"/>
                <a:gd name="connsiteY10" fmla="*/ 127139 h 1032456"/>
                <a:gd name="connsiteX11" fmla="*/ 151585 w 1574276"/>
                <a:gd name="connsiteY11" fmla="*/ 173633 h 1032456"/>
                <a:gd name="connsiteX12" fmla="*/ 124264 w 1574276"/>
                <a:gd name="connsiteY12" fmla="*/ 281479 h 1032456"/>
                <a:gd name="connsiteX13" fmla="*/ 238342 w 1574276"/>
                <a:gd name="connsiteY13" fmla="*/ 713343 h 1032456"/>
                <a:gd name="connsiteX14" fmla="*/ 612209 w 1574276"/>
                <a:gd name="connsiteY14" fmla="*/ 918970 h 1032456"/>
                <a:gd name="connsiteX15" fmla="*/ 1174927 w 1574276"/>
                <a:gd name="connsiteY15" fmla="*/ 839404 h 1032456"/>
                <a:gd name="connsiteX16" fmla="*/ 1440468 w 1574276"/>
                <a:gd name="connsiteY16" fmla="*/ 476561 h 1032456"/>
                <a:gd name="connsiteX17" fmla="*/ 1385826 w 1574276"/>
                <a:gd name="connsiteY17" fmla="*/ 113718 h 1032456"/>
                <a:gd name="connsiteX18" fmla="*/ 1371926 w 1574276"/>
                <a:gd name="connsiteY18" fmla="*/ 89273 h 1032456"/>
                <a:gd name="connsiteX19" fmla="*/ 1372405 w 1574276"/>
                <a:gd name="connsiteY19" fmla="*/ 35589 h 1032456"/>
                <a:gd name="connsiteX20" fmla="*/ 1403561 w 1574276"/>
                <a:gd name="connsiteY20" fmla="*/ 5392 h 1032456"/>
                <a:gd name="connsiteX21" fmla="*/ 1425250 w 1574276"/>
                <a:gd name="connsiteY21" fmla="*/ 0 h 1032456"/>
                <a:gd name="connsiteX0" fmla="*/ 1425250 w 1574276"/>
                <a:gd name="connsiteY0" fmla="*/ 0 h 1032095"/>
                <a:gd name="connsiteX1" fmla="*/ 1446220 w 1574276"/>
                <a:gd name="connsiteY1" fmla="*/ 8268 h 1032095"/>
                <a:gd name="connsiteX2" fmla="*/ 1500862 w 1574276"/>
                <a:gd name="connsiteY2" fmla="*/ 77290 h 1032095"/>
                <a:gd name="connsiteX3" fmla="*/ 1505655 w 1574276"/>
                <a:gd name="connsiteY3" fmla="*/ 647198 h 1032095"/>
                <a:gd name="connsiteX4" fmla="*/ 1166299 w 1574276"/>
                <a:gd name="connsiteY4" fmla="*/ 969778 h 1032095"/>
                <a:gd name="connsiteX5" fmla="*/ 929037 w 1574276"/>
                <a:gd name="connsiteY5" fmla="*/ 1021544 h 1032095"/>
                <a:gd name="connsiteX6" fmla="*/ 797750 w 1574276"/>
                <a:gd name="connsiteY6" fmla="*/ 1032059 h 1032095"/>
                <a:gd name="connsiteX7" fmla="*/ 13542 w 1574276"/>
                <a:gd name="connsiteY7" fmla="*/ 491899 h 1032095"/>
                <a:gd name="connsiteX8" fmla="*/ 31756 w 1574276"/>
                <a:gd name="connsiteY8" fmla="*/ 153501 h 1032095"/>
                <a:gd name="connsiteX9" fmla="*/ 73936 w 1574276"/>
                <a:gd name="connsiteY9" fmla="*/ 95983 h 1032095"/>
                <a:gd name="connsiteX10" fmla="*/ 151585 w 1574276"/>
                <a:gd name="connsiteY10" fmla="*/ 127139 h 1032095"/>
                <a:gd name="connsiteX11" fmla="*/ 151585 w 1574276"/>
                <a:gd name="connsiteY11" fmla="*/ 173633 h 1032095"/>
                <a:gd name="connsiteX12" fmla="*/ 124264 w 1574276"/>
                <a:gd name="connsiteY12" fmla="*/ 281479 h 1032095"/>
                <a:gd name="connsiteX13" fmla="*/ 238342 w 1574276"/>
                <a:gd name="connsiteY13" fmla="*/ 713343 h 1032095"/>
                <a:gd name="connsiteX14" fmla="*/ 612209 w 1574276"/>
                <a:gd name="connsiteY14" fmla="*/ 918970 h 1032095"/>
                <a:gd name="connsiteX15" fmla="*/ 1174927 w 1574276"/>
                <a:gd name="connsiteY15" fmla="*/ 839404 h 1032095"/>
                <a:gd name="connsiteX16" fmla="*/ 1440468 w 1574276"/>
                <a:gd name="connsiteY16" fmla="*/ 476561 h 1032095"/>
                <a:gd name="connsiteX17" fmla="*/ 1385826 w 1574276"/>
                <a:gd name="connsiteY17" fmla="*/ 113718 h 1032095"/>
                <a:gd name="connsiteX18" fmla="*/ 1371926 w 1574276"/>
                <a:gd name="connsiteY18" fmla="*/ 89273 h 1032095"/>
                <a:gd name="connsiteX19" fmla="*/ 1372405 w 1574276"/>
                <a:gd name="connsiteY19" fmla="*/ 35589 h 1032095"/>
                <a:gd name="connsiteX20" fmla="*/ 1403561 w 1574276"/>
                <a:gd name="connsiteY20" fmla="*/ 5392 h 1032095"/>
                <a:gd name="connsiteX21" fmla="*/ 1425250 w 1574276"/>
                <a:gd name="connsiteY21" fmla="*/ 0 h 1032095"/>
                <a:gd name="connsiteX0" fmla="*/ 1425250 w 1574276"/>
                <a:gd name="connsiteY0" fmla="*/ 0 h 1034834"/>
                <a:gd name="connsiteX1" fmla="*/ 1446220 w 1574276"/>
                <a:gd name="connsiteY1" fmla="*/ 8268 h 1034834"/>
                <a:gd name="connsiteX2" fmla="*/ 1500862 w 1574276"/>
                <a:gd name="connsiteY2" fmla="*/ 77290 h 1034834"/>
                <a:gd name="connsiteX3" fmla="*/ 1505655 w 1574276"/>
                <a:gd name="connsiteY3" fmla="*/ 647198 h 1034834"/>
                <a:gd name="connsiteX4" fmla="*/ 1166299 w 1574276"/>
                <a:gd name="connsiteY4" fmla="*/ 969778 h 1034834"/>
                <a:gd name="connsiteX5" fmla="*/ 929037 w 1574276"/>
                <a:gd name="connsiteY5" fmla="*/ 1021544 h 1034834"/>
                <a:gd name="connsiteX6" fmla="*/ 797750 w 1574276"/>
                <a:gd name="connsiteY6" fmla="*/ 1032059 h 1034834"/>
                <a:gd name="connsiteX7" fmla="*/ 13542 w 1574276"/>
                <a:gd name="connsiteY7" fmla="*/ 491899 h 1034834"/>
                <a:gd name="connsiteX8" fmla="*/ 31756 w 1574276"/>
                <a:gd name="connsiteY8" fmla="*/ 153501 h 1034834"/>
                <a:gd name="connsiteX9" fmla="*/ 73936 w 1574276"/>
                <a:gd name="connsiteY9" fmla="*/ 95983 h 1034834"/>
                <a:gd name="connsiteX10" fmla="*/ 151585 w 1574276"/>
                <a:gd name="connsiteY10" fmla="*/ 127139 h 1034834"/>
                <a:gd name="connsiteX11" fmla="*/ 151585 w 1574276"/>
                <a:gd name="connsiteY11" fmla="*/ 173633 h 1034834"/>
                <a:gd name="connsiteX12" fmla="*/ 124264 w 1574276"/>
                <a:gd name="connsiteY12" fmla="*/ 281479 h 1034834"/>
                <a:gd name="connsiteX13" fmla="*/ 238342 w 1574276"/>
                <a:gd name="connsiteY13" fmla="*/ 713343 h 1034834"/>
                <a:gd name="connsiteX14" fmla="*/ 612209 w 1574276"/>
                <a:gd name="connsiteY14" fmla="*/ 918970 h 1034834"/>
                <a:gd name="connsiteX15" fmla="*/ 1174927 w 1574276"/>
                <a:gd name="connsiteY15" fmla="*/ 839404 h 1034834"/>
                <a:gd name="connsiteX16" fmla="*/ 1440468 w 1574276"/>
                <a:gd name="connsiteY16" fmla="*/ 476561 h 1034834"/>
                <a:gd name="connsiteX17" fmla="*/ 1385826 w 1574276"/>
                <a:gd name="connsiteY17" fmla="*/ 113718 h 1034834"/>
                <a:gd name="connsiteX18" fmla="*/ 1371926 w 1574276"/>
                <a:gd name="connsiteY18" fmla="*/ 89273 h 1034834"/>
                <a:gd name="connsiteX19" fmla="*/ 1372405 w 1574276"/>
                <a:gd name="connsiteY19" fmla="*/ 35589 h 1034834"/>
                <a:gd name="connsiteX20" fmla="*/ 1403561 w 1574276"/>
                <a:gd name="connsiteY20" fmla="*/ 5392 h 1034834"/>
                <a:gd name="connsiteX21" fmla="*/ 1425250 w 1574276"/>
                <a:gd name="connsiteY21" fmla="*/ 0 h 1034834"/>
                <a:gd name="connsiteX0" fmla="*/ 1425250 w 1574276"/>
                <a:gd name="connsiteY0" fmla="*/ 0 h 1033354"/>
                <a:gd name="connsiteX1" fmla="*/ 1446220 w 1574276"/>
                <a:gd name="connsiteY1" fmla="*/ 8268 h 1033354"/>
                <a:gd name="connsiteX2" fmla="*/ 1500862 w 1574276"/>
                <a:gd name="connsiteY2" fmla="*/ 77290 h 1033354"/>
                <a:gd name="connsiteX3" fmla="*/ 1505655 w 1574276"/>
                <a:gd name="connsiteY3" fmla="*/ 647198 h 1033354"/>
                <a:gd name="connsiteX4" fmla="*/ 1166299 w 1574276"/>
                <a:gd name="connsiteY4" fmla="*/ 969778 h 1033354"/>
                <a:gd name="connsiteX5" fmla="*/ 929037 w 1574276"/>
                <a:gd name="connsiteY5" fmla="*/ 1021544 h 1033354"/>
                <a:gd name="connsiteX6" fmla="*/ 797750 w 1574276"/>
                <a:gd name="connsiteY6" fmla="*/ 1032059 h 1033354"/>
                <a:gd name="connsiteX7" fmla="*/ 13542 w 1574276"/>
                <a:gd name="connsiteY7" fmla="*/ 491899 h 1033354"/>
                <a:gd name="connsiteX8" fmla="*/ 31756 w 1574276"/>
                <a:gd name="connsiteY8" fmla="*/ 153501 h 1033354"/>
                <a:gd name="connsiteX9" fmla="*/ 73936 w 1574276"/>
                <a:gd name="connsiteY9" fmla="*/ 95983 h 1033354"/>
                <a:gd name="connsiteX10" fmla="*/ 151585 w 1574276"/>
                <a:gd name="connsiteY10" fmla="*/ 127139 h 1033354"/>
                <a:gd name="connsiteX11" fmla="*/ 151585 w 1574276"/>
                <a:gd name="connsiteY11" fmla="*/ 173633 h 1033354"/>
                <a:gd name="connsiteX12" fmla="*/ 124264 w 1574276"/>
                <a:gd name="connsiteY12" fmla="*/ 281479 h 1033354"/>
                <a:gd name="connsiteX13" fmla="*/ 238342 w 1574276"/>
                <a:gd name="connsiteY13" fmla="*/ 713343 h 1033354"/>
                <a:gd name="connsiteX14" fmla="*/ 612209 w 1574276"/>
                <a:gd name="connsiteY14" fmla="*/ 918970 h 1033354"/>
                <a:gd name="connsiteX15" fmla="*/ 1174927 w 1574276"/>
                <a:gd name="connsiteY15" fmla="*/ 839404 h 1033354"/>
                <a:gd name="connsiteX16" fmla="*/ 1440468 w 1574276"/>
                <a:gd name="connsiteY16" fmla="*/ 476561 h 1033354"/>
                <a:gd name="connsiteX17" fmla="*/ 1385826 w 1574276"/>
                <a:gd name="connsiteY17" fmla="*/ 113718 h 1033354"/>
                <a:gd name="connsiteX18" fmla="*/ 1371926 w 1574276"/>
                <a:gd name="connsiteY18" fmla="*/ 89273 h 1033354"/>
                <a:gd name="connsiteX19" fmla="*/ 1372405 w 1574276"/>
                <a:gd name="connsiteY19" fmla="*/ 35589 h 1033354"/>
                <a:gd name="connsiteX20" fmla="*/ 1403561 w 1574276"/>
                <a:gd name="connsiteY20" fmla="*/ 5392 h 1033354"/>
                <a:gd name="connsiteX21" fmla="*/ 1425250 w 1574276"/>
                <a:gd name="connsiteY21" fmla="*/ 0 h 1033354"/>
                <a:gd name="connsiteX0" fmla="*/ 1425250 w 1574276"/>
                <a:gd name="connsiteY0" fmla="*/ 0 h 1033354"/>
                <a:gd name="connsiteX1" fmla="*/ 1446220 w 1574276"/>
                <a:gd name="connsiteY1" fmla="*/ 8268 h 1033354"/>
                <a:gd name="connsiteX2" fmla="*/ 1500862 w 1574276"/>
                <a:gd name="connsiteY2" fmla="*/ 77290 h 1033354"/>
                <a:gd name="connsiteX3" fmla="*/ 1505655 w 1574276"/>
                <a:gd name="connsiteY3" fmla="*/ 647198 h 1033354"/>
                <a:gd name="connsiteX4" fmla="*/ 1166299 w 1574276"/>
                <a:gd name="connsiteY4" fmla="*/ 969778 h 1033354"/>
                <a:gd name="connsiteX5" fmla="*/ 929037 w 1574276"/>
                <a:gd name="connsiteY5" fmla="*/ 1021544 h 1033354"/>
                <a:gd name="connsiteX6" fmla="*/ 797750 w 1574276"/>
                <a:gd name="connsiteY6" fmla="*/ 1032059 h 1033354"/>
                <a:gd name="connsiteX7" fmla="*/ 13542 w 1574276"/>
                <a:gd name="connsiteY7" fmla="*/ 491899 h 1033354"/>
                <a:gd name="connsiteX8" fmla="*/ 31756 w 1574276"/>
                <a:gd name="connsiteY8" fmla="*/ 153501 h 1033354"/>
                <a:gd name="connsiteX9" fmla="*/ 73936 w 1574276"/>
                <a:gd name="connsiteY9" fmla="*/ 95983 h 1033354"/>
                <a:gd name="connsiteX10" fmla="*/ 151585 w 1574276"/>
                <a:gd name="connsiteY10" fmla="*/ 127139 h 1033354"/>
                <a:gd name="connsiteX11" fmla="*/ 151585 w 1574276"/>
                <a:gd name="connsiteY11" fmla="*/ 173633 h 1033354"/>
                <a:gd name="connsiteX12" fmla="*/ 124264 w 1574276"/>
                <a:gd name="connsiteY12" fmla="*/ 281479 h 1033354"/>
                <a:gd name="connsiteX13" fmla="*/ 238342 w 1574276"/>
                <a:gd name="connsiteY13" fmla="*/ 713343 h 1033354"/>
                <a:gd name="connsiteX14" fmla="*/ 612209 w 1574276"/>
                <a:gd name="connsiteY14" fmla="*/ 918970 h 1033354"/>
                <a:gd name="connsiteX15" fmla="*/ 1174927 w 1574276"/>
                <a:gd name="connsiteY15" fmla="*/ 839404 h 1033354"/>
                <a:gd name="connsiteX16" fmla="*/ 1440468 w 1574276"/>
                <a:gd name="connsiteY16" fmla="*/ 476561 h 1033354"/>
                <a:gd name="connsiteX17" fmla="*/ 1385826 w 1574276"/>
                <a:gd name="connsiteY17" fmla="*/ 113718 h 1033354"/>
                <a:gd name="connsiteX18" fmla="*/ 1371926 w 1574276"/>
                <a:gd name="connsiteY18" fmla="*/ 89273 h 1033354"/>
                <a:gd name="connsiteX19" fmla="*/ 1372405 w 1574276"/>
                <a:gd name="connsiteY19" fmla="*/ 35589 h 1033354"/>
                <a:gd name="connsiteX20" fmla="*/ 1403561 w 1574276"/>
                <a:gd name="connsiteY20" fmla="*/ 5392 h 1033354"/>
                <a:gd name="connsiteX21" fmla="*/ 1425250 w 1574276"/>
                <a:gd name="connsiteY21" fmla="*/ 0 h 103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74276" h="1033354">
                  <a:moveTo>
                    <a:pt x="1425250" y="0"/>
                  </a:moveTo>
                  <a:cubicBezTo>
                    <a:pt x="1432440" y="0"/>
                    <a:pt x="1439510" y="2277"/>
                    <a:pt x="1446220" y="8268"/>
                  </a:cubicBezTo>
                  <a:cubicBezTo>
                    <a:pt x="1476417" y="21689"/>
                    <a:pt x="1487441" y="50927"/>
                    <a:pt x="1500862" y="77290"/>
                  </a:cubicBezTo>
                  <a:cubicBezTo>
                    <a:pt x="1597205" y="266141"/>
                    <a:pt x="1598643" y="456909"/>
                    <a:pt x="1505655" y="647198"/>
                  </a:cubicBezTo>
                  <a:cubicBezTo>
                    <a:pt x="1433279" y="795786"/>
                    <a:pt x="1317284" y="900277"/>
                    <a:pt x="1166299" y="969778"/>
                  </a:cubicBezTo>
                  <a:cubicBezTo>
                    <a:pt x="1080981" y="1003330"/>
                    <a:pt x="999987" y="1013545"/>
                    <a:pt x="929037" y="1021544"/>
                  </a:cubicBezTo>
                  <a:cubicBezTo>
                    <a:pt x="858087" y="1029543"/>
                    <a:pt x="854856" y="1029686"/>
                    <a:pt x="797750" y="1032059"/>
                  </a:cubicBezTo>
                  <a:cubicBezTo>
                    <a:pt x="371206" y="1049784"/>
                    <a:pt x="87357" y="886377"/>
                    <a:pt x="13542" y="491899"/>
                  </a:cubicBezTo>
                  <a:cubicBezTo>
                    <a:pt x="-8027" y="377342"/>
                    <a:pt x="-5151" y="264703"/>
                    <a:pt x="31756" y="153501"/>
                  </a:cubicBezTo>
                  <a:cubicBezTo>
                    <a:pt x="39425" y="130015"/>
                    <a:pt x="47573" y="106049"/>
                    <a:pt x="73936" y="95983"/>
                  </a:cubicBezTo>
                  <a:cubicBezTo>
                    <a:pt x="110843" y="81124"/>
                    <a:pt x="131454" y="89273"/>
                    <a:pt x="151585" y="127139"/>
                  </a:cubicBezTo>
                  <a:cubicBezTo>
                    <a:pt x="158775" y="142477"/>
                    <a:pt x="157337" y="157815"/>
                    <a:pt x="151585" y="173633"/>
                  </a:cubicBezTo>
                  <a:cubicBezTo>
                    <a:pt x="139123" y="208623"/>
                    <a:pt x="128578" y="244092"/>
                    <a:pt x="124264" y="281479"/>
                  </a:cubicBezTo>
                  <a:cubicBezTo>
                    <a:pt x="103654" y="441091"/>
                    <a:pt x="139123" y="586324"/>
                    <a:pt x="238342" y="713343"/>
                  </a:cubicBezTo>
                  <a:cubicBezTo>
                    <a:pt x="332767" y="834611"/>
                    <a:pt x="460745" y="899318"/>
                    <a:pt x="612209" y="918970"/>
                  </a:cubicBezTo>
                  <a:cubicBezTo>
                    <a:pt x="687941" y="928557"/>
                    <a:pt x="1002373" y="925681"/>
                    <a:pt x="1174927" y="839404"/>
                  </a:cubicBezTo>
                  <a:cubicBezTo>
                    <a:pt x="1303863" y="754085"/>
                    <a:pt x="1405478" y="630422"/>
                    <a:pt x="1440468" y="476561"/>
                  </a:cubicBezTo>
                  <a:cubicBezTo>
                    <a:pt x="1469707" y="349062"/>
                    <a:pt x="1451013" y="227316"/>
                    <a:pt x="1385826" y="113718"/>
                  </a:cubicBezTo>
                  <a:cubicBezTo>
                    <a:pt x="1381033" y="105570"/>
                    <a:pt x="1376240" y="97421"/>
                    <a:pt x="1371926" y="89273"/>
                  </a:cubicBezTo>
                  <a:cubicBezTo>
                    <a:pt x="1362819" y="71059"/>
                    <a:pt x="1361860" y="53324"/>
                    <a:pt x="1372405" y="35589"/>
                  </a:cubicBezTo>
                  <a:cubicBezTo>
                    <a:pt x="1381033" y="23606"/>
                    <a:pt x="1389661" y="11623"/>
                    <a:pt x="1403561" y="5392"/>
                  </a:cubicBezTo>
                  <a:cubicBezTo>
                    <a:pt x="1410751" y="2277"/>
                    <a:pt x="1418060" y="0"/>
                    <a:pt x="1425250" y="0"/>
                  </a:cubicBezTo>
                  <a:close/>
                </a:path>
              </a:pathLst>
            </a:custGeom>
            <a:solidFill>
              <a:schemeClr val="accent3"/>
            </a:solidFill>
            <a:ln w="478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9BCEB50-B3F2-485F-8E07-3D38080816DC}"/>
                </a:ext>
              </a:extLst>
            </p:cNvPr>
            <p:cNvSpPr/>
            <p:nvPr/>
          </p:nvSpPr>
          <p:spPr>
            <a:xfrm>
              <a:off x="1217010" y="833820"/>
              <a:ext cx="790873" cy="920288"/>
            </a:xfrm>
            <a:custGeom>
              <a:avLst/>
              <a:gdLst>
                <a:gd name="connsiteX0" fmla="*/ 792790 w 790872"/>
                <a:gd name="connsiteY0" fmla="*/ 894885 h 920288"/>
                <a:gd name="connsiteX1" fmla="*/ 722331 w 790872"/>
                <a:gd name="connsiteY1" fmla="*/ 923644 h 920288"/>
                <a:gd name="connsiteX2" fmla="*/ 707951 w 790872"/>
                <a:gd name="connsiteY2" fmla="*/ 904471 h 920288"/>
                <a:gd name="connsiteX3" fmla="*/ 583329 w 790872"/>
                <a:gd name="connsiteY3" fmla="*/ 645161 h 920288"/>
                <a:gd name="connsiteX4" fmla="*/ 425154 w 790872"/>
                <a:gd name="connsiteY4" fmla="*/ 363322 h 920288"/>
                <a:gd name="connsiteX5" fmla="*/ 307721 w 790872"/>
                <a:gd name="connsiteY5" fmla="*/ 220006 h 920288"/>
                <a:gd name="connsiteX6" fmla="*/ 15817 w 790872"/>
                <a:gd name="connsiteY6" fmla="*/ 65187 h 920288"/>
                <a:gd name="connsiteX7" fmla="*/ 0 w 790872"/>
                <a:gd name="connsiteY7" fmla="*/ 58956 h 920288"/>
                <a:gd name="connsiteX8" fmla="*/ 46973 w 790872"/>
                <a:gd name="connsiteY8" fmla="*/ 38345 h 920288"/>
                <a:gd name="connsiteX9" fmla="*/ 70939 w 790872"/>
                <a:gd name="connsiteY9" fmla="*/ 10066 h 920288"/>
                <a:gd name="connsiteX10" fmla="*/ 78129 w 790872"/>
                <a:gd name="connsiteY10" fmla="*/ 0 h 920288"/>
                <a:gd name="connsiteX11" fmla="*/ 79087 w 790872"/>
                <a:gd name="connsiteY11" fmla="*/ 33552 h 920288"/>
                <a:gd name="connsiteX12" fmla="*/ 107846 w 790872"/>
                <a:gd name="connsiteY12" fmla="*/ 63749 h 920288"/>
                <a:gd name="connsiteX13" fmla="*/ 234386 w 790872"/>
                <a:gd name="connsiteY13" fmla="*/ 57039 h 920288"/>
                <a:gd name="connsiteX14" fmla="*/ 249724 w 790872"/>
                <a:gd name="connsiteY14" fmla="*/ 72377 h 920288"/>
                <a:gd name="connsiteX15" fmla="*/ 464458 w 790872"/>
                <a:gd name="connsiteY15" fmla="*/ 278962 h 920288"/>
                <a:gd name="connsiteX16" fmla="*/ 621674 w 790872"/>
                <a:gd name="connsiteY16" fmla="*/ 544504 h 920288"/>
                <a:gd name="connsiteX17" fmla="*/ 784162 w 790872"/>
                <a:gd name="connsiteY17" fmla="*/ 869481 h 920288"/>
                <a:gd name="connsiteX18" fmla="*/ 792790 w 790872"/>
                <a:gd name="connsiteY18" fmla="*/ 894885 h 920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90872" h="920288">
                  <a:moveTo>
                    <a:pt x="792790" y="894885"/>
                  </a:moveTo>
                  <a:cubicBezTo>
                    <a:pt x="760676" y="883860"/>
                    <a:pt x="739586" y="898240"/>
                    <a:pt x="722331" y="923644"/>
                  </a:cubicBezTo>
                  <a:cubicBezTo>
                    <a:pt x="713224" y="920768"/>
                    <a:pt x="711306" y="911661"/>
                    <a:pt x="707951" y="904471"/>
                  </a:cubicBezTo>
                  <a:cubicBezTo>
                    <a:pt x="668647" y="816756"/>
                    <a:pt x="626946" y="730479"/>
                    <a:pt x="583329" y="645161"/>
                  </a:cubicBezTo>
                  <a:cubicBezTo>
                    <a:pt x="533959" y="549297"/>
                    <a:pt x="485548" y="452954"/>
                    <a:pt x="425154" y="363322"/>
                  </a:cubicBezTo>
                  <a:cubicBezTo>
                    <a:pt x="390164" y="312035"/>
                    <a:pt x="352777" y="262666"/>
                    <a:pt x="307721" y="220006"/>
                  </a:cubicBezTo>
                  <a:cubicBezTo>
                    <a:pt x="224800" y="141398"/>
                    <a:pt x="130374" y="84360"/>
                    <a:pt x="15817" y="65187"/>
                  </a:cubicBezTo>
                  <a:cubicBezTo>
                    <a:pt x="10066" y="64228"/>
                    <a:pt x="3835" y="65187"/>
                    <a:pt x="0" y="58956"/>
                  </a:cubicBezTo>
                  <a:cubicBezTo>
                    <a:pt x="12942" y="45535"/>
                    <a:pt x="30676" y="43139"/>
                    <a:pt x="46973" y="38345"/>
                  </a:cubicBezTo>
                  <a:cubicBezTo>
                    <a:pt x="61832" y="33552"/>
                    <a:pt x="72856" y="28280"/>
                    <a:pt x="70939" y="10066"/>
                  </a:cubicBezTo>
                  <a:cubicBezTo>
                    <a:pt x="70460" y="6231"/>
                    <a:pt x="71418" y="479"/>
                    <a:pt x="78129" y="0"/>
                  </a:cubicBezTo>
                  <a:cubicBezTo>
                    <a:pt x="79087" y="11024"/>
                    <a:pt x="80046" y="22049"/>
                    <a:pt x="79087" y="33552"/>
                  </a:cubicBezTo>
                  <a:cubicBezTo>
                    <a:pt x="77170" y="57518"/>
                    <a:pt x="83880" y="64708"/>
                    <a:pt x="107846" y="63749"/>
                  </a:cubicBezTo>
                  <a:cubicBezTo>
                    <a:pt x="150026" y="61832"/>
                    <a:pt x="192206" y="59435"/>
                    <a:pt x="234386" y="57039"/>
                  </a:cubicBezTo>
                  <a:cubicBezTo>
                    <a:pt x="233907" y="67104"/>
                    <a:pt x="243972" y="68542"/>
                    <a:pt x="249724" y="72377"/>
                  </a:cubicBezTo>
                  <a:cubicBezTo>
                    <a:pt x="335042" y="127498"/>
                    <a:pt x="404064" y="198437"/>
                    <a:pt x="464458" y="278962"/>
                  </a:cubicBezTo>
                  <a:cubicBezTo>
                    <a:pt x="526290" y="361884"/>
                    <a:pt x="573742" y="453434"/>
                    <a:pt x="621674" y="544504"/>
                  </a:cubicBezTo>
                  <a:cubicBezTo>
                    <a:pt x="677754" y="651871"/>
                    <a:pt x="731437" y="760676"/>
                    <a:pt x="784162" y="869481"/>
                  </a:cubicBezTo>
                  <a:cubicBezTo>
                    <a:pt x="787518" y="878108"/>
                    <a:pt x="793269" y="885778"/>
                    <a:pt x="792790" y="894885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6AFA7C7-FD10-4404-BE89-67B24C1B45BF}"/>
                </a:ext>
              </a:extLst>
            </p:cNvPr>
            <p:cNvSpPr/>
            <p:nvPr/>
          </p:nvSpPr>
          <p:spPr>
            <a:xfrm>
              <a:off x="637516" y="792599"/>
              <a:ext cx="656664" cy="1054497"/>
            </a:xfrm>
            <a:custGeom>
              <a:avLst/>
              <a:gdLst>
                <a:gd name="connsiteX0" fmla="*/ 657143 w 656664"/>
                <a:gd name="connsiteY0" fmla="*/ 42180 h 1054497"/>
                <a:gd name="connsiteX1" fmla="*/ 654747 w 656664"/>
                <a:gd name="connsiteY1" fmla="*/ 46494 h 1054497"/>
                <a:gd name="connsiteX2" fmla="*/ 622633 w 656664"/>
                <a:gd name="connsiteY2" fmla="*/ 86756 h 1054497"/>
                <a:gd name="connsiteX3" fmla="*/ 579973 w 656664"/>
                <a:gd name="connsiteY3" fmla="*/ 102094 h 1054497"/>
                <a:gd name="connsiteX4" fmla="*/ 535397 w 656664"/>
                <a:gd name="connsiteY4" fmla="*/ 132291 h 1054497"/>
                <a:gd name="connsiteX5" fmla="*/ 389685 w 656664"/>
                <a:gd name="connsiteY5" fmla="*/ 256435 h 1054497"/>
                <a:gd name="connsiteX6" fmla="*/ 228634 w 656664"/>
                <a:gd name="connsiteY6" fmla="*/ 555049 h 1054497"/>
                <a:gd name="connsiteX7" fmla="*/ 92029 w 656664"/>
                <a:gd name="connsiteY7" fmla="*/ 996979 h 1054497"/>
                <a:gd name="connsiteX8" fmla="*/ 74294 w 656664"/>
                <a:gd name="connsiteY8" fmla="*/ 1057373 h 1054497"/>
                <a:gd name="connsiteX9" fmla="*/ 0 w 656664"/>
                <a:gd name="connsiteY9" fmla="*/ 1025259 h 1054497"/>
                <a:gd name="connsiteX10" fmla="*/ 9107 w 656664"/>
                <a:gd name="connsiteY10" fmla="*/ 1009441 h 1054497"/>
                <a:gd name="connsiteX11" fmla="*/ 130854 w 656664"/>
                <a:gd name="connsiteY11" fmla="*/ 601063 h 1054497"/>
                <a:gd name="connsiteX12" fmla="*/ 286152 w 656664"/>
                <a:gd name="connsiteY12" fmla="*/ 266500 h 1054497"/>
                <a:gd name="connsiteX13" fmla="*/ 382495 w 656664"/>
                <a:gd name="connsiteY13" fmla="*/ 153381 h 1054497"/>
                <a:gd name="connsiteX14" fmla="*/ 363802 w 656664"/>
                <a:gd name="connsiteY14" fmla="*/ 151464 h 1054497"/>
                <a:gd name="connsiteX15" fmla="*/ 366198 w 656664"/>
                <a:gd name="connsiteY15" fmla="*/ 147150 h 1054497"/>
                <a:gd name="connsiteX16" fmla="*/ 416047 w 656664"/>
                <a:gd name="connsiteY16" fmla="*/ 115995 h 1054497"/>
                <a:gd name="connsiteX17" fmla="*/ 546421 w 656664"/>
                <a:gd name="connsiteY17" fmla="*/ 32594 h 1054497"/>
                <a:gd name="connsiteX18" fmla="*/ 551694 w 656664"/>
                <a:gd name="connsiteY18" fmla="*/ 32114 h 1054497"/>
                <a:gd name="connsiteX19" fmla="*/ 654747 w 656664"/>
                <a:gd name="connsiteY19" fmla="*/ 0 h 1054497"/>
                <a:gd name="connsiteX20" fmla="*/ 657143 w 656664"/>
                <a:gd name="connsiteY20" fmla="*/ 42180 h 1054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56664" h="1054497">
                  <a:moveTo>
                    <a:pt x="657143" y="42180"/>
                  </a:moveTo>
                  <a:cubicBezTo>
                    <a:pt x="656185" y="43618"/>
                    <a:pt x="654267" y="45535"/>
                    <a:pt x="654747" y="46494"/>
                  </a:cubicBezTo>
                  <a:cubicBezTo>
                    <a:pt x="660019" y="72856"/>
                    <a:pt x="645640" y="81963"/>
                    <a:pt x="622633" y="86756"/>
                  </a:cubicBezTo>
                  <a:cubicBezTo>
                    <a:pt x="608253" y="89632"/>
                    <a:pt x="594353" y="96822"/>
                    <a:pt x="579973" y="102094"/>
                  </a:cubicBezTo>
                  <a:cubicBezTo>
                    <a:pt x="569428" y="118391"/>
                    <a:pt x="551214" y="123664"/>
                    <a:pt x="535397" y="132291"/>
                  </a:cubicBezTo>
                  <a:cubicBezTo>
                    <a:pt x="477879" y="163447"/>
                    <a:pt x="431385" y="206106"/>
                    <a:pt x="389685" y="256435"/>
                  </a:cubicBezTo>
                  <a:cubicBezTo>
                    <a:pt x="315870" y="345108"/>
                    <a:pt x="266979" y="447203"/>
                    <a:pt x="228634" y="555049"/>
                  </a:cubicBezTo>
                  <a:cubicBezTo>
                    <a:pt x="176389" y="700282"/>
                    <a:pt x="132291" y="847912"/>
                    <a:pt x="92029" y="996979"/>
                  </a:cubicBezTo>
                  <a:cubicBezTo>
                    <a:pt x="86756" y="1017110"/>
                    <a:pt x="83880" y="1038200"/>
                    <a:pt x="74294" y="1057373"/>
                  </a:cubicBezTo>
                  <a:cubicBezTo>
                    <a:pt x="58477" y="1026217"/>
                    <a:pt x="33552" y="1016152"/>
                    <a:pt x="0" y="1025259"/>
                  </a:cubicBezTo>
                  <a:cubicBezTo>
                    <a:pt x="6231" y="1021904"/>
                    <a:pt x="7190" y="1015672"/>
                    <a:pt x="9107" y="1009441"/>
                  </a:cubicBezTo>
                  <a:cubicBezTo>
                    <a:pt x="46014" y="872357"/>
                    <a:pt x="85318" y="735751"/>
                    <a:pt x="130854" y="601063"/>
                  </a:cubicBezTo>
                  <a:cubicBezTo>
                    <a:pt x="170637" y="484110"/>
                    <a:pt x="215693" y="369074"/>
                    <a:pt x="286152" y="266500"/>
                  </a:cubicBezTo>
                  <a:cubicBezTo>
                    <a:pt x="313953" y="226238"/>
                    <a:pt x="345108" y="189330"/>
                    <a:pt x="382495" y="153381"/>
                  </a:cubicBezTo>
                  <a:cubicBezTo>
                    <a:pt x="374826" y="152423"/>
                    <a:pt x="369074" y="151943"/>
                    <a:pt x="363802" y="151464"/>
                  </a:cubicBezTo>
                  <a:cubicBezTo>
                    <a:pt x="363802" y="149547"/>
                    <a:pt x="364760" y="147150"/>
                    <a:pt x="366198" y="147150"/>
                  </a:cubicBezTo>
                  <a:cubicBezTo>
                    <a:pt x="387767" y="144274"/>
                    <a:pt x="400709" y="128457"/>
                    <a:pt x="416047" y="115995"/>
                  </a:cubicBezTo>
                  <a:cubicBezTo>
                    <a:pt x="455830" y="82443"/>
                    <a:pt x="500886" y="57039"/>
                    <a:pt x="546421" y="32594"/>
                  </a:cubicBezTo>
                  <a:cubicBezTo>
                    <a:pt x="547859" y="31635"/>
                    <a:pt x="549776" y="31635"/>
                    <a:pt x="551694" y="32114"/>
                  </a:cubicBezTo>
                  <a:cubicBezTo>
                    <a:pt x="587163" y="24924"/>
                    <a:pt x="621195" y="12462"/>
                    <a:pt x="654747" y="0"/>
                  </a:cubicBezTo>
                  <a:cubicBezTo>
                    <a:pt x="658102" y="13421"/>
                    <a:pt x="657623" y="27800"/>
                    <a:pt x="657143" y="4218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1F38A33-9DD1-4FAB-8D34-324E8CC7D11E}"/>
                </a:ext>
              </a:extLst>
            </p:cNvPr>
            <p:cNvSpPr/>
            <p:nvPr/>
          </p:nvSpPr>
          <p:spPr>
            <a:xfrm>
              <a:off x="915646" y="781284"/>
              <a:ext cx="273211" cy="167761"/>
            </a:xfrm>
            <a:custGeom>
              <a:avLst/>
              <a:gdLst>
                <a:gd name="connsiteX0" fmla="*/ 273564 w 273210"/>
                <a:gd name="connsiteY0" fmla="*/ 42950 h 167760"/>
                <a:gd name="connsiteX1" fmla="*/ 258226 w 273210"/>
                <a:gd name="connsiteY1" fmla="*/ 54454 h 167760"/>
                <a:gd name="connsiteX2" fmla="*/ 120662 w 273210"/>
                <a:gd name="connsiteY2" fmla="*/ 148400 h 167760"/>
                <a:gd name="connsiteX3" fmla="*/ 85672 w 273210"/>
                <a:gd name="connsiteY3" fmla="*/ 162779 h 167760"/>
                <a:gd name="connsiteX4" fmla="*/ 36302 w 273210"/>
                <a:gd name="connsiteY4" fmla="*/ 167573 h 167760"/>
                <a:gd name="connsiteX5" fmla="*/ 11377 w 273210"/>
                <a:gd name="connsiteY5" fmla="*/ 147441 h 167760"/>
                <a:gd name="connsiteX6" fmla="*/ 353 w 273210"/>
                <a:gd name="connsiteY6" fmla="*/ 51099 h 167760"/>
                <a:gd name="connsiteX7" fmla="*/ 20964 w 273210"/>
                <a:gd name="connsiteY7" fmla="*/ 25216 h 167760"/>
                <a:gd name="connsiteX8" fmla="*/ 236656 w 273210"/>
                <a:gd name="connsiteY8" fmla="*/ 770 h 167760"/>
                <a:gd name="connsiteX9" fmla="*/ 269250 w 273210"/>
                <a:gd name="connsiteY9" fmla="*/ 28571 h 167760"/>
                <a:gd name="connsiteX10" fmla="*/ 273564 w 273210"/>
                <a:gd name="connsiteY10" fmla="*/ 42950 h 167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3210" h="167760">
                  <a:moveTo>
                    <a:pt x="273564" y="42950"/>
                  </a:moveTo>
                  <a:cubicBezTo>
                    <a:pt x="269729" y="48223"/>
                    <a:pt x="264457" y="51578"/>
                    <a:pt x="258226" y="54454"/>
                  </a:cubicBezTo>
                  <a:cubicBezTo>
                    <a:pt x="207897" y="78899"/>
                    <a:pt x="161404" y="110055"/>
                    <a:pt x="120662" y="148400"/>
                  </a:cubicBezTo>
                  <a:cubicBezTo>
                    <a:pt x="110117" y="157986"/>
                    <a:pt x="97655" y="158466"/>
                    <a:pt x="85672" y="162779"/>
                  </a:cubicBezTo>
                  <a:cubicBezTo>
                    <a:pt x="69375" y="164217"/>
                    <a:pt x="52599" y="165655"/>
                    <a:pt x="36302" y="167573"/>
                  </a:cubicBezTo>
                  <a:cubicBezTo>
                    <a:pt x="20964" y="169011"/>
                    <a:pt x="13295" y="163259"/>
                    <a:pt x="11377" y="147441"/>
                  </a:cubicBezTo>
                  <a:cubicBezTo>
                    <a:pt x="8022" y="115327"/>
                    <a:pt x="4667" y="83213"/>
                    <a:pt x="353" y="51099"/>
                  </a:cubicBezTo>
                  <a:cubicBezTo>
                    <a:pt x="-1564" y="34802"/>
                    <a:pt x="4188" y="27133"/>
                    <a:pt x="20964" y="25216"/>
                  </a:cubicBezTo>
                  <a:cubicBezTo>
                    <a:pt x="92861" y="17546"/>
                    <a:pt x="164759" y="8919"/>
                    <a:pt x="236656" y="770"/>
                  </a:cubicBezTo>
                  <a:cubicBezTo>
                    <a:pt x="263019" y="-2106"/>
                    <a:pt x="267812" y="2208"/>
                    <a:pt x="269250" y="28571"/>
                  </a:cubicBezTo>
                  <a:cubicBezTo>
                    <a:pt x="270209" y="32885"/>
                    <a:pt x="269729" y="38157"/>
                    <a:pt x="273564" y="4295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4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181508E-2950-4E9F-B41E-615771F34803}"/>
              </a:ext>
            </a:extLst>
          </p:cNvPr>
          <p:cNvGrpSpPr/>
          <p:nvPr/>
        </p:nvGrpSpPr>
        <p:grpSpPr>
          <a:xfrm>
            <a:off x="1486831" y="2718954"/>
            <a:ext cx="9981236" cy="3119513"/>
            <a:chOff x="1443343" y="2729997"/>
            <a:chExt cx="9981236" cy="3119513"/>
          </a:xfrm>
          <a:solidFill>
            <a:schemeClr val="accent3"/>
          </a:solidFill>
        </p:grpSpPr>
        <p:sp>
          <p:nvSpPr>
            <p:cNvPr id="20" name="Arrow: Bent 19">
              <a:extLst>
                <a:ext uri="{FF2B5EF4-FFF2-40B4-BE49-F238E27FC236}">
                  <a16:creationId xmlns:a16="http://schemas.microsoft.com/office/drawing/2014/main" id="{8F13F5B7-87C0-47F5-8240-22AD8D63FB14}"/>
                </a:ext>
              </a:extLst>
            </p:cNvPr>
            <p:cNvSpPr/>
            <p:nvPr/>
          </p:nvSpPr>
          <p:spPr>
            <a:xfrm rot="5400000" flipH="1">
              <a:off x="6412065" y="846049"/>
              <a:ext cx="565464" cy="9441457"/>
            </a:xfrm>
            <a:prstGeom prst="bentArrow">
              <a:avLst>
                <a:gd name="adj1" fmla="val 25000"/>
                <a:gd name="adj2" fmla="val 29787"/>
                <a:gd name="adj3" fmla="val 0"/>
                <a:gd name="adj4" fmla="val 437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Arrow: Bent 17">
              <a:extLst>
                <a:ext uri="{FF2B5EF4-FFF2-40B4-BE49-F238E27FC236}">
                  <a16:creationId xmlns:a16="http://schemas.microsoft.com/office/drawing/2014/main" id="{A40CDCC6-6643-47DD-A4DC-7F5318C4BF60}"/>
                </a:ext>
              </a:extLst>
            </p:cNvPr>
            <p:cNvSpPr/>
            <p:nvPr/>
          </p:nvSpPr>
          <p:spPr>
            <a:xfrm rot="16200000">
              <a:off x="5499825" y="-1326485"/>
              <a:ext cx="565464" cy="8678428"/>
            </a:xfrm>
            <a:prstGeom prst="bentArrow">
              <a:avLst>
                <a:gd name="adj1" fmla="val 25000"/>
                <a:gd name="adj2" fmla="val 29787"/>
                <a:gd name="adj3" fmla="val 0"/>
                <a:gd name="adj4" fmla="val 437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Arrow: Bent 20">
              <a:extLst>
                <a:ext uri="{FF2B5EF4-FFF2-40B4-BE49-F238E27FC236}">
                  <a16:creationId xmlns:a16="http://schemas.microsoft.com/office/drawing/2014/main" id="{BADA4B38-A737-41DE-AD13-95656A92A982}"/>
                </a:ext>
              </a:extLst>
            </p:cNvPr>
            <p:cNvSpPr/>
            <p:nvPr/>
          </p:nvSpPr>
          <p:spPr>
            <a:xfrm rot="5400000">
              <a:off x="10490443" y="2782688"/>
              <a:ext cx="565464" cy="1302808"/>
            </a:xfrm>
            <a:prstGeom prst="bentArrow">
              <a:avLst>
                <a:gd name="adj1" fmla="val 25000"/>
                <a:gd name="adj2" fmla="val 29787"/>
                <a:gd name="adj3" fmla="val 0"/>
                <a:gd name="adj4" fmla="val 437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B106C21-4E59-4020-8A89-048BB2DB9895}"/>
                </a:ext>
              </a:extLst>
            </p:cNvPr>
            <p:cNvSpPr/>
            <p:nvPr/>
          </p:nvSpPr>
          <p:spPr>
            <a:xfrm>
              <a:off x="11181026" y="3707770"/>
              <a:ext cx="144850" cy="16459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그룹 5">
            <a:extLst>
              <a:ext uri="{FF2B5EF4-FFF2-40B4-BE49-F238E27FC236}">
                <a16:creationId xmlns:a16="http://schemas.microsoft.com/office/drawing/2014/main" id="{CA36D97F-2B42-4125-A016-FB121F3B2C83}"/>
              </a:ext>
            </a:extLst>
          </p:cNvPr>
          <p:cNvGrpSpPr/>
          <p:nvPr/>
        </p:nvGrpSpPr>
        <p:grpSpPr>
          <a:xfrm>
            <a:off x="3431184" y="2737167"/>
            <a:ext cx="407813" cy="697932"/>
            <a:chOff x="4137552" y="3133232"/>
            <a:chExt cx="648072" cy="1109112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AA09326-D0BD-4D56-AB7D-62DD2D69032F}"/>
                </a:ext>
              </a:extLst>
            </p:cNvPr>
            <p:cNvCxnSpPr/>
            <p:nvPr/>
          </p:nvCxnSpPr>
          <p:spPr>
            <a:xfrm flipV="1">
              <a:off x="4461588" y="3133232"/>
              <a:ext cx="0" cy="780855"/>
            </a:xfrm>
            <a:prstGeom prst="line">
              <a:avLst/>
            </a:prstGeom>
            <a:ln w="101600">
              <a:solidFill>
                <a:schemeClr val="accent2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572BAF3-13E8-47CB-BC83-D4CC993870F5}"/>
                </a:ext>
              </a:extLst>
            </p:cNvPr>
            <p:cNvSpPr/>
            <p:nvPr/>
          </p:nvSpPr>
          <p:spPr>
            <a:xfrm>
              <a:off x="4137552" y="3594272"/>
              <a:ext cx="648072" cy="648072"/>
            </a:xfrm>
            <a:prstGeom prst="ellipse">
              <a:avLst/>
            </a:prstGeom>
            <a:solidFill>
              <a:schemeClr val="bg1"/>
            </a:solidFill>
            <a:ln w="889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4DC016B-FECB-4445-9042-BB411BE741DC}"/>
              </a:ext>
            </a:extLst>
          </p:cNvPr>
          <p:cNvSpPr txBox="1"/>
          <p:nvPr/>
        </p:nvSpPr>
        <p:spPr>
          <a:xfrm>
            <a:off x="2916937" y="3539998"/>
            <a:ext cx="140446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altLang="ko-KR" b="1" dirty="0">
                <a:solidFill>
                  <a:schemeClr val="accent2"/>
                </a:solidFill>
                <a:cs typeface="Arial" pitchFamily="34" charset="0"/>
              </a:rPr>
              <a:t>Причины</a:t>
            </a:r>
            <a:endParaRPr lang="ko-KR" altLang="en-US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3804BC-E880-480A-AD02-45EC8A25297C}"/>
              </a:ext>
            </a:extLst>
          </p:cNvPr>
          <p:cNvSpPr txBox="1"/>
          <p:nvPr/>
        </p:nvSpPr>
        <p:spPr>
          <a:xfrm>
            <a:off x="5384180" y="3431982"/>
            <a:ext cx="248641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ru-RU" altLang="ko-KR" sz="1400" b="1" dirty="0">
                <a:solidFill>
                  <a:schemeClr val="accent1"/>
                </a:solidFill>
                <a:cs typeface="Arial" pitchFamily="34" charset="0"/>
              </a:rPr>
              <a:t>Генетическая предрасположенность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C8680B-7107-4FB1-BCFF-49BB872E4AFB}"/>
              </a:ext>
            </a:extLst>
          </p:cNvPr>
          <p:cNvSpPr txBox="1"/>
          <p:nvPr/>
        </p:nvSpPr>
        <p:spPr>
          <a:xfrm>
            <a:off x="2513439" y="1480725"/>
            <a:ext cx="24211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Однозначных причин и механизмов развития аутоиммунных заболеваний не установлено. Некоторые факторы, которые могут способствовать развитию: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18F24F1-AE64-41DD-B199-0B13D5065525}"/>
              </a:ext>
            </a:extLst>
          </p:cNvPr>
          <p:cNvSpPr txBox="1"/>
          <p:nvPr/>
        </p:nvSpPr>
        <p:spPr>
          <a:xfrm>
            <a:off x="5205001" y="1624766"/>
            <a:ext cx="25070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i="0" dirty="0">
                <a:solidFill>
                  <a:srgbClr val="333333"/>
                </a:solidFill>
                <a:effectLst/>
                <a:latin typeface="+mj-lt"/>
              </a:rPr>
              <a:t>У наследников, чьи родители болели подобными болезнями, часто обнаруживается сходство в иммунологическом профиле.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96B5D4-63A6-4BE5-A9A6-1FBE233350ED}"/>
              </a:ext>
            </a:extLst>
          </p:cNvPr>
          <p:cNvSpPr txBox="1"/>
          <p:nvPr/>
        </p:nvSpPr>
        <p:spPr>
          <a:xfrm>
            <a:off x="7837901" y="1433459"/>
            <a:ext cx="28743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Патология может быть связана с дефектами в самих клетках, сниженной активностью регуляторных Т-лимфоцитов или нарушениями в коммуникации между молекулами организма.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71" name="그룹 5">
            <a:extLst>
              <a:ext uri="{FF2B5EF4-FFF2-40B4-BE49-F238E27FC236}">
                <a16:creationId xmlns:a16="http://schemas.microsoft.com/office/drawing/2014/main" id="{888B3FF8-28E8-4ED7-BAF3-33DE773691D1}"/>
              </a:ext>
            </a:extLst>
          </p:cNvPr>
          <p:cNvGrpSpPr/>
          <p:nvPr/>
        </p:nvGrpSpPr>
        <p:grpSpPr>
          <a:xfrm>
            <a:off x="3431184" y="5288981"/>
            <a:ext cx="407813" cy="697932"/>
            <a:chOff x="4137552" y="3133232"/>
            <a:chExt cx="648072" cy="1109112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2A3D1FF-2BC4-4474-9129-96DDE5B9EC7B}"/>
                </a:ext>
              </a:extLst>
            </p:cNvPr>
            <p:cNvCxnSpPr/>
            <p:nvPr/>
          </p:nvCxnSpPr>
          <p:spPr>
            <a:xfrm flipV="1">
              <a:off x="4461588" y="3133232"/>
              <a:ext cx="0" cy="780855"/>
            </a:xfrm>
            <a:prstGeom prst="line">
              <a:avLst/>
            </a:prstGeom>
            <a:ln w="101600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EF2E6A7-4DD2-4F9E-AAD8-9AEFA5DC2A54}"/>
                </a:ext>
              </a:extLst>
            </p:cNvPr>
            <p:cNvSpPr/>
            <p:nvPr/>
          </p:nvSpPr>
          <p:spPr>
            <a:xfrm>
              <a:off x="4137552" y="3594272"/>
              <a:ext cx="648072" cy="648072"/>
            </a:xfrm>
            <a:prstGeom prst="ellipse">
              <a:avLst/>
            </a:prstGeom>
            <a:solidFill>
              <a:schemeClr val="bg1"/>
            </a:solidFill>
            <a:ln w="889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FE71876-600C-4211-8D38-E047B15F18B3}"/>
              </a:ext>
            </a:extLst>
          </p:cNvPr>
          <p:cNvSpPr txBox="1"/>
          <p:nvPr/>
        </p:nvSpPr>
        <p:spPr>
          <a:xfrm>
            <a:off x="2916937" y="6025652"/>
            <a:ext cx="150379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ru-RU" altLang="ko-KR" sz="1400" b="1" dirty="0">
                <a:solidFill>
                  <a:schemeClr val="accent1"/>
                </a:solidFill>
                <a:cs typeface="Arial" pitchFamily="34" charset="0"/>
              </a:rPr>
              <a:t>Окружающие факторы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75" name="그룹 5">
            <a:extLst>
              <a:ext uri="{FF2B5EF4-FFF2-40B4-BE49-F238E27FC236}">
                <a16:creationId xmlns:a16="http://schemas.microsoft.com/office/drawing/2014/main" id="{DF5FBDE0-C5BC-40CA-8B50-1C71C3DCF0E5}"/>
              </a:ext>
            </a:extLst>
          </p:cNvPr>
          <p:cNvGrpSpPr/>
          <p:nvPr/>
        </p:nvGrpSpPr>
        <p:grpSpPr>
          <a:xfrm>
            <a:off x="7633994" y="5360637"/>
            <a:ext cx="407813" cy="697932"/>
            <a:chOff x="4137552" y="3133232"/>
            <a:chExt cx="648072" cy="1109112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C6B51C7-41F8-4DF4-B564-EBA25129EA31}"/>
                </a:ext>
              </a:extLst>
            </p:cNvPr>
            <p:cNvCxnSpPr/>
            <p:nvPr/>
          </p:nvCxnSpPr>
          <p:spPr>
            <a:xfrm flipV="1">
              <a:off x="4461588" y="3133232"/>
              <a:ext cx="0" cy="780855"/>
            </a:xfrm>
            <a:prstGeom prst="line">
              <a:avLst/>
            </a:prstGeom>
            <a:ln w="101600">
              <a:solidFill>
                <a:schemeClr val="accent2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1A8A80E-9ADF-4E8D-A4DD-BD20C4A13967}"/>
                </a:ext>
              </a:extLst>
            </p:cNvPr>
            <p:cNvSpPr/>
            <p:nvPr/>
          </p:nvSpPr>
          <p:spPr>
            <a:xfrm>
              <a:off x="4137552" y="3594272"/>
              <a:ext cx="648072" cy="648072"/>
            </a:xfrm>
            <a:prstGeom prst="ellipse">
              <a:avLst/>
            </a:prstGeom>
            <a:solidFill>
              <a:schemeClr val="bg1"/>
            </a:solidFill>
            <a:ln w="889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7905A4DC-5568-43D0-B9DC-325148F939D8}"/>
              </a:ext>
            </a:extLst>
          </p:cNvPr>
          <p:cNvSpPr txBox="1"/>
          <p:nvPr/>
        </p:nvSpPr>
        <p:spPr>
          <a:xfrm>
            <a:off x="7137923" y="6025652"/>
            <a:ext cx="150378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altLang="ko-KR" sz="2400" b="1" dirty="0">
                <a:solidFill>
                  <a:schemeClr val="accent2"/>
                </a:solidFill>
                <a:cs typeface="Arial" pitchFamily="34" charset="0"/>
              </a:rPr>
              <a:t>Лечение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44A6CFC-651E-4310-9208-C8F0570C3D78}"/>
              </a:ext>
            </a:extLst>
          </p:cNvPr>
          <p:cNvSpPr txBox="1"/>
          <p:nvPr/>
        </p:nvSpPr>
        <p:spPr>
          <a:xfrm>
            <a:off x="2182022" y="3992043"/>
            <a:ext cx="2973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Некоторые процессы, подобные приёму медикаментов, инфекциям и стрессу, способствуют развитию аутоиммунных заболеваний, вызывая неправильные иммунные ответы.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DAB0578-20DA-4E76-B55D-AC55B068BCE7}"/>
              </a:ext>
            </a:extLst>
          </p:cNvPr>
          <p:cNvSpPr txBox="1"/>
          <p:nvPr/>
        </p:nvSpPr>
        <p:spPr>
          <a:xfrm>
            <a:off x="4934567" y="3965422"/>
            <a:ext cx="64347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План терапии зависит от типа аутоиммунного заболевания и от общего самочувствия пациента. В зависимости от болезни человеком занимается профильный врач, но первичной диагностикой и консультацией занимаются иммунолог и ревматолог.</a:t>
            </a:r>
            <a:br>
              <a:rPr lang="ru-RU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</a:br>
            <a:r>
              <a:rPr lang="ru-RU" sz="1200" b="0" i="0" dirty="0">
                <a:solidFill>
                  <a:srgbClr val="333333"/>
                </a:solidFill>
                <a:effectLst/>
                <a:latin typeface="+mj-lt"/>
              </a:rPr>
              <a:t>Избавиться от аутоиммунных заболеваний сложно— обычно они имеют пожизненное хроническое течение. Ослабить аутоиммунный процесс можно с помощью препаратов, подавляющих иммунитет, но иммуностимуляторы в таких случаях противопоказаны.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64E5ED56-3FE2-481B-ACD5-C1B16D1AF6B2}"/>
              </a:ext>
            </a:extLst>
          </p:cNvPr>
          <p:cNvSpPr>
            <a:spLocks noChangeAspect="1"/>
          </p:cNvSpPr>
          <p:nvPr/>
        </p:nvSpPr>
        <p:spPr>
          <a:xfrm rot="5400000">
            <a:off x="1032117" y="5200981"/>
            <a:ext cx="727561" cy="1158738"/>
          </a:xfrm>
          <a:custGeom>
            <a:avLst/>
            <a:gdLst>
              <a:gd name="connsiteX0" fmla="*/ 535055 w 1065905"/>
              <a:gd name="connsiteY0" fmla="*/ 156808 h 1697595"/>
              <a:gd name="connsiteX1" fmla="*/ 623457 w 1065905"/>
              <a:gd name="connsiteY1" fmla="*/ 310223 h 1697595"/>
              <a:gd name="connsiteX2" fmla="*/ 535055 w 1065905"/>
              <a:gd name="connsiteY2" fmla="*/ 463638 h 1697595"/>
              <a:gd name="connsiteX3" fmla="*/ 446652 w 1065905"/>
              <a:gd name="connsiteY3" fmla="*/ 310223 h 1697595"/>
              <a:gd name="connsiteX4" fmla="*/ 535055 w 1065905"/>
              <a:gd name="connsiteY4" fmla="*/ 156808 h 1697595"/>
              <a:gd name="connsiteX5" fmla="*/ 411386 w 1065905"/>
              <a:gd name="connsiteY5" fmla="*/ 0 h 1697595"/>
              <a:gd name="connsiteX6" fmla="*/ 411386 w 1065905"/>
              <a:gd name="connsiteY6" fmla="*/ 615052 h 1697595"/>
              <a:gd name="connsiteX7" fmla="*/ 488157 w 1065905"/>
              <a:gd name="connsiteY7" fmla="*/ 716376 h 1697595"/>
              <a:gd name="connsiteX8" fmla="*/ 488157 w 1065905"/>
              <a:gd name="connsiteY8" fmla="*/ 931518 h 1697595"/>
              <a:gd name="connsiteX9" fmla="*/ 534818 w 1065905"/>
              <a:gd name="connsiteY9" fmla="*/ 978179 h 1697595"/>
              <a:gd name="connsiteX10" fmla="*/ 581479 w 1065905"/>
              <a:gd name="connsiteY10" fmla="*/ 931518 h 1697595"/>
              <a:gd name="connsiteX11" fmla="*/ 581479 w 1065905"/>
              <a:gd name="connsiteY11" fmla="*/ 716523 h 1697595"/>
              <a:gd name="connsiteX12" fmla="*/ 658724 w 1065905"/>
              <a:gd name="connsiteY12" fmla="*/ 615052 h 1697595"/>
              <a:gd name="connsiteX13" fmla="*/ 658724 w 1065905"/>
              <a:gd name="connsiteY13" fmla="*/ 641 h 1697595"/>
              <a:gd name="connsiteX14" fmla="*/ 1065904 w 1065905"/>
              <a:gd name="connsiteY14" fmla="*/ 465924 h 1697595"/>
              <a:gd name="connsiteX15" fmla="*/ 1065904 w 1065905"/>
              <a:gd name="connsiteY15" fmla="*/ 760441 h 1697595"/>
              <a:gd name="connsiteX16" fmla="*/ 1065905 w 1065905"/>
              <a:gd name="connsiteY16" fmla="*/ 760441 h 1697595"/>
              <a:gd name="connsiteX17" fmla="*/ 1065905 w 1065905"/>
              <a:gd name="connsiteY17" fmla="*/ 1229018 h 1697595"/>
              <a:gd name="connsiteX18" fmla="*/ 597327 w 1065905"/>
              <a:gd name="connsiteY18" fmla="*/ 1697595 h 1697595"/>
              <a:gd name="connsiteX19" fmla="*/ 468579 w 1065905"/>
              <a:gd name="connsiteY19" fmla="*/ 1697595 h 1697595"/>
              <a:gd name="connsiteX20" fmla="*/ 1 w 1065905"/>
              <a:gd name="connsiteY20" fmla="*/ 1229018 h 1697595"/>
              <a:gd name="connsiteX21" fmla="*/ 1 w 1065905"/>
              <a:gd name="connsiteY21" fmla="*/ 767827 h 1697595"/>
              <a:gd name="connsiteX22" fmla="*/ 0 w 1065905"/>
              <a:gd name="connsiteY22" fmla="*/ 767827 h 1697595"/>
              <a:gd name="connsiteX23" fmla="*/ 0 w 1065905"/>
              <a:gd name="connsiteY23" fmla="*/ 465924 h 1697595"/>
              <a:gd name="connsiteX24" fmla="*/ 411386 w 1065905"/>
              <a:gd name="connsiteY24" fmla="*/ 0 h 1697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65905" h="1697595">
                <a:moveTo>
                  <a:pt x="535055" y="156808"/>
                </a:moveTo>
                <a:cubicBezTo>
                  <a:pt x="583878" y="156808"/>
                  <a:pt x="623457" y="225494"/>
                  <a:pt x="623457" y="310223"/>
                </a:cubicBezTo>
                <a:cubicBezTo>
                  <a:pt x="623457" y="394952"/>
                  <a:pt x="583878" y="463638"/>
                  <a:pt x="535055" y="463638"/>
                </a:cubicBezTo>
                <a:cubicBezTo>
                  <a:pt x="486231" y="463638"/>
                  <a:pt x="446652" y="394952"/>
                  <a:pt x="446652" y="310223"/>
                </a:cubicBezTo>
                <a:cubicBezTo>
                  <a:pt x="446652" y="225494"/>
                  <a:pt x="486231" y="156808"/>
                  <a:pt x="535055" y="156808"/>
                </a:cubicBezTo>
                <a:close/>
                <a:moveTo>
                  <a:pt x="411386" y="0"/>
                </a:moveTo>
                <a:lnTo>
                  <a:pt x="411386" y="615052"/>
                </a:lnTo>
                <a:cubicBezTo>
                  <a:pt x="411386" y="663385"/>
                  <a:pt x="443769" y="704154"/>
                  <a:pt x="488157" y="716376"/>
                </a:cubicBezTo>
                <a:cubicBezTo>
                  <a:pt x="488157" y="788090"/>
                  <a:pt x="488157" y="859804"/>
                  <a:pt x="488157" y="931518"/>
                </a:cubicBezTo>
                <a:cubicBezTo>
                  <a:pt x="488157" y="957288"/>
                  <a:pt x="509048" y="978179"/>
                  <a:pt x="534818" y="978179"/>
                </a:cubicBezTo>
                <a:cubicBezTo>
                  <a:pt x="560588" y="978179"/>
                  <a:pt x="581479" y="957288"/>
                  <a:pt x="581479" y="931518"/>
                </a:cubicBezTo>
                <a:lnTo>
                  <a:pt x="581479" y="716523"/>
                </a:lnTo>
                <a:cubicBezTo>
                  <a:pt x="626107" y="704448"/>
                  <a:pt x="658724" y="663559"/>
                  <a:pt x="658724" y="615052"/>
                </a:cubicBezTo>
                <a:lnTo>
                  <a:pt x="658724" y="641"/>
                </a:lnTo>
                <a:cubicBezTo>
                  <a:pt x="888628" y="30848"/>
                  <a:pt x="1065904" y="227684"/>
                  <a:pt x="1065904" y="465924"/>
                </a:cubicBezTo>
                <a:lnTo>
                  <a:pt x="1065904" y="760441"/>
                </a:lnTo>
                <a:lnTo>
                  <a:pt x="1065905" y="760441"/>
                </a:lnTo>
                <a:lnTo>
                  <a:pt x="1065905" y="1229018"/>
                </a:lnTo>
                <a:cubicBezTo>
                  <a:pt x="1065905" y="1487806"/>
                  <a:pt x="856115" y="1697595"/>
                  <a:pt x="597327" y="1697595"/>
                </a:cubicBezTo>
                <a:lnTo>
                  <a:pt x="468579" y="1697595"/>
                </a:lnTo>
                <a:cubicBezTo>
                  <a:pt x="209790" y="1697595"/>
                  <a:pt x="1" y="1487806"/>
                  <a:pt x="1" y="1229018"/>
                </a:cubicBezTo>
                <a:lnTo>
                  <a:pt x="1" y="767827"/>
                </a:lnTo>
                <a:lnTo>
                  <a:pt x="0" y="767827"/>
                </a:lnTo>
                <a:lnTo>
                  <a:pt x="0" y="465924"/>
                </a:lnTo>
                <a:cubicBezTo>
                  <a:pt x="0" y="226227"/>
                  <a:pt x="179451" y="28442"/>
                  <a:pt x="4113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18" name="그룹 5">
            <a:extLst>
              <a:ext uri="{FF2B5EF4-FFF2-40B4-BE49-F238E27FC236}">
                <a16:creationId xmlns:a16="http://schemas.microsoft.com/office/drawing/2014/main" id="{D0B7806B-15A1-4DBF-8BA7-089D135A04FA}"/>
              </a:ext>
            </a:extLst>
          </p:cNvPr>
          <p:cNvGrpSpPr/>
          <p:nvPr/>
        </p:nvGrpSpPr>
        <p:grpSpPr>
          <a:xfrm>
            <a:off x="9071156" y="2681605"/>
            <a:ext cx="407813" cy="697932"/>
            <a:chOff x="4137552" y="3133232"/>
            <a:chExt cx="648072" cy="1109112"/>
          </a:xfrm>
        </p:grpSpPr>
        <p:cxnSp>
          <p:nvCxnSpPr>
            <p:cNvPr id="119" name="Straight Connector 75">
              <a:extLst>
                <a:ext uri="{FF2B5EF4-FFF2-40B4-BE49-F238E27FC236}">
                  <a16:creationId xmlns:a16="http://schemas.microsoft.com/office/drawing/2014/main" id="{EC5AB739-E76A-4982-BC66-F21C64241656}"/>
                </a:ext>
              </a:extLst>
            </p:cNvPr>
            <p:cNvCxnSpPr/>
            <p:nvPr/>
          </p:nvCxnSpPr>
          <p:spPr>
            <a:xfrm flipV="1">
              <a:off x="4461588" y="3133232"/>
              <a:ext cx="0" cy="780855"/>
            </a:xfrm>
            <a:prstGeom prst="line">
              <a:avLst/>
            </a:prstGeom>
            <a:ln w="101600">
              <a:solidFill>
                <a:schemeClr val="accent2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Oval 76">
              <a:extLst>
                <a:ext uri="{FF2B5EF4-FFF2-40B4-BE49-F238E27FC236}">
                  <a16:creationId xmlns:a16="http://schemas.microsoft.com/office/drawing/2014/main" id="{94563F0B-2549-4742-B42A-778DE3BFFB97}"/>
                </a:ext>
              </a:extLst>
            </p:cNvPr>
            <p:cNvSpPr/>
            <p:nvPr/>
          </p:nvSpPr>
          <p:spPr>
            <a:xfrm>
              <a:off x="4137552" y="3594272"/>
              <a:ext cx="648072" cy="648072"/>
            </a:xfrm>
            <a:prstGeom prst="ellipse">
              <a:avLst/>
            </a:prstGeom>
            <a:solidFill>
              <a:schemeClr val="bg1"/>
            </a:solidFill>
            <a:ln w="889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4326397-D644-4CA3-B1F9-76A156EBEB3B}"/>
              </a:ext>
            </a:extLst>
          </p:cNvPr>
          <p:cNvSpPr txBox="1"/>
          <p:nvPr/>
        </p:nvSpPr>
        <p:spPr>
          <a:xfrm>
            <a:off x="7710022" y="3390649"/>
            <a:ext cx="308825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altLang="ko-KR" sz="1400" b="1" dirty="0">
                <a:solidFill>
                  <a:schemeClr val="accent2"/>
                </a:solidFill>
                <a:cs typeface="Arial" pitchFamily="34" charset="0"/>
              </a:rPr>
              <a:t>Нарушение механизмов иммунной регуляции.</a:t>
            </a:r>
            <a:endParaRPr lang="ko-KR" altLang="en-US" sz="1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30" name="그룹 5">
            <a:extLst>
              <a:ext uri="{FF2B5EF4-FFF2-40B4-BE49-F238E27FC236}">
                <a16:creationId xmlns:a16="http://schemas.microsoft.com/office/drawing/2014/main" id="{A1AA91A6-E47F-469F-8966-2664D15DE713}"/>
              </a:ext>
            </a:extLst>
          </p:cNvPr>
          <p:cNvGrpSpPr/>
          <p:nvPr/>
        </p:nvGrpSpPr>
        <p:grpSpPr>
          <a:xfrm>
            <a:off x="6335442" y="2731068"/>
            <a:ext cx="407813" cy="697932"/>
            <a:chOff x="4137552" y="3133232"/>
            <a:chExt cx="648072" cy="1109112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CAB9A4-43D2-46A1-AC75-D39F5A788133}"/>
                </a:ext>
              </a:extLst>
            </p:cNvPr>
            <p:cNvCxnSpPr/>
            <p:nvPr/>
          </p:nvCxnSpPr>
          <p:spPr>
            <a:xfrm flipV="1">
              <a:off x="4461588" y="3133232"/>
              <a:ext cx="0" cy="780855"/>
            </a:xfrm>
            <a:prstGeom prst="line">
              <a:avLst/>
            </a:prstGeom>
            <a:ln w="101600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FC8B525-A546-47BC-BB19-67B6BFABD731}"/>
                </a:ext>
              </a:extLst>
            </p:cNvPr>
            <p:cNvSpPr/>
            <p:nvPr/>
          </p:nvSpPr>
          <p:spPr>
            <a:xfrm>
              <a:off x="4137552" y="3594272"/>
              <a:ext cx="648072" cy="648072"/>
            </a:xfrm>
            <a:prstGeom prst="ellipse">
              <a:avLst/>
            </a:prstGeom>
            <a:solidFill>
              <a:schemeClr val="bg1"/>
            </a:solidFill>
            <a:ln w="889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4664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background">
            <a:extLst>
              <a:ext uri="{FF2B5EF4-FFF2-40B4-BE49-F238E27FC236}">
                <a16:creationId xmlns:a16="http://schemas.microsoft.com/office/drawing/2014/main" id="{A968F1F4-2B73-43C3-B88E-763AAF2FB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520" y="-2086"/>
            <a:ext cx="9171432" cy="68690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9093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3070387-F1D3-4DB6-854D-2725859D69AB}"/>
              </a:ext>
            </a:extLst>
          </p:cNvPr>
          <p:cNvGrpSpPr/>
          <p:nvPr/>
        </p:nvGrpSpPr>
        <p:grpSpPr>
          <a:xfrm rot="5400000">
            <a:off x="1858945" y="-845632"/>
            <a:ext cx="1738265" cy="3429529"/>
            <a:chOff x="0" y="2486173"/>
            <a:chExt cx="1738265" cy="3429529"/>
          </a:xfrm>
        </p:grpSpPr>
        <p:sp>
          <p:nvSpPr>
            <p:cNvPr id="3" name="Arrow: Pentagon 2">
              <a:extLst>
                <a:ext uri="{FF2B5EF4-FFF2-40B4-BE49-F238E27FC236}">
                  <a16:creationId xmlns:a16="http://schemas.microsoft.com/office/drawing/2014/main" id="{98EE9BC8-58F3-41AA-93A4-D4FD260BF0BF}"/>
                </a:ext>
              </a:extLst>
            </p:cNvPr>
            <p:cNvSpPr/>
            <p:nvPr/>
          </p:nvSpPr>
          <p:spPr>
            <a:xfrm>
              <a:off x="0" y="2486173"/>
              <a:ext cx="1738265" cy="1030107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Arrow: Pentagon 3">
              <a:extLst>
                <a:ext uri="{FF2B5EF4-FFF2-40B4-BE49-F238E27FC236}">
                  <a16:creationId xmlns:a16="http://schemas.microsoft.com/office/drawing/2014/main" id="{4CD081D1-24CF-4F2A-A508-88003CACB4E8}"/>
                </a:ext>
              </a:extLst>
            </p:cNvPr>
            <p:cNvSpPr/>
            <p:nvPr/>
          </p:nvSpPr>
          <p:spPr>
            <a:xfrm>
              <a:off x="0" y="3685884"/>
              <a:ext cx="1738265" cy="1030107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Arrow: Pentagon 4">
              <a:extLst>
                <a:ext uri="{FF2B5EF4-FFF2-40B4-BE49-F238E27FC236}">
                  <a16:creationId xmlns:a16="http://schemas.microsoft.com/office/drawing/2014/main" id="{6E51F087-801D-4853-A985-AF462A24666C}"/>
                </a:ext>
              </a:extLst>
            </p:cNvPr>
            <p:cNvSpPr/>
            <p:nvPr/>
          </p:nvSpPr>
          <p:spPr>
            <a:xfrm>
              <a:off x="0" y="4885595"/>
              <a:ext cx="1738265" cy="1030107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0A16B8-4880-4FF9-B37C-98F16FA1101F}"/>
              </a:ext>
            </a:extLst>
          </p:cNvPr>
          <p:cNvSpPr/>
          <p:nvPr/>
        </p:nvSpPr>
        <p:spPr>
          <a:xfrm>
            <a:off x="2478786" y="726080"/>
            <a:ext cx="566098" cy="546235"/>
          </a:xfrm>
          <a:custGeom>
            <a:avLst/>
            <a:gdLst>
              <a:gd name="connsiteX0" fmla="*/ 434340 w 1628775"/>
              <a:gd name="connsiteY0" fmla="*/ 348984 h 1571625"/>
              <a:gd name="connsiteX1" fmla="*/ 708660 w 1628775"/>
              <a:gd name="connsiteY1" fmla="*/ 18466 h 1571625"/>
              <a:gd name="connsiteX2" fmla="*/ 1204913 w 1628775"/>
              <a:gd name="connsiteY2" fmla="*/ 308979 h 1571625"/>
              <a:gd name="connsiteX3" fmla="*/ 1258253 w 1628775"/>
              <a:gd name="connsiteY3" fmla="*/ 349936 h 1571625"/>
              <a:gd name="connsiteX4" fmla="*/ 1463040 w 1628775"/>
              <a:gd name="connsiteY4" fmla="*/ 348984 h 1571625"/>
              <a:gd name="connsiteX5" fmla="*/ 1636395 w 1628775"/>
              <a:gd name="connsiteY5" fmla="*/ 520434 h 1571625"/>
              <a:gd name="connsiteX6" fmla="*/ 1636395 w 1628775"/>
              <a:gd name="connsiteY6" fmla="*/ 1411021 h 1571625"/>
              <a:gd name="connsiteX7" fmla="*/ 1470660 w 1628775"/>
              <a:gd name="connsiteY7" fmla="*/ 1579613 h 1571625"/>
              <a:gd name="connsiteX8" fmla="*/ 165735 w 1628775"/>
              <a:gd name="connsiteY8" fmla="*/ 1579613 h 1571625"/>
              <a:gd name="connsiteX9" fmla="*/ 0 w 1628775"/>
              <a:gd name="connsiteY9" fmla="*/ 1411974 h 1571625"/>
              <a:gd name="connsiteX10" fmla="*/ 0 w 1628775"/>
              <a:gd name="connsiteY10" fmla="*/ 516624 h 1571625"/>
              <a:gd name="connsiteX11" fmla="*/ 166688 w 1628775"/>
              <a:gd name="connsiteY11" fmla="*/ 348984 h 1571625"/>
              <a:gd name="connsiteX12" fmla="*/ 434340 w 1628775"/>
              <a:gd name="connsiteY12" fmla="*/ 348984 h 1571625"/>
              <a:gd name="connsiteX13" fmla="*/ 504825 w 1628775"/>
              <a:gd name="connsiteY13" fmla="*/ 881431 h 1571625"/>
              <a:gd name="connsiteX14" fmla="*/ 504825 w 1628775"/>
              <a:gd name="connsiteY14" fmla="*/ 1051929 h 1571625"/>
              <a:gd name="connsiteX15" fmla="*/ 670560 w 1628775"/>
              <a:gd name="connsiteY15" fmla="*/ 1050976 h 1571625"/>
              <a:gd name="connsiteX16" fmla="*/ 732472 w 1628775"/>
              <a:gd name="connsiteY16" fmla="*/ 1112888 h 1571625"/>
              <a:gd name="connsiteX17" fmla="*/ 732472 w 1628775"/>
              <a:gd name="connsiteY17" fmla="*/ 1279576 h 1571625"/>
              <a:gd name="connsiteX18" fmla="*/ 902970 w 1628775"/>
              <a:gd name="connsiteY18" fmla="*/ 1279576 h 1571625"/>
              <a:gd name="connsiteX19" fmla="*/ 902970 w 1628775"/>
              <a:gd name="connsiteY19" fmla="*/ 1154799 h 1571625"/>
              <a:gd name="connsiteX20" fmla="*/ 1002983 w 1628775"/>
              <a:gd name="connsiteY20" fmla="*/ 1051929 h 1571625"/>
              <a:gd name="connsiteX21" fmla="*/ 1131570 w 1628775"/>
              <a:gd name="connsiteY21" fmla="*/ 1051929 h 1571625"/>
              <a:gd name="connsiteX22" fmla="*/ 1131570 w 1628775"/>
              <a:gd name="connsiteY22" fmla="*/ 881431 h 1571625"/>
              <a:gd name="connsiteX23" fmla="*/ 962025 w 1628775"/>
              <a:gd name="connsiteY23" fmla="*/ 881431 h 1571625"/>
              <a:gd name="connsiteX24" fmla="*/ 902018 w 1628775"/>
              <a:gd name="connsiteY24" fmla="*/ 820471 h 1571625"/>
              <a:gd name="connsiteX25" fmla="*/ 902018 w 1628775"/>
              <a:gd name="connsiteY25" fmla="*/ 652831 h 1571625"/>
              <a:gd name="connsiteX26" fmla="*/ 731520 w 1628775"/>
              <a:gd name="connsiteY26" fmla="*/ 652831 h 1571625"/>
              <a:gd name="connsiteX27" fmla="*/ 731520 w 1628775"/>
              <a:gd name="connsiteY27" fmla="*/ 812851 h 1571625"/>
              <a:gd name="connsiteX28" fmla="*/ 665797 w 1628775"/>
              <a:gd name="connsiteY28" fmla="*/ 880479 h 1571625"/>
              <a:gd name="connsiteX29" fmla="*/ 504825 w 1628775"/>
              <a:gd name="connsiteY29" fmla="*/ 881431 h 1571625"/>
              <a:gd name="connsiteX30" fmla="*/ 516255 w 1628775"/>
              <a:gd name="connsiteY30" fmla="*/ 346126 h 1571625"/>
              <a:gd name="connsiteX31" fmla="*/ 1129665 w 1628775"/>
              <a:gd name="connsiteY31" fmla="*/ 346126 h 1571625"/>
              <a:gd name="connsiteX32" fmla="*/ 850583 w 1628775"/>
              <a:gd name="connsiteY32" fmla="*/ 79426 h 1571625"/>
              <a:gd name="connsiteX33" fmla="*/ 516255 w 1628775"/>
              <a:gd name="connsiteY33" fmla="*/ 346126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628775" h="1571625">
                <a:moveTo>
                  <a:pt x="434340" y="348984"/>
                </a:moveTo>
                <a:cubicBezTo>
                  <a:pt x="464820" y="181343"/>
                  <a:pt x="552450" y="67996"/>
                  <a:pt x="708660" y="18466"/>
                </a:cubicBezTo>
                <a:cubicBezTo>
                  <a:pt x="929640" y="-51066"/>
                  <a:pt x="1155383" y="82284"/>
                  <a:pt x="1204913" y="308979"/>
                </a:cubicBezTo>
                <a:cubicBezTo>
                  <a:pt x="1212533" y="344221"/>
                  <a:pt x="1225868" y="350888"/>
                  <a:pt x="1258253" y="349936"/>
                </a:cubicBezTo>
                <a:cubicBezTo>
                  <a:pt x="1326833" y="348031"/>
                  <a:pt x="1394460" y="348984"/>
                  <a:pt x="1463040" y="348984"/>
                </a:cubicBezTo>
                <a:cubicBezTo>
                  <a:pt x="1568768" y="349936"/>
                  <a:pt x="1636395" y="415659"/>
                  <a:pt x="1636395" y="520434"/>
                </a:cubicBezTo>
                <a:cubicBezTo>
                  <a:pt x="1636395" y="817613"/>
                  <a:pt x="1636395" y="1113841"/>
                  <a:pt x="1636395" y="1411021"/>
                </a:cubicBezTo>
                <a:cubicBezTo>
                  <a:pt x="1636395" y="1511986"/>
                  <a:pt x="1569720" y="1579613"/>
                  <a:pt x="1470660" y="1579613"/>
                </a:cubicBezTo>
                <a:cubicBezTo>
                  <a:pt x="1035368" y="1580566"/>
                  <a:pt x="601028" y="1580566"/>
                  <a:pt x="165735" y="1579613"/>
                </a:cubicBezTo>
                <a:cubicBezTo>
                  <a:pt x="63818" y="1579613"/>
                  <a:pt x="0" y="1513891"/>
                  <a:pt x="0" y="1411974"/>
                </a:cubicBezTo>
                <a:cubicBezTo>
                  <a:pt x="0" y="1113841"/>
                  <a:pt x="0" y="814756"/>
                  <a:pt x="0" y="516624"/>
                </a:cubicBezTo>
                <a:cubicBezTo>
                  <a:pt x="0" y="415659"/>
                  <a:pt x="65722" y="348984"/>
                  <a:pt x="166688" y="348984"/>
                </a:cubicBezTo>
                <a:cubicBezTo>
                  <a:pt x="254318" y="348031"/>
                  <a:pt x="342900" y="348984"/>
                  <a:pt x="434340" y="348984"/>
                </a:cubicBezTo>
                <a:close/>
                <a:moveTo>
                  <a:pt x="504825" y="881431"/>
                </a:moveTo>
                <a:cubicBezTo>
                  <a:pt x="504825" y="941438"/>
                  <a:pt x="504825" y="994779"/>
                  <a:pt x="504825" y="1051929"/>
                </a:cubicBezTo>
                <a:cubicBezTo>
                  <a:pt x="562928" y="1051929"/>
                  <a:pt x="617220" y="1053834"/>
                  <a:pt x="670560" y="1050976"/>
                </a:cubicBezTo>
                <a:cubicBezTo>
                  <a:pt x="716280" y="1049071"/>
                  <a:pt x="733425" y="1068121"/>
                  <a:pt x="732472" y="1112888"/>
                </a:cubicBezTo>
                <a:cubicBezTo>
                  <a:pt x="730568" y="1168134"/>
                  <a:pt x="732472" y="1222426"/>
                  <a:pt x="732472" y="1279576"/>
                </a:cubicBezTo>
                <a:cubicBezTo>
                  <a:pt x="791528" y="1279576"/>
                  <a:pt x="844868" y="1279576"/>
                  <a:pt x="902970" y="1279576"/>
                </a:cubicBezTo>
                <a:cubicBezTo>
                  <a:pt x="902970" y="1235761"/>
                  <a:pt x="902970" y="1194804"/>
                  <a:pt x="902970" y="1154799"/>
                </a:cubicBezTo>
                <a:cubicBezTo>
                  <a:pt x="902970" y="1051929"/>
                  <a:pt x="902970" y="1051929"/>
                  <a:pt x="1002983" y="1051929"/>
                </a:cubicBezTo>
                <a:cubicBezTo>
                  <a:pt x="1044893" y="1051929"/>
                  <a:pt x="1087755" y="1051929"/>
                  <a:pt x="1131570" y="1051929"/>
                </a:cubicBezTo>
                <a:cubicBezTo>
                  <a:pt x="1131570" y="992874"/>
                  <a:pt x="1131570" y="938581"/>
                  <a:pt x="1131570" y="881431"/>
                </a:cubicBezTo>
                <a:cubicBezTo>
                  <a:pt x="1072515" y="881431"/>
                  <a:pt x="1017270" y="881431"/>
                  <a:pt x="962025" y="881431"/>
                </a:cubicBezTo>
                <a:cubicBezTo>
                  <a:pt x="921068" y="881431"/>
                  <a:pt x="901065" y="863334"/>
                  <a:pt x="902018" y="820471"/>
                </a:cubicBezTo>
                <a:cubicBezTo>
                  <a:pt x="903922" y="765226"/>
                  <a:pt x="902018" y="709981"/>
                  <a:pt x="902018" y="652831"/>
                </a:cubicBezTo>
                <a:cubicBezTo>
                  <a:pt x="842010" y="652831"/>
                  <a:pt x="787718" y="652831"/>
                  <a:pt x="731520" y="652831"/>
                </a:cubicBezTo>
                <a:cubicBezTo>
                  <a:pt x="731520" y="709029"/>
                  <a:pt x="731520" y="760463"/>
                  <a:pt x="731520" y="812851"/>
                </a:cubicBezTo>
                <a:cubicBezTo>
                  <a:pt x="731520" y="869049"/>
                  <a:pt x="720090" y="880479"/>
                  <a:pt x="665797" y="880479"/>
                </a:cubicBezTo>
                <a:cubicBezTo>
                  <a:pt x="612458" y="881431"/>
                  <a:pt x="559118" y="881431"/>
                  <a:pt x="504825" y="881431"/>
                </a:cubicBezTo>
                <a:close/>
                <a:moveTo>
                  <a:pt x="516255" y="346126"/>
                </a:moveTo>
                <a:cubicBezTo>
                  <a:pt x="722947" y="346126"/>
                  <a:pt x="925830" y="346126"/>
                  <a:pt x="1129665" y="346126"/>
                </a:cubicBezTo>
                <a:cubicBezTo>
                  <a:pt x="1119188" y="208966"/>
                  <a:pt x="989647" y="86093"/>
                  <a:pt x="850583" y="79426"/>
                </a:cubicBezTo>
                <a:cubicBezTo>
                  <a:pt x="679133" y="70854"/>
                  <a:pt x="543878" y="176581"/>
                  <a:pt x="516255" y="34612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744394D-4C03-4338-B0A0-6DDFDAFF7178}"/>
              </a:ext>
            </a:extLst>
          </p:cNvPr>
          <p:cNvSpPr/>
          <p:nvPr/>
        </p:nvSpPr>
        <p:spPr>
          <a:xfrm>
            <a:off x="3611634" y="705278"/>
            <a:ext cx="632308" cy="635619"/>
          </a:xfrm>
          <a:custGeom>
            <a:avLst/>
            <a:gdLst>
              <a:gd name="connsiteX0" fmla="*/ 549912 w 1819275"/>
              <a:gd name="connsiteY0" fmla="*/ 1441204 h 1828800"/>
              <a:gd name="connsiteX1" fmla="*/ 387035 w 1819275"/>
              <a:gd name="connsiteY1" fmla="*/ 1605987 h 1828800"/>
              <a:gd name="connsiteX2" fmla="*/ 459424 w 1819275"/>
              <a:gd name="connsiteY2" fmla="*/ 1663137 h 1828800"/>
              <a:gd name="connsiteX3" fmla="*/ 460377 w 1819275"/>
              <a:gd name="connsiteY3" fmla="*/ 1738384 h 1828800"/>
              <a:gd name="connsiteX4" fmla="*/ 457519 w 1819275"/>
              <a:gd name="connsiteY4" fmla="*/ 1742194 h 1828800"/>
              <a:gd name="connsiteX5" fmla="*/ 251779 w 1819275"/>
              <a:gd name="connsiteY5" fmla="*/ 1747909 h 1828800"/>
              <a:gd name="connsiteX6" fmla="*/ 26037 w 1819275"/>
              <a:gd name="connsiteY6" fmla="*/ 1523119 h 1828800"/>
              <a:gd name="connsiteX7" fmla="*/ 24132 w 1819275"/>
              <a:gd name="connsiteY7" fmla="*/ 1435489 h 1828800"/>
              <a:gd name="connsiteX8" fmla="*/ 91759 w 1819275"/>
              <a:gd name="connsiteY8" fmla="*/ 1367862 h 1828800"/>
              <a:gd name="connsiteX9" fmla="*/ 162244 w 1819275"/>
              <a:gd name="connsiteY9" fmla="*/ 1365957 h 1828800"/>
              <a:gd name="connsiteX10" fmla="*/ 224157 w 1819275"/>
              <a:gd name="connsiteY10" fmla="*/ 1434537 h 1828800"/>
              <a:gd name="connsiteX11" fmla="*/ 386082 w 1819275"/>
              <a:gd name="connsiteY11" fmla="*/ 1270707 h 1828800"/>
              <a:gd name="connsiteX12" fmla="*/ 327027 w 1819275"/>
              <a:gd name="connsiteY12" fmla="*/ 1224987 h 1828800"/>
              <a:gd name="connsiteX13" fmla="*/ 327979 w 1819275"/>
              <a:gd name="connsiteY13" fmla="*/ 1130689 h 1828800"/>
              <a:gd name="connsiteX14" fmla="*/ 1042354 w 1819275"/>
              <a:gd name="connsiteY14" fmla="*/ 411552 h 1828800"/>
              <a:gd name="connsiteX15" fmla="*/ 1321437 w 1819275"/>
              <a:gd name="connsiteY15" fmla="*/ 265819 h 1828800"/>
              <a:gd name="connsiteX16" fmla="*/ 1538607 w 1819275"/>
              <a:gd name="connsiteY16" fmla="*/ 213432 h 1828800"/>
              <a:gd name="connsiteX17" fmla="*/ 1581469 w 1819275"/>
              <a:gd name="connsiteY17" fmla="*/ 186762 h 1828800"/>
              <a:gd name="connsiteX18" fmla="*/ 1739585 w 1819275"/>
              <a:gd name="connsiteY18" fmla="*/ 28646 h 1828800"/>
              <a:gd name="connsiteX19" fmla="*/ 1811974 w 1819275"/>
              <a:gd name="connsiteY19" fmla="*/ 13407 h 1828800"/>
              <a:gd name="connsiteX20" fmla="*/ 1797687 w 1819275"/>
              <a:gd name="connsiteY20" fmla="*/ 90559 h 1828800"/>
              <a:gd name="connsiteX21" fmla="*/ 1617665 w 1819275"/>
              <a:gd name="connsiteY21" fmla="*/ 294394 h 1828800"/>
              <a:gd name="connsiteX22" fmla="*/ 1547179 w 1819275"/>
              <a:gd name="connsiteY22" fmla="*/ 559189 h 1828800"/>
              <a:gd name="connsiteX23" fmla="*/ 1416687 w 1819275"/>
              <a:gd name="connsiteY23" fmla="*/ 783027 h 1828800"/>
              <a:gd name="connsiteX24" fmla="*/ 711837 w 1819275"/>
              <a:gd name="connsiteY24" fmla="*/ 1485019 h 1828800"/>
              <a:gd name="connsiteX25" fmla="*/ 586107 w 1819275"/>
              <a:gd name="connsiteY25" fmla="*/ 1485971 h 1828800"/>
              <a:gd name="connsiteX26" fmla="*/ 549912 w 1819275"/>
              <a:gd name="connsiteY26" fmla="*/ 1441204 h 1828800"/>
              <a:gd name="connsiteX27" fmla="*/ 643257 w 1819275"/>
              <a:gd name="connsiteY27" fmla="*/ 1421202 h 1828800"/>
              <a:gd name="connsiteX28" fmla="*/ 1397637 w 1819275"/>
              <a:gd name="connsiteY28" fmla="*/ 667774 h 1828800"/>
              <a:gd name="connsiteX29" fmla="*/ 1156654 w 1819275"/>
              <a:gd name="connsiteY29" fmla="*/ 418219 h 1828800"/>
              <a:gd name="connsiteX30" fmla="*/ 1109982 w 1819275"/>
              <a:gd name="connsiteY30" fmla="*/ 466796 h 1828800"/>
              <a:gd name="connsiteX31" fmla="*/ 1224282 w 1819275"/>
              <a:gd name="connsiteY31" fmla="*/ 576334 h 1828800"/>
              <a:gd name="connsiteX32" fmla="*/ 1236665 w 1819275"/>
              <a:gd name="connsiteY32" fmla="*/ 645866 h 1828800"/>
              <a:gd name="connsiteX33" fmla="*/ 1163322 w 1819275"/>
              <a:gd name="connsiteY33" fmla="*/ 634437 h 1828800"/>
              <a:gd name="connsiteX34" fmla="*/ 1062357 w 1819275"/>
              <a:gd name="connsiteY34" fmla="*/ 523946 h 1828800"/>
              <a:gd name="connsiteX35" fmla="*/ 983299 w 1819275"/>
              <a:gd name="connsiteY35" fmla="*/ 595384 h 1828800"/>
              <a:gd name="connsiteX36" fmla="*/ 1054737 w 1819275"/>
              <a:gd name="connsiteY36" fmla="*/ 662059 h 1828800"/>
              <a:gd name="connsiteX37" fmla="*/ 1061404 w 1819275"/>
              <a:gd name="connsiteY37" fmla="*/ 728734 h 1828800"/>
              <a:gd name="connsiteX38" fmla="*/ 994729 w 1819275"/>
              <a:gd name="connsiteY38" fmla="*/ 722066 h 1828800"/>
              <a:gd name="connsiteX39" fmla="*/ 932817 w 1819275"/>
              <a:gd name="connsiteY39" fmla="*/ 656344 h 1828800"/>
              <a:gd name="connsiteX40" fmla="*/ 861379 w 1819275"/>
              <a:gd name="connsiteY40" fmla="*/ 714446 h 1828800"/>
              <a:gd name="connsiteX41" fmla="*/ 985204 w 1819275"/>
              <a:gd name="connsiteY41" fmla="*/ 832557 h 1828800"/>
              <a:gd name="connsiteX42" fmla="*/ 991872 w 1819275"/>
              <a:gd name="connsiteY42" fmla="*/ 885896 h 1828800"/>
              <a:gd name="connsiteX43" fmla="*/ 943294 w 1819275"/>
              <a:gd name="connsiteY43" fmla="*/ 899232 h 1828800"/>
              <a:gd name="connsiteX44" fmla="*/ 909957 w 1819275"/>
              <a:gd name="connsiteY44" fmla="*/ 873514 h 1828800"/>
              <a:gd name="connsiteX45" fmla="*/ 814707 w 1819275"/>
              <a:gd name="connsiteY45" fmla="*/ 763024 h 1828800"/>
              <a:gd name="connsiteX46" fmla="*/ 803277 w 1819275"/>
              <a:gd name="connsiteY46" fmla="*/ 777312 h 1828800"/>
              <a:gd name="connsiteX47" fmla="*/ 731840 w 1819275"/>
              <a:gd name="connsiteY47" fmla="*/ 843034 h 1828800"/>
              <a:gd name="connsiteX48" fmla="*/ 806135 w 1819275"/>
              <a:gd name="connsiteY48" fmla="*/ 908757 h 1828800"/>
              <a:gd name="connsiteX49" fmla="*/ 813754 w 1819275"/>
              <a:gd name="connsiteY49" fmla="*/ 973527 h 1828800"/>
              <a:gd name="connsiteX50" fmla="*/ 748985 w 1819275"/>
              <a:gd name="connsiteY50" fmla="*/ 966859 h 1828800"/>
              <a:gd name="connsiteX51" fmla="*/ 686119 w 1819275"/>
              <a:gd name="connsiteY51" fmla="*/ 891612 h 1828800"/>
              <a:gd name="connsiteX52" fmla="*/ 673737 w 1819275"/>
              <a:gd name="connsiteY52" fmla="*/ 903041 h 1828800"/>
              <a:gd name="connsiteX53" fmla="*/ 613729 w 1819275"/>
              <a:gd name="connsiteY53" fmla="*/ 956382 h 1828800"/>
              <a:gd name="connsiteX54" fmla="*/ 733744 w 1819275"/>
              <a:gd name="connsiteY54" fmla="*/ 1067824 h 1828800"/>
              <a:gd name="connsiteX55" fmla="*/ 744222 w 1819275"/>
              <a:gd name="connsiteY55" fmla="*/ 1138309 h 1828800"/>
              <a:gd name="connsiteX56" fmla="*/ 674690 w 1819275"/>
              <a:gd name="connsiteY56" fmla="*/ 1126879 h 1828800"/>
              <a:gd name="connsiteX57" fmla="*/ 566104 w 1819275"/>
              <a:gd name="connsiteY57" fmla="*/ 1010674 h 1828800"/>
              <a:gd name="connsiteX58" fmla="*/ 490857 w 1819275"/>
              <a:gd name="connsiteY58" fmla="*/ 1087827 h 1828800"/>
              <a:gd name="connsiteX59" fmla="*/ 565152 w 1819275"/>
              <a:gd name="connsiteY59" fmla="*/ 1155454 h 1828800"/>
              <a:gd name="connsiteX60" fmla="*/ 568010 w 1819275"/>
              <a:gd name="connsiteY60" fmla="*/ 1221177 h 1828800"/>
              <a:gd name="connsiteX61" fmla="*/ 507049 w 1819275"/>
              <a:gd name="connsiteY61" fmla="*/ 1212604 h 1828800"/>
              <a:gd name="connsiteX62" fmla="*/ 436565 w 1819275"/>
              <a:gd name="connsiteY62" fmla="*/ 1137357 h 1828800"/>
              <a:gd name="connsiteX63" fmla="*/ 398465 w 1819275"/>
              <a:gd name="connsiteY63" fmla="*/ 1172599 h 1828800"/>
              <a:gd name="connsiteX64" fmla="*/ 417515 w 1819275"/>
              <a:gd name="connsiteY64" fmla="*/ 1196412 h 1828800"/>
              <a:gd name="connsiteX65" fmla="*/ 643257 w 1819275"/>
              <a:gd name="connsiteY65" fmla="*/ 1421202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19275" h="1828800">
                <a:moveTo>
                  <a:pt x="549912" y="1441204"/>
                </a:moveTo>
                <a:cubicBezTo>
                  <a:pt x="494667" y="1497402"/>
                  <a:pt x="447042" y="1545979"/>
                  <a:pt x="387035" y="1605987"/>
                </a:cubicBezTo>
                <a:cubicBezTo>
                  <a:pt x="409894" y="1624084"/>
                  <a:pt x="435612" y="1642182"/>
                  <a:pt x="459424" y="1663137"/>
                </a:cubicBezTo>
                <a:cubicBezTo>
                  <a:pt x="485142" y="1686949"/>
                  <a:pt x="484190" y="1712666"/>
                  <a:pt x="460377" y="1738384"/>
                </a:cubicBezTo>
                <a:cubicBezTo>
                  <a:pt x="459424" y="1739337"/>
                  <a:pt x="458472" y="1740289"/>
                  <a:pt x="457519" y="1742194"/>
                </a:cubicBezTo>
                <a:cubicBezTo>
                  <a:pt x="341315" y="1857446"/>
                  <a:pt x="361317" y="1858399"/>
                  <a:pt x="251779" y="1747909"/>
                </a:cubicBezTo>
                <a:cubicBezTo>
                  <a:pt x="177484" y="1672662"/>
                  <a:pt x="102237" y="1596462"/>
                  <a:pt x="26037" y="1523119"/>
                </a:cubicBezTo>
                <a:cubicBezTo>
                  <a:pt x="-5396" y="1492639"/>
                  <a:pt x="-11110" y="1466921"/>
                  <a:pt x="24132" y="1435489"/>
                </a:cubicBezTo>
                <a:cubicBezTo>
                  <a:pt x="47944" y="1414534"/>
                  <a:pt x="69852" y="1391674"/>
                  <a:pt x="91759" y="1367862"/>
                </a:cubicBezTo>
                <a:cubicBezTo>
                  <a:pt x="115572" y="1343096"/>
                  <a:pt x="139384" y="1345002"/>
                  <a:pt x="162244" y="1365957"/>
                </a:cubicBezTo>
                <a:cubicBezTo>
                  <a:pt x="185104" y="1387864"/>
                  <a:pt x="205107" y="1412629"/>
                  <a:pt x="224157" y="1434537"/>
                </a:cubicBezTo>
                <a:cubicBezTo>
                  <a:pt x="278449" y="1380244"/>
                  <a:pt x="327027" y="1330714"/>
                  <a:pt x="386082" y="1270707"/>
                </a:cubicBezTo>
                <a:cubicBezTo>
                  <a:pt x="368937" y="1257371"/>
                  <a:pt x="346077" y="1243084"/>
                  <a:pt x="327027" y="1224987"/>
                </a:cubicBezTo>
                <a:cubicBezTo>
                  <a:pt x="287974" y="1186887"/>
                  <a:pt x="288927" y="1169741"/>
                  <a:pt x="327979" y="1130689"/>
                </a:cubicBezTo>
                <a:cubicBezTo>
                  <a:pt x="567057" y="891612"/>
                  <a:pt x="809944" y="656344"/>
                  <a:pt x="1042354" y="411552"/>
                </a:cubicBezTo>
                <a:cubicBezTo>
                  <a:pt x="1122365" y="326779"/>
                  <a:pt x="1215710" y="290584"/>
                  <a:pt x="1321437" y="265819"/>
                </a:cubicBezTo>
                <a:cubicBezTo>
                  <a:pt x="1393827" y="248674"/>
                  <a:pt x="1466217" y="232482"/>
                  <a:pt x="1538607" y="213432"/>
                </a:cubicBezTo>
                <a:cubicBezTo>
                  <a:pt x="1554799" y="209621"/>
                  <a:pt x="1570040" y="198191"/>
                  <a:pt x="1581469" y="186762"/>
                </a:cubicBezTo>
                <a:cubicBezTo>
                  <a:pt x="1634810" y="135327"/>
                  <a:pt x="1687197" y="81987"/>
                  <a:pt x="1739585" y="28646"/>
                </a:cubicBezTo>
                <a:cubicBezTo>
                  <a:pt x="1760540" y="7691"/>
                  <a:pt x="1783399" y="-15168"/>
                  <a:pt x="1811974" y="13407"/>
                </a:cubicBezTo>
                <a:cubicBezTo>
                  <a:pt x="1841502" y="42934"/>
                  <a:pt x="1819594" y="66746"/>
                  <a:pt x="1797687" y="90559"/>
                </a:cubicBezTo>
                <a:cubicBezTo>
                  <a:pt x="1735774" y="157234"/>
                  <a:pt x="1659574" y="216289"/>
                  <a:pt x="1617665" y="294394"/>
                </a:cubicBezTo>
                <a:cubicBezTo>
                  <a:pt x="1575754" y="373452"/>
                  <a:pt x="1564324" y="469654"/>
                  <a:pt x="1547179" y="559189"/>
                </a:cubicBezTo>
                <a:cubicBezTo>
                  <a:pt x="1529082" y="650629"/>
                  <a:pt x="1483362" y="719209"/>
                  <a:pt x="1416687" y="783027"/>
                </a:cubicBezTo>
                <a:cubicBezTo>
                  <a:pt x="1179515" y="1014484"/>
                  <a:pt x="947104" y="1250704"/>
                  <a:pt x="711837" y="1485019"/>
                </a:cubicBezTo>
                <a:cubicBezTo>
                  <a:pt x="652782" y="1544074"/>
                  <a:pt x="645162" y="1545027"/>
                  <a:pt x="586107" y="1485971"/>
                </a:cubicBezTo>
                <a:cubicBezTo>
                  <a:pt x="574677" y="1471684"/>
                  <a:pt x="563247" y="1456444"/>
                  <a:pt x="549912" y="1441204"/>
                </a:cubicBezTo>
                <a:close/>
                <a:moveTo>
                  <a:pt x="643257" y="1421202"/>
                </a:moveTo>
                <a:cubicBezTo>
                  <a:pt x="899479" y="1165932"/>
                  <a:pt x="1151892" y="912566"/>
                  <a:pt x="1397637" y="667774"/>
                </a:cubicBezTo>
                <a:cubicBezTo>
                  <a:pt x="1319532" y="586812"/>
                  <a:pt x="1239522" y="503944"/>
                  <a:pt x="1156654" y="418219"/>
                </a:cubicBezTo>
                <a:cubicBezTo>
                  <a:pt x="1142367" y="433459"/>
                  <a:pt x="1128079" y="448699"/>
                  <a:pt x="1109982" y="466796"/>
                </a:cubicBezTo>
                <a:cubicBezTo>
                  <a:pt x="1150940" y="505849"/>
                  <a:pt x="1187135" y="541091"/>
                  <a:pt x="1224282" y="576334"/>
                </a:cubicBezTo>
                <a:cubicBezTo>
                  <a:pt x="1245237" y="596337"/>
                  <a:pt x="1261429" y="620149"/>
                  <a:pt x="1236665" y="645866"/>
                </a:cubicBezTo>
                <a:cubicBezTo>
                  <a:pt x="1209994" y="673489"/>
                  <a:pt x="1185229" y="657296"/>
                  <a:pt x="1163322" y="634437"/>
                </a:cubicBezTo>
                <a:cubicBezTo>
                  <a:pt x="1128079" y="596337"/>
                  <a:pt x="1092837" y="558237"/>
                  <a:pt x="1062357" y="523946"/>
                </a:cubicBezTo>
                <a:cubicBezTo>
                  <a:pt x="1030924" y="552521"/>
                  <a:pt x="1009017" y="572524"/>
                  <a:pt x="983299" y="595384"/>
                </a:cubicBezTo>
                <a:cubicBezTo>
                  <a:pt x="1008065" y="619196"/>
                  <a:pt x="1031877" y="640152"/>
                  <a:pt x="1054737" y="662059"/>
                </a:cubicBezTo>
                <a:cubicBezTo>
                  <a:pt x="1075692" y="682062"/>
                  <a:pt x="1084265" y="705874"/>
                  <a:pt x="1061404" y="728734"/>
                </a:cubicBezTo>
                <a:cubicBezTo>
                  <a:pt x="1039497" y="750641"/>
                  <a:pt x="1014732" y="743021"/>
                  <a:pt x="994729" y="722066"/>
                </a:cubicBezTo>
                <a:cubicBezTo>
                  <a:pt x="972822" y="698254"/>
                  <a:pt x="949962" y="674441"/>
                  <a:pt x="932817" y="656344"/>
                </a:cubicBezTo>
                <a:cubicBezTo>
                  <a:pt x="907099" y="677299"/>
                  <a:pt x="888049" y="692539"/>
                  <a:pt x="861379" y="714446"/>
                </a:cubicBezTo>
                <a:cubicBezTo>
                  <a:pt x="906147" y="756357"/>
                  <a:pt x="948057" y="792552"/>
                  <a:pt x="985204" y="832557"/>
                </a:cubicBezTo>
                <a:cubicBezTo>
                  <a:pt x="995682" y="843987"/>
                  <a:pt x="998540" y="871609"/>
                  <a:pt x="991872" y="885896"/>
                </a:cubicBezTo>
                <a:cubicBezTo>
                  <a:pt x="987110" y="896374"/>
                  <a:pt x="960440" y="900184"/>
                  <a:pt x="943294" y="899232"/>
                </a:cubicBezTo>
                <a:cubicBezTo>
                  <a:pt x="931865" y="898279"/>
                  <a:pt x="919482" y="883991"/>
                  <a:pt x="909957" y="873514"/>
                </a:cubicBezTo>
                <a:cubicBezTo>
                  <a:pt x="877572" y="837319"/>
                  <a:pt x="846140" y="800171"/>
                  <a:pt x="814707" y="763024"/>
                </a:cubicBezTo>
                <a:cubicBezTo>
                  <a:pt x="810897" y="767787"/>
                  <a:pt x="807087" y="772549"/>
                  <a:pt x="803277" y="777312"/>
                </a:cubicBezTo>
                <a:cubicBezTo>
                  <a:pt x="781369" y="797314"/>
                  <a:pt x="760415" y="817316"/>
                  <a:pt x="731840" y="843034"/>
                </a:cubicBezTo>
                <a:cubicBezTo>
                  <a:pt x="758510" y="866846"/>
                  <a:pt x="782322" y="887802"/>
                  <a:pt x="806135" y="908757"/>
                </a:cubicBezTo>
                <a:cubicBezTo>
                  <a:pt x="828042" y="928759"/>
                  <a:pt x="836615" y="956382"/>
                  <a:pt x="813754" y="973527"/>
                </a:cubicBezTo>
                <a:cubicBezTo>
                  <a:pt x="800419" y="983052"/>
                  <a:pt x="764224" y="978289"/>
                  <a:pt x="748985" y="966859"/>
                </a:cubicBezTo>
                <a:cubicBezTo>
                  <a:pt x="723267" y="947809"/>
                  <a:pt x="707074" y="917329"/>
                  <a:pt x="686119" y="891612"/>
                </a:cubicBezTo>
                <a:cubicBezTo>
                  <a:pt x="682310" y="895421"/>
                  <a:pt x="677547" y="899232"/>
                  <a:pt x="673737" y="903041"/>
                </a:cubicBezTo>
                <a:cubicBezTo>
                  <a:pt x="656592" y="918282"/>
                  <a:pt x="638494" y="934474"/>
                  <a:pt x="613729" y="956382"/>
                </a:cubicBezTo>
                <a:cubicBezTo>
                  <a:pt x="656592" y="996387"/>
                  <a:pt x="695644" y="1031629"/>
                  <a:pt x="733744" y="1067824"/>
                </a:cubicBezTo>
                <a:cubicBezTo>
                  <a:pt x="755652" y="1088779"/>
                  <a:pt x="768035" y="1113544"/>
                  <a:pt x="744222" y="1138309"/>
                </a:cubicBezTo>
                <a:cubicBezTo>
                  <a:pt x="719457" y="1163074"/>
                  <a:pt x="694692" y="1148787"/>
                  <a:pt x="674690" y="1126879"/>
                </a:cubicBezTo>
                <a:cubicBezTo>
                  <a:pt x="639447" y="1088779"/>
                  <a:pt x="603252" y="1050679"/>
                  <a:pt x="566104" y="1010674"/>
                </a:cubicBezTo>
                <a:cubicBezTo>
                  <a:pt x="538482" y="1038296"/>
                  <a:pt x="518479" y="1060204"/>
                  <a:pt x="490857" y="1087827"/>
                </a:cubicBezTo>
                <a:cubicBezTo>
                  <a:pt x="516574" y="1110687"/>
                  <a:pt x="541340" y="1132594"/>
                  <a:pt x="565152" y="1155454"/>
                </a:cubicBezTo>
                <a:cubicBezTo>
                  <a:pt x="586107" y="1175457"/>
                  <a:pt x="592774" y="1204032"/>
                  <a:pt x="568010" y="1221177"/>
                </a:cubicBezTo>
                <a:cubicBezTo>
                  <a:pt x="554674" y="1229749"/>
                  <a:pt x="522290" y="1224034"/>
                  <a:pt x="507049" y="1212604"/>
                </a:cubicBezTo>
                <a:cubicBezTo>
                  <a:pt x="481332" y="1193554"/>
                  <a:pt x="461329" y="1164979"/>
                  <a:pt x="436565" y="1137357"/>
                </a:cubicBezTo>
                <a:cubicBezTo>
                  <a:pt x="419419" y="1153549"/>
                  <a:pt x="409894" y="1162121"/>
                  <a:pt x="398465" y="1172599"/>
                </a:cubicBezTo>
                <a:cubicBezTo>
                  <a:pt x="407990" y="1184029"/>
                  <a:pt x="412752" y="1190696"/>
                  <a:pt x="417515" y="1196412"/>
                </a:cubicBezTo>
                <a:cubicBezTo>
                  <a:pt x="495619" y="1272612"/>
                  <a:pt x="571819" y="1348812"/>
                  <a:pt x="643257" y="142120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6076825-A6FA-4522-B683-8F7C95476377}"/>
              </a:ext>
            </a:extLst>
          </p:cNvPr>
          <p:cNvSpPr/>
          <p:nvPr/>
        </p:nvSpPr>
        <p:spPr>
          <a:xfrm>
            <a:off x="1087372" y="779202"/>
            <a:ext cx="728744" cy="537187"/>
          </a:xfrm>
          <a:custGeom>
            <a:avLst/>
            <a:gdLst>
              <a:gd name="connsiteX0" fmla="*/ 285241 w 438171"/>
              <a:gd name="connsiteY0" fmla="*/ 156774 h 322994"/>
              <a:gd name="connsiteX1" fmla="*/ 250805 w 438171"/>
              <a:gd name="connsiteY1" fmla="*/ 191807 h 322994"/>
              <a:gd name="connsiteX2" fmla="*/ 285639 w 438171"/>
              <a:gd name="connsiteY2" fmla="*/ 225646 h 322994"/>
              <a:gd name="connsiteX3" fmla="*/ 320273 w 438171"/>
              <a:gd name="connsiteY3" fmla="*/ 190812 h 322994"/>
              <a:gd name="connsiteX4" fmla="*/ 285241 w 438171"/>
              <a:gd name="connsiteY4" fmla="*/ 156774 h 322994"/>
              <a:gd name="connsiteX5" fmla="*/ 286435 w 438171"/>
              <a:gd name="connsiteY5" fmla="*/ 113978 h 322994"/>
              <a:gd name="connsiteX6" fmla="*/ 362671 w 438171"/>
              <a:gd name="connsiteY6" fmla="*/ 190812 h 322994"/>
              <a:gd name="connsiteX7" fmla="*/ 285440 w 438171"/>
              <a:gd name="connsiteY7" fmla="*/ 267844 h 322994"/>
              <a:gd name="connsiteX8" fmla="*/ 209004 w 438171"/>
              <a:gd name="connsiteY8" fmla="*/ 190613 h 322994"/>
              <a:gd name="connsiteX9" fmla="*/ 286435 w 438171"/>
              <a:gd name="connsiteY9" fmla="*/ 113978 h 322994"/>
              <a:gd name="connsiteX10" fmla="*/ 286236 w 438171"/>
              <a:gd name="connsiteY10" fmla="*/ 97457 h 322994"/>
              <a:gd name="connsiteX11" fmla="*/ 192084 w 438171"/>
              <a:gd name="connsiteY11" fmla="*/ 190414 h 322994"/>
              <a:gd name="connsiteX12" fmla="*/ 282056 w 438171"/>
              <a:gd name="connsiteY12" fmla="*/ 284565 h 322994"/>
              <a:gd name="connsiteX13" fmla="*/ 378993 w 438171"/>
              <a:gd name="connsiteY13" fmla="*/ 193798 h 322994"/>
              <a:gd name="connsiteX14" fmla="*/ 286236 w 438171"/>
              <a:gd name="connsiteY14" fmla="*/ 97457 h 322994"/>
              <a:gd name="connsiteX15" fmla="*/ 166407 w 438171"/>
              <a:gd name="connsiteY15" fmla="*/ 89893 h 322994"/>
              <a:gd name="connsiteX16" fmla="*/ 285639 w 438171"/>
              <a:gd name="connsiteY16" fmla="*/ 90291 h 322994"/>
              <a:gd name="connsiteX17" fmla="*/ 405069 w 438171"/>
              <a:gd name="connsiteY17" fmla="*/ 90092 h 322994"/>
              <a:gd name="connsiteX18" fmla="*/ 419600 w 438171"/>
              <a:gd name="connsiteY18" fmla="*/ 98850 h 322994"/>
              <a:gd name="connsiteX19" fmla="*/ 415022 w 438171"/>
              <a:gd name="connsiteY19" fmla="*/ 250527 h 322994"/>
              <a:gd name="connsiteX20" fmla="*/ 278075 w 438171"/>
              <a:gd name="connsiteY20" fmla="*/ 322782 h 322994"/>
              <a:gd name="connsiteX21" fmla="*/ 151677 w 438171"/>
              <a:gd name="connsiteY21" fmla="*/ 98452 h 322994"/>
              <a:gd name="connsiteX22" fmla="*/ 166407 w 438171"/>
              <a:gd name="connsiteY22" fmla="*/ 89893 h 322994"/>
              <a:gd name="connsiteX23" fmla="*/ 156304 w 438171"/>
              <a:gd name="connsiteY23" fmla="*/ 494 h 322994"/>
              <a:gd name="connsiteX24" fmla="*/ 197060 w 438171"/>
              <a:gd name="connsiteY24" fmla="*/ 15249 h 322994"/>
              <a:gd name="connsiteX25" fmla="*/ 209402 w 438171"/>
              <a:gd name="connsiteY25" fmla="*/ 39135 h 322994"/>
              <a:gd name="connsiteX26" fmla="*/ 400689 w 438171"/>
              <a:gd name="connsiteY26" fmla="*/ 72575 h 322994"/>
              <a:gd name="connsiteX27" fmla="*/ 169193 w 438171"/>
              <a:gd name="connsiteY27" fmla="*/ 72575 h 322994"/>
              <a:gd name="connsiteX28" fmla="*/ 182131 w 438171"/>
              <a:gd name="connsiteY28" fmla="*/ 59438 h 322994"/>
              <a:gd name="connsiteX29" fmla="*/ 174965 w 438171"/>
              <a:gd name="connsiteY29" fmla="*/ 20225 h 322994"/>
              <a:gd name="connsiteX30" fmla="*/ 135752 w 438171"/>
              <a:gd name="connsiteY30" fmla="*/ 32367 h 322994"/>
              <a:gd name="connsiteX31" fmla="*/ 123212 w 438171"/>
              <a:gd name="connsiteY31" fmla="*/ 78746 h 322994"/>
              <a:gd name="connsiteX32" fmla="*/ 100919 w 438171"/>
              <a:gd name="connsiteY32" fmla="*/ 177873 h 322994"/>
              <a:gd name="connsiteX33" fmla="*/ 49762 w 438171"/>
              <a:gd name="connsiteY33" fmla="*/ 219873 h 322994"/>
              <a:gd name="connsiteX34" fmla="*/ 6170 w 438171"/>
              <a:gd name="connsiteY34" fmla="*/ 213901 h 322994"/>
              <a:gd name="connsiteX35" fmla="*/ 0 w 438171"/>
              <a:gd name="connsiteY35" fmla="*/ 203153 h 322994"/>
              <a:gd name="connsiteX36" fmla="*/ 11346 w 438171"/>
              <a:gd name="connsiteY36" fmla="*/ 197778 h 322994"/>
              <a:gd name="connsiteX37" fmla="*/ 13336 w 438171"/>
              <a:gd name="connsiteY37" fmla="*/ 198177 h 322994"/>
              <a:gd name="connsiteX38" fmla="*/ 89174 w 438171"/>
              <a:gd name="connsiteY38" fmla="*/ 162148 h 322994"/>
              <a:gd name="connsiteX39" fmla="*/ 105298 w 438171"/>
              <a:gd name="connsiteY39" fmla="*/ 85712 h 322994"/>
              <a:gd name="connsiteX40" fmla="*/ 118833 w 438171"/>
              <a:gd name="connsiteY40" fmla="*/ 26196 h 322994"/>
              <a:gd name="connsiteX41" fmla="*/ 156304 w 438171"/>
              <a:gd name="connsiteY41" fmla="*/ 494 h 322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438171" h="322994">
                <a:moveTo>
                  <a:pt x="285241" y="156774"/>
                </a:moveTo>
                <a:cubicBezTo>
                  <a:pt x="266530" y="156973"/>
                  <a:pt x="250407" y="173096"/>
                  <a:pt x="250805" y="191807"/>
                </a:cubicBezTo>
                <a:cubicBezTo>
                  <a:pt x="251203" y="210120"/>
                  <a:pt x="267326" y="225845"/>
                  <a:pt x="285639" y="225646"/>
                </a:cubicBezTo>
                <a:cubicBezTo>
                  <a:pt x="304748" y="225646"/>
                  <a:pt x="320472" y="209921"/>
                  <a:pt x="320273" y="190812"/>
                </a:cubicBezTo>
                <a:cubicBezTo>
                  <a:pt x="320074" y="171902"/>
                  <a:pt x="304548" y="156575"/>
                  <a:pt x="285241" y="156774"/>
                </a:cubicBezTo>
                <a:close/>
                <a:moveTo>
                  <a:pt x="286435" y="113978"/>
                </a:moveTo>
                <a:cubicBezTo>
                  <a:pt x="328434" y="114177"/>
                  <a:pt x="362671" y="148613"/>
                  <a:pt x="362671" y="190812"/>
                </a:cubicBezTo>
                <a:cubicBezTo>
                  <a:pt x="362671" y="233608"/>
                  <a:pt x="328236" y="267844"/>
                  <a:pt x="285440" y="267844"/>
                </a:cubicBezTo>
                <a:cubicBezTo>
                  <a:pt x="242445" y="267844"/>
                  <a:pt x="208805" y="234006"/>
                  <a:pt x="209004" y="190613"/>
                </a:cubicBezTo>
                <a:cubicBezTo>
                  <a:pt x="209004" y="147817"/>
                  <a:pt x="243241" y="113978"/>
                  <a:pt x="286435" y="113978"/>
                </a:cubicBezTo>
                <a:close/>
                <a:moveTo>
                  <a:pt x="286236" y="97457"/>
                </a:moveTo>
                <a:cubicBezTo>
                  <a:pt x="234682" y="97059"/>
                  <a:pt x="192681" y="138262"/>
                  <a:pt x="192084" y="190414"/>
                </a:cubicBezTo>
                <a:cubicBezTo>
                  <a:pt x="191487" y="240773"/>
                  <a:pt x="232890" y="284166"/>
                  <a:pt x="282056" y="284565"/>
                </a:cubicBezTo>
                <a:cubicBezTo>
                  <a:pt x="336198" y="284963"/>
                  <a:pt x="378396" y="245352"/>
                  <a:pt x="378993" y="193798"/>
                </a:cubicBezTo>
                <a:cubicBezTo>
                  <a:pt x="379591" y="140054"/>
                  <a:pt x="338984" y="97855"/>
                  <a:pt x="286236" y="97457"/>
                </a:cubicBezTo>
                <a:close/>
                <a:moveTo>
                  <a:pt x="166407" y="89893"/>
                </a:moveTo>
                <a:cubicBezTo>
                  <a:pt x="206018" y="90490"/>
                  <a:pt x="245828" y="90291"/>
                  <a:pt x="285639" y="90291"/>
                </a:cubicBezTo>
                <a:cubicBezTo>
                  <a:pt x="325449" y="90291"/>
                  <a:pt x="365259" y="90490"/>
                  <a:pt x="405069" y="90092"/>
                </a:cubicBezTo>
                <a:cubicBezTo>
                  <a:pt x="412434" y="90092"/>
                  <a:pt x="416415" y="92480"/>
                  <a:pt x="419600" y="98850"/>
                </a:cubicBezTo>
                <a:cubicBezTo>
                  <a:pt x="445078" y="150205"/>
                  <a:pt x="445078" y="201560"/>
                  <a:pt x="415022" y="250527"/>
                </a:cubicBezTo>
                <a:cubicBezTo>
                  <a:pt x="384169" y="300887"/>
                  <a:pt x="337193" y="325569"/>
                  <a:pt x="278075" y="322782"/>
                </a:cubicBezTo>
                <a:cubicBezTo>
                  <a:pt x="166208" y="317806"/>
                  <a:pt x="98132" y="196186"/>
                  <a:pt x="151677" y="98452"/>
                </a:cubicBezTo>
                <a:cubicBezTo>
                  <a:pt x="155260" y="92082"/>
                  <a:pt x="159042" y="89893"/>
                  <a:pt x="166407" y="89893"/>
                </a:cubicBezTo>
                <a:close/>
                <a:moveTo>
                  <a:pt x="156304" y="494"/>
                </a:moveTo>
                <a:cubicBezTo>
                  <a:pt x="171183" y="-1621"/>
                  <a:pt x="186610" y="3007"/>
                  <a:pt x="197060" y="15249"/>
                </a:cubicBezTo>
                <a:cubicBezTo>
                  <a:pt x="202434" y="21817"/>
                  <a:pt x="205022" y="30775"/>
                  <a:pt x="209402" y="39135"/>
                </a:cubicBezTo>
                <a:cubicBezTo>
                  <a:pt x="278074" y="-277"/>
                  <a:pt x="360680" y="21618"/>
                  <a:pt x="400689" y="72575"/>
                </a:cubicBezTo>
                <a:cubicBezTo>
                  <a:pt x="323856" y="72575"/>
                  <a:pt x="247819" y="72575"/>
                  <a:pt x="169193" y="72575"/>
                </a:cubicBezTo>
                <a:cubicBezTo>
                  <a:pt x="174368" y="67201"/>
                  <a:pt x="178150" y="63220"/>
                  <a:pt x="182131" y="59438"/>
                </a:cubicBezTo>
                <a:cubicBezTo>
                  <a:pt x="194871" y="47495"/>
                  <a:pt x="191288" y="26993"/>
                  <a:pt x="174965" y="20225"/>
                </a:cubicBezTo>
                <a:cubicBezTo>
                  <a:pt x="160236" y="14054"/>
                  <a:pt x="144909" y="18433"/>
                  <a:pt x="135752" y="32367"/>
                </a:cubicBezTo>
                <a:cubicBezTo>
                  <a:pt x="126596" y="46300"/>
                  <a:pt x="124008" y="62423"/>
                  <a:pt x="123212" y="78746"/>
                </a:cubicBezTo>
                <a:cubicBezTo>
                  <a:pt x="121421" y="112982"/>
                  <a:pt x="116843" y="146821"/>
                  <a:pt x="100919" y="177873"/>
                </a:cubicBezTo>
                <a:cubicBezTo>
                  <a:pt x="89772" y="199172"/>
                  <a:pt x="74445" y="215295"/>
                  <a:pt x="49762" y="219873"/>
                </a:cubicBezTo>
                <a:cubicBezTo>
                  <a:pt x="34635" y="222660"/>
                  <a:pt x="19905" y="219873"/>
                  <a:pt x="6170" y="213901"/>
                </a:cubicBezTo>
                <a:cubicBezTo>
                  <a:pt x="3185" y="212508"/>
                  <a:pt x="1990" y="206935"/>
                  <a:pt x="0" y="203153"/>
                </a:cubicBezTo>
                <a:cubicBezTo>
                  <a:pt x="3782" y="201361"/>
                  <a:pt x="7564" y="199371"/>
                  <a:pt x="11346" y="197778"/>
                </a:cubicBezTo>
                <a:cubicBezTo>
                  <a:pt x="11744" y="197579"/>
                  <a:pt x="12540" y="197977"/>
                  <a:pt x="13336" y="198177"/>
                </a:cubicBezTo>
                <a:cubicBezTo>
                  <a:pt x="52549" y="208925"/>
                  <a:pt x="72653" y="199570"/>
                  <a:pt x="89174" y="162148"/>
                </a:cubicBezTo>
                <a:cubicBezTo>
                  <a:pt x="99923" y="137864"/>
                  <a:pt x="103904" y="111987"/>
                  <a:pt x="105298" y="85712"/>
                </a:cubicBezTo>
                <a:cubicBezTo>
                  <a:pt x="106492" y="65011"/>
                  <a:pt x="108483" y="44708"/>
                  <a:pt x="118833" y="26196"/>
                </a:cubicBezTo>
                <a:cubicBezTo>
                  <a:pt x="127094" y="11467"/>
                  <a:pt x="141425" y="2609"/>
                  <a:pt x="156304" y="494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6C1188-6531-4BEC-9F3D-F90131E9F3EC}"/>
              </a:ext>
            </a:extLst>
          </p:cNvPr>
          <p:cNvGrpSpPr/>
          <p:nvPr/>
        </p:nvGrpSpPr>
        <p:grpSpPr>
          <a:xfrm>
            <a:off x="326919" y="2736347"/>
            <a:ext cx="4795140" cy="3716968"/>
            <a:chOff x="1212678" y="2786226"/>
            <a:chExt cx="4795140" cy="371696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D780B7-4706-4F86-BEA1-1BF65603C6FC}"/>
                </a:ext>
              </a:extLst>
            </p:cNvPr>
            <p:cNvSpPr txBox="1"/>
            <p:nvPr/>
          </p:nvSpPr>
          <p:spPr>
            <a:xfrm>
              <a:off x="1546363" y="2786226"/>
              <a:ext cx="4321299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ru-RU" altLang="ko-KR" dirty="0">
                  <a:cs typeface="Arial" pitchFamily="34" charset="0"/>
                </a:rPr>
                <a:t>Иммунная система </a:t>
              </a:r>
              <a:endParaRPr lang="en-US" altLang="ko-KR" dirty="0"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B309B2-EA45-4B08-9086-018C3C489D8F}"/>
                </a:ext>
              </a:extLst>
            </p:cNvPr>
            <p:cNvSpPr txBox="1"/>
            <p:nvPr/>
          </p:nvSpPr>
          <p:spPr>
            <a:xfrm>
              <a:off x="1546363" y="5243192"/>
              <a:ext cx="4321299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ru-RU" altLang="ko-KR" dirty="0">
                  <a:cs typeface="Arial" pitchFamily="34" charset="0"/>
                </a:rPr>
                <a:t>Иммунная система «учится» на протяжении жизни. </a:t>
              </a:r>
              <a:endParaRPr lang="en-US" altLang="ko-KR" dirty="0"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D8A4CF1-9A86-471F-98D4-91B19A714010}"/>
                </a:ext>
              </a:extLst>
            </p:cNvPr>
            <p:cNvSpPr txBox="1"/>
            <p:nvPr/>
          </p:nvSpPr>
          <p:spPr>
            <a:xfrm>
              <a:off x="1686519" y="3971530"/>
              <a:ext cx="4321299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ru-RU" altLang="ko-KR" dirty="0">
                  <a:cs typeface="Arial" pitchFamily="34" charset="0"/>
                </a:rPr>
                <a:t>Иммунная система «запоминает» врагов.</a:t>
              </a:r>
              <a:endParaRPr lang="en-US" altLang="ko-KR" dirty="0"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7F9C5D9-1591-472D-8891-B836C5307595}"/>
                </a:ext>
              </a:extLst>
            </p:cNvPr>
            <p:cNvSpPr txBox="1"/>
            <p:nvPr/>
          </p:nvSpPr>
          <p:spPr>
            <a:xfrm>
              <a:off x="1278951" y="3100158"/>
              <a:ext cx="44165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это не просто орган, а сеть. Она состоит из множества различных клеток, тканей и органов. В её арсенале — лимфоциты, макрофаги, нейтрофилы и другие «солдаты», каждый из которых выполняет свою роль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09CE7E-35F9-411D-9617-537572F3A959}"/>
                </a:ext>
              </a:extLst>
            </p:cNvPr>
            <p:cNvSpPr txBox="1"/>
            <p:nvPr/>
          </p:nvSpPr>
          <p:spPr>
            <a:xfrm>
              <a:off x="1212678" y="4396571"/>
              <a:ext cx="44815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Например, когда человек переболел гриппом, система «запоминает» вирус, чтобы быстрее его уничтожить при повторной встрече. Это одна из причин, почему редко болеют одним и тем же вирусом дважды.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36F5FC2-62B6-4C4E-86EB-CEEE85E7C8B5}"/>
                </a:ext>
              </a:extLst>
            </p:cNvPr>
            <p:cNvSpPr txBox="1"/>
            <p:nvPr/>
          </p:nvSpPr>
          <p:spPr>
            <a:xfrm>
              <a:off x="1353364" y="5672197"/>
              <a:ext cx="43363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200" dirty="0"/>
                <a:t>Она постоянно «знакомится» с новыми вирусами и бактериями и «учится» с ними бороться. Это одна из причин, почему иммунитет взрослых более сильный, чем у детей.</a:t>
              </a:r>
              <a:endParaRPr lang="ko-KR" altLang="en-US" sz="900" dirty="0">
                <a:cs typeface="Arial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42C4A40-2122-41E0-BAE8-761BE54E1CBD}"/>
              </a:ext>
            </a:extLst>
          </p:cNvPr>
          <p:cNvSpPr txBox="1"/>
          <p:nvPr/>
        </p:nvSpPr>
        <p:spPr>
          <a:xfrm>
            <a:off x="6849658" y="521581"/>
            <a:ext cx="4586968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4400" b="1" dirty="0">
                <a:latin typeface="+mj-lt"/>
                <a:cs typeface="Arial" pitchFamily="34" charset="0"/>
              </a:rPr>
              <a:t>Интересные факты</a:t>
            </a:r>
            <a:endParaRPr lang="en-US" altLang="ko-KR" sz="4400" b="1" dirty="0">
              <a:latin typeface="+mj-lt"/>
              <a:cs typeface="Arial" pitchFamily="34" charset="0"/>
            </a:endParaRPr>
          </a:p>
        </p:txBody>
      </p:sp>
      <p:grpSp>
        <p:nvGrpSpPr>
          <p:cNvPr id="19" name="Graphic 179">
            <a:extLst>
              <a:ext uri="{FF2B5EF4-FFF2-40B4-BE49-F238E27FC236}">
                <a16:creationId xmlns:a16="http://schemas.microsoft.com/office/drawing/2014/main" id="{D221911A-CF6B-45E9-841C-76893C2F8266}"/>
              </a:ext>
            </a:extLst>
          </p:cNvPr>
          <p:cNvGrpSpPr/>
          <p:nvPr/>
        </p:nvGrpSpPr>
        <p:grpSpPr>
          <a:xfrm>
            <a:off x="5174902" y="2461314"/>
            <a:ext cx="6844648" cy="3807335"/>
            <a:chOff x="0" y="38100"/>
            <a:chExt cx="12192000" cy="6781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A7D805C-9121-4FDE-9BAC-1E4425BC84C8}"/>
                </a:ext>
              </a:extLst>
            </p:cNvPr>
            <p:cNvSpPr/>
            <p:nvPr/>
          </p:nvSpPr>
          <p:spPr>
            <a:xfrm>
              <a:off x="0" y="5143500"/>
              <a:ext cx="12192000" cy="1676400"/>
            </a:xfrm>
            <a:custGeom>
              <a:avLst/>
              <a:gdLst>
                <a:gd name="connsiteX0" fmla="*/ 11907202 w 12192000"/>
                <a:gd name="connsiteY0" fmla="*/ 1677352 h 1676400"/>
                <a:gd name="connsiteX1" fmla="*/ 400050 w 12192000"/>
                <a:gd name="connsiteY1" fmla="*/ 1677352 h 1676400"/>
                <a:gd name="connsiteX2" fmla="*/ 0 w 12192000"/>
                <a:gd name="connsiteY2" fmla="*/ 0 h 1676400"/>
                <a:gd name="connsiteX3" fmla="*/ 12192952 w 12192000"/>
                <a:gd name="connsiteY3" fmla="*/ 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1676400">
                  <a:moveTo>
                    <a:pt x="11907202" y="1677352"/>
                  </a:moveTo>
                  <a:lnTo>
                    <a:pt x="400050" y="1677352"/>
                  </a:lnTo>
                  <a:lnTo>
                    <a:pt x="0" y="0"/>
                  </a:lnTo>
                  <a:lnTo>
                    <a:pt x="1219295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BAEA4DB-EC9E-4AD0-9CBC-21BC39B64BB5}"/>
                </a:ext>
              </a:extLst>
            </p:cNvPr>
            <p:cNvSpPr/>
            <p:nvPr/>
          </p:nvSpPr>
          <p:spPr>
            <a:xfrm>
              <a:off x="1139404" y="37147"/>
              <a:ext cx="10391775" cy="6419850"/>
            </a:xfrm>
            <a:custGeom>
              <a:avLst/>
              <a:gdLst>
                <a:gd name="connsiteX0" fmla="*/ 10401086 w 10391775"/>
                <a:gd name="connsiteY0" fmla="*/ 5277803 h 6419850"/>
                <a:gd name="connsiteX1" fmla="*/ 10346794 w 10391775"/>
                <a:gd name="connsiteY1" fmla="*/ 5213985 h 6419850"/>
                <a:gd name="connsiteX2" fmla="*/ 10257258 w 10391775"/>
                <a:gd name="connsiteY2" fmla="*/ 5204460 h 6419850"/>
                <a:gd name="connsiteX3" fmla="*/ 10055329 w 10391775"/>
                <a:gd name="connsiteY3" fmla="*/ 5180648 h 6419850"/>
                <a:gd name="connsiteX4" fmla="*/ 9990558 w 10391775"/>
                <a:gd name="connsiteY4" fmla="*/ 5137785 h 6419850"/>
                <a:gd name="connsiteX5" fmla="*/ 9946744 w 10391775"/>
                <a:gd name="connsiteY5" fmla="*/ 5097780 h 6419850"/>
                <a:gd name="connsiteX6" fmla="*/ 8430363 w 10391775"/>
                <a:gd name="connsiteY6" fmla="*/ 3751898 h 6419850"/>
                <a:gd name="connsiteX7" fmla="*/ 8434173 w 10391775"/>
                <a:gd name="connsiteY7" fmla="*/ 3711893 h 6419850"/>
                <a:gd name="connsiteX8" fmla="*/ 8403694 w 10391775"/>
                <a:gd name="connsiteY8" fmla="*/ 3470910 h 6419850"/>
                <a:gd name="connsiteX9" fmla="*/ 8289394 w 10391775"/>
                <a:gd name="connsiteY9" fmla="*/ 3220403 h 6419850"/>
                <a:gd name="connsiteX10" fmla="*/ 8270344 w 10391775"/>
                <a:gd name="connsiteY10" fmla="*/ 3156585 h 6419850"/>
                <a:gd name="connsiteX11" fmla="*/ 8249389 w 10391775"/>
                <a:gd name="connsiteY11" fmla="*/ 2998470 h 6419850"/>
                <a:gd name="connsiteX12" fmla="*/ 8235101 w 10391775"/>
                <a:gd name="connsiteY12" fmla="*/ 2959418 h 6419850"/>
                <a:gd name="connsiteX13" fmla="*/ 8251294 w 10391775"/>
                <a:gd name="connsiteY13" fmla="*/ 2849880 h 6419850"/>
                <a:gd name="connsiteX14" fmla="*/ 8243673 w 10391775"/>
                <a:gd name="connsiteY14" fmla="*/ 2742248 h 6419850"/>
                <a:gd name="connsiteX15" fmla="*/ 8164616 w 10391775"/>
                <a:gd name="connsiteY15" fmla="*/ 2652713 h 6419850"/>
                <a:gd name="connsiteX16" fmla="*/ 7905536 w 10391775"/>
                <a:gd name="connsiteY16" fmla="*/ 2518410 h 6419850"/>
                <a:gd name="connsiteX17" fmla="*/ 7904584 w 10391775"/>
                <a:gd name="connsiteY17" fmla="*/ 2516505 h 6419850"/>
                <a:gd name="connsiteX18" fmla="*/ 7896964 w 10391775"/>
                <a:gd name="connsiteY18" fmla="*/ 2493645 h 6419850"/>
                <a:gd name="connsiteX19" fmla="*/ 7984594 w 10391775"/>
                <a:gd name="connsiteY19" fmla="*/ 2342198 h 6419850"/>
                <a:gd name="connsiteX20" fmla="*/ 7993166 w 10391775"/>
                <a:gd name="connsiteY20" fmla="*/ 2317433 h 6419850"/>
                <a:gd name="connsiteX21" fmla="*/ 8005548 w 10391775"/>
                <a:gd name="connsiteY21" fmla="*/ 2270760 h 6419850"/>
                <a:gd name="connsiteX22" fmla="*/ 7965544 w 10391775"/>
                <a:gd name="connsiteY22" fmla="*/ 2142173 h 6419850"/>
                <a:gd name="connsiteX23" fmla="*/ 7956971 w 10391775"/>
                <a:gd name="connsiteY23" fmla="*/ 2039303 h 6419850"/>
                <a:gd name="connsiteX24" fmla="*/ 7962686 w 10391775"/>
                <a:gd name="connsiteY24" fmla="*/ 2036445 h 6419850"/>
                <a:gd name="connsiteX25" fmla="*/ 7979831 w 10391775"/>
                <a:gd name="connsiteY25" fmla="*/ 1876425 h 6419850"/>
                <a:gd name="connsiteX26" fmla="*/ 7975069 w 10391775"/>
                <a:gd name="connsiteY26" fmla="*/ 1875473 h 6419850"/>
                <a:gd name="connsiteX27" fmla="*/ 7950303 w 10391775"/>
                <a:gd name="connsiteY27" fmla="*/ 1832610 h 6419850"/>
                <a:gd name="connsiteX28" fmla="*/ 7813144 w 10391775"/>
                <a:gd name="connsiteY28" fmla="*/ 1753553 h 6419850"/>
                <a:gd name="connsiteX29" fmla="*/ 7776948 w 10391775"/>
                <a:gd name="connsiteY29" fmla="*/ 1728788 h 6419850"/>
                <a:gd name="connsiteX30" fmla="*/ 7735039 w 10391775"/>
                <a:gd name="connsiteY30" fmla="*/ 1305878 h 6419850"/>
                <a:gd name="connsiteX31" fmla="*/ 7711226 w 10391775"/>
                <a:gd name="connsiteY31" fmla="*/ 1237298 h 6419850"/>
                <a:gd name="connsiteX32" fmla="*/ 7568351 w 10391775"/>
                <a:gd name="connsiteY32" fmla="*/ 1065848 h 6419850"/>
                <a:gd name="connsiteX33" fmla="*/ 7569303 w 10391775"/>
                <a:gd name="connsiteY33" fmla="*/ 963930 h 6419850"/>
                <a:gd name="connsiteX34" fmla="*/ 7568351 w 10391775"/>
                <a:gd name="connsiteY34" fmla="*/ 962025 h 6419850"/>
                <a:gd name="connsiteX35" fmla="*/ 7596926 w 10391775"/>
                <a:gd name="connsiteY35" fmla="*/ 897255 h 6419850"/>
                <a:gd name="connsiteX36" fmla="*/ 7595021 w 10391775"/>
                <a:gd name="connsiteY36" fmla="*/ 866775 h 6419850"/>
                <a:gd name="connsiteX37" fmla="*/ 7602641 w 10391775"/>
                <a:gd name="connsiteY37" fmla="*/ 864870 h 6419850"/>
                <a:gd name="connsiteX38" fmla="*/ 7610261 w 10391775"/>
                <a:gd name="connsiteY38" fmla="*/ 785813 h 6419850"/>
                <a:gd name="connsiteX39" fmla="*/ 7603594 w 10391775"/>
                <a:gd name="connsiteY39" fmla="*/ 657225 h 6419850"/>
                <a:gd name="connsiteX40" fmla="*/ 7553111 w 10391775"/>
                <a:gd name="connsiteY40" fmla="*/ 541020 h 6419850"/>
                <a:gd name="connsiteX41" fmla="*/ 7226403 w 10391775"/>
                <a:gd name="connsiteY41" fmla="*/ 168593 h 6419850"/>
                <a:gd name="connsiteX42" fmla="*/ 7071146 w 10391775"/>
                <a:gd name="connsiteY42" fmla="*/ 69533 h 6419850"/>
                <a:gd name="connsiteX43" fmla="*/ 6949226 w 10391775"/>
                <a:gd name="connsiteY43" fmla="*/ 19050 h 6419850"/>
                <a:gd name="connsiteX44" fmla="*/ 6880646 w 10391775"/>
                <a:gd name="connsiteY44" fmla="*/ 0 h 6419850"/>
                <a:gd name="connsiteX45" fmla="*/ 6833021 w 10391775"/>
                <a:gd name="connsiteY45" fmla="*/ 0 h 6419850"/>
                <a:gd name="connsiteX46" fmla="*/ 6680621 w 10391775"/>
                <a:gd name="connsiteY46" fmla="*/ 0 h 6419850"/>
                <a:gd name="connsiteX47" fmla="*/ 6671096 w 10391775"/>
                <a:gd name="connsiteY47" fmla="*/ 0 h 6419850"/>
                <a:gd name="connsiteX48" fmla="*/ 6641569 w 10391775"/>
                <a:gd name="connsiteY48" fmla="*/ 18098 h 6419850"/>
                <a:gd name="connsiteX49" fmla="*/ 6529173 w 10391775"/>
                <a:gd name="connsiteY49" fmla="*/ 48578 h 6419850"/>
                <a:gd name="connsiteX50" fmla="*/ 6318671 w 10391775"/>
                <a:gd name="connsiteY50" fmla="*/ 153353 h 6419850"/>
                <a:gd name="connsiteX51" fmla="*/ 6091976 w 10391775"/>
                <a:gd name="connsiteY51" fmla="*/ 457200 h 6419850"/>
                <a:gd name="connsiteX52" fmla="*/ 6071973 w 10391775"/>
                <a:gd name="connsiteY52" fmla="*/ 533400 h 6419850"/>
                <a:gd name="connsiteX53" fmla="*/ 6060544 w 10391775"/>
                <a:gd name="connsiteY53" fmla="*/ 606743 h 6419850"/>
                <a:gd name="connsiteX54" fmla="*/ 6052923 w 10391775"/>
                <a:gd name="connsiteY54" fmla="*/ 676275 h 6419850"/>
                <a:gd name="connsiteX55" fmla="*/ 6044351 w 10391775"/>
                <a:gd name="connsiteY55" fmla="*/ 802958 h 6419850"/>
                <a:gd name="connsiteX56" fmla="*/ 6013871 w 10391775"/>
                <a:gd name="connsiteY56" fmla="*/ 847725 h 6419850"/>
                <a:gd name="connsiteX57" fmla="*/ 5919573 w 10391775"/>
                <a:gd name="connsiteY57" fmla="*/ 1057275 h 6419850"/>
                <a:gd name="connsiteX58" fmla="*/ 6011014 w 10391775"/>
                <a:gd name="connsiteY58" fmla="*/ 1267778 h 6419850"/>
                <a:gd name="connsiteX59" fmla="*/ 6011966 w 10391775"/>
                <a:gd name="connsiteY59" fmla="*/ 1276350 h 6419850"/>
                <a:gd name="connsiteX60" fmla="*/ 5880521 w 10391775"/>
                <a:gd name="connsiteY60" fmla="*/ 1524953 h 6419850"/>
                <a:gd name="connsiteX61" fmla="*/ 5801464 w 10391775"/>
                <a:gd name="connsiteY61" fmla="*/ 1797368 h 6419850"/>
                <a:gd name="connsiteX62" fmla="*/ 5794796 w 10391775"/>
                <a:gd name="connsiteY62" fmla="*/ 1829753 h 6419850"/>
                <a:gd name="connsiteX63" fmla="*/ 5792891 w 10391775"/>
                <a:gd name="connsiteY63" fmla="*/ 1846898 h 6419850"/>
                <a:gd name="connsiteX64" fmla="*/ 5792891 w 10391775"/>
                <a:gd name="connsiteY64" fmla="*/ 1846898 h 6419850"/>
                <a:gd name="connsiteX65" fmla="*/ 5785271 w 10391775"/>
                <a:gd name="connsiteY65" fmla="*/ 1896428 h 6419850"/>
                <a:gd name="connsiteX66" fmla="*/ 5772889 w 10391775"/>
                <a:gd name="connsiteY66" fmla="*/ 2006918 h 6419850"/>
                <a:gd name="connsiteX67" fmla="*/ 5766221 w 10391775"/>
                <a:gd name="connsiteY67" fmla="*/ 2067878 h 6419850"/>
                <a:gd name="connsiteX68" fmla="*/ 5754791 w 10391775"/>
                <a:gd name="connsiteY68" fmla="*/ 2143125 h 6419850"/>
                <a:gd name="connsiteX69" fmla="*/ 5722406 w 10391775"/>
                <a:gd name="connsiteY69" fmla="*/ 2151698 h 6419850"/>
                <a:gd name="connsiteX70" fmla="*/ 5722406 w 10391775"/>
                <a:gd name="connsiteY70" fmla="*/ 2151698 h 6419850"/>
                <a:gd name="connsiteX71" fmla="*/ 5310926 w 10391775"/>
                <a:gd name="connsiteY71" fmla="*/ 2225993 h 6419850"/>
                <a:gd name="connsiteX72" fmla="*/ 5306164 w 10391775"/>
                <a:gd name="connsiteY72" fmla="*/ 2228850 h 6419850"/>
                <a:gd name="connsiteX73" fmla="*/ 5209009 w 10391775"/>
                <a:gd name="connsiteY73" fmla="*/ 2246948 h 6419850"/>
                <a:gd name="connsiteX74" fmla="*/ 5209009 w 10391775"/>
                <a:gd name="connsiteY74" fmla="*/ 2246948 h 6419850"/>
                <a:gd name="connsiteX75" fmla="*/ 5085184 w 10391775"/>
                <a:gd name="connsiteY75" fmla="*/ 2249805 h 6419850"/>
                <a:gd name="connsiteX76" fmla="*/ 5001364 w 10391775"/>
                <a:gd name="connsiteY76" fmla="*/ 2286000 h 6419850"/>
                <a:gd name="connsiteX77" fmla="*/ 4965169 w 10391775"/>
                <a:gd name="connsiteY77" fmla="*/ 2363153 h 6419850"/>
                <a:gd name="connsiteX78" fmla="*/ 4912781 w 10391775"/>
                <a:gd name="connsiteY78" fmla="*/ 2507933 h 6419850"/>
                <a:gd name="connsiteX79" fmla="*/ 4687039 w 10391775"/>
                <a:gd name="connsiteY79" fmla="*/ 2970848 h 6419850"/>
                <a:gd name="connsiteX80" fmla="*/ 4620364 w 10391775"/>
                <a:gd name="connsiteY80" fmla="*/ 3170873 h 6419850"/>
                <a:gd name="connsiteX81" fmla="*/ 4391764 w 10391775"/>
                <a:gd name="connsiteY81" fmla="*/ 3722370 h 6419850"/>
                <a:gd name="connsiteX82" fmla="*/ 4388906 w 10391775"/>
                <a:gd name="connsiteY82" fmla="*/ 3730943 h 6419850"/>
                <a:gd name="connsiteX83" fmla="*/ 4373666 w 10391775"/>
                <a:gd name="connsiteY83" fmla="*/ 3818573 h 6419850"/>
                <a:gd name="connsiteX84" fmla="*/ 4318421 w 10391775"/>
                <a:gd name="connsiteY84" fmla="*/ 3914775 h 6419850"/>
                <a:gd name="connsiteX85" fmla="*/ 4151733 w 10391775"/>
                <a:gd name="connsiteY85" fmla="*/ 4318635 h 6419850"/>
                <a:gd name="connsiteX86" fmla="*/ 4112681 w 10391775"/>
                <a:gd name="connsiteY86" fmla="*/ 4448175 h 6419850"/>
                <a:gd name="connsiteX87" fmla="*/ 3847886 w 10391775"/>
                <a:gd name="connsiteY87" fmla="*/ 4705350 h 6419850"/>
                <a:gd name="connsiteX88" fmla="*/ 3847886 w 10391775"/>
                <a:gd name="connsiteY88" fmla="*/ 4705350 h 6419850"/>
                <a:gd name="connsiteX89" fmla="*/ 3669768 w 10391775"/>
                <a:gd name="connsiteY89" fmla="*/ 4745355 h 6419850"/>
                <a:gd name="connsiteX90" fmla="*/ 3535466 w 10391775"/>
                <a:gd name="connsiteY90" fmla="*/ 4855845 h 6419850"/>
                <a:gd name="connsiteX91" fmla="*/ 3506891 w 10391775"/>
                <a:gd name="connsiteY91" fmla="*/ 4887278 h 6419850"/>
                <a:gd name="connsiteX92" fmla="*/ 3123986 w 10391775"/>
                <a:gd name="connsiteY92" fmla="*/ 3693795 h 6419850"/>
                <a:gd name="connsiteX93" fmla="*/ 3077314 w 10391775"/>
                <a:gd name="connsiteY93" fmla="*/ 3657600 h 6419850"/>
                <a:gd name="connsiteX94" fmla="*/ 48363 w 10391775"/>
                <a:gd name="connsiteY94" fmla="*/ 3403283 h 6419850"/>
                <a:gd name="connsiteX95" fmla="*/ 10263 w 10391775"/>
                <a:gd name="connsiteY95" fmla="*/ 3453765 h 6419850"/>
                <a:gd name="connsiteX96" fmla="*/ 783693 w 10391775"/>
                <a:gd name="connsiteY96" fmla="*/ 5687378 h 6419850"/>
                <a:gd name="connsiteX97" fmla="*/ 858941 w 10391775"/>
                <a:gd name="connsiteY97" fmla="*/ 5751195 h 6419850"/>
                <a:gd name="connsiteX98" fmla="*/ 3812644 w 10391775"/>
                <a:gd name="connsiteY98" fmla="*/ 6414135 h 6419850"/>
                <a:gd name="connsiteX99" fmla="*/ 3882176 w 10391775"/>
                <a:gd name="connsiteY99" fmla="*/ 6414135 h 6419850"/>
                <a:gd name="connsiteX100" fmla="*/ 5439514 w 10391775"/>
                <a:gd name="connsiteY100" fmla="*/ 5869305 h 6419850"/>
                <a:gd name="connsiteX101" fmla="*/ 5500473 w 10391775"/>
                <a:gd name="connsiteY101" fmla="*/ 5750243 h 6419850"/>
                <a:gd name="connsiteX102" fmla="*/ 5409986 w 10391775"/>
                <a:gd name="connsiteY102" fmla="*/ 5628323 h 6419850"/>
                <a:gd name="connsiteX103" fmla="*/ 4356521 w 10391775"/>
                <a:gd name="connsiteY103" fmla="*/ 5469255 h 6419850"/>
                <a:gd name="connsiteX104" fmla="*/ 4083153 w 10391775"/>
                <a:gd name="connsiteY104" fmla="*/ 5431155 h 6419850"/>
                <a:gd name="connsiteX105" fmla="*/ 4065056 w 10391775"/>
                <a:gd name="connsiteY105" fmla="*/ 5359718 h 6419850"/>
                <a:gd name="connsiteX106" fmla="*/ 4126969 w 10391775"/>
                <a:gd name="connsiteY106" fmla="*/ 5299710 h 6419850"/>
                <a:gd name="connsiteX107" fmla="*/ 4185071 w 10391775"/>
                <a:gd name="connsiteY107" fmla="*/ 5245418 h 6419850"/>
                <a:gd name="connsiteX108" fmla="*/ 4386048 w 10391775"/>
                <a:gd name="connsiteY108" fmla="*/ 5192078 h 6419850"/>
                <a:gd name="connsiteX109" fmla="*/ 4485109 w 10391775"/>
                <a:gd name="connsiteY109" fmla="*/ 5096828 h 6419850"/>
                <a:gd name="connsiteX110" fmla="*/ 4500348 w 10391775"/>
                <a:gd name="connsiteY110" fmla="*/ 5039678 h 6419850"/>
                <a:gd name="connsiteX111" fmla="*/ 4657511 w 10391775"/>
                <a:gd name="connsiteY111" fmla="*/ 4881563 h 6419850"/>
                <a:gd name="connsiteX112" fmla="*/ 4657511 w 10391775"/>
                <a:gd name="connsiteY112" fmla="*/ 4880610 h 6419850"/>
                <a:gd name="connsiteX113" fmla="*/ 4685134 w 10391775"/>
                <a:gd name="connsiteY113" fmla="*/ 4792028 h 6419850"/>
                <a:gd name="connsiteX114" fmla="*/ 4729901 w 10391775"/>
                <a:gd name="connsiteY114" fmla="*/ 4742498 h 6419850"/>
                <a:gd name="connsiteX115" fmla="*/ 5028034 w 10391775"/>
                <a:gd name="connsiteY115" fmla="*/ 4289108 h 6419850"/>
                <a:gd name="connsiteX116" fmla="*/ 5041369 w 10391775"/>
                <a:gd name="connsiteY116" fmla="*/ 4235768 h 6419850"/>
                <a:gd name="connsiteX117" fmla="*/ 5100423 w 10391775"/>
                <a:gd name="connsiteY117" fmla="*/ 3920490 h 6419850"/>
                <a:gd name="connsiteX118" fmla="*/ 5154716 w 10391775"/>
                <a:gd name="connsiteY118" fmla="*/ 3794760 h 6419850"/>
                <a:gd name="connsiteX119" fmla="*/ 5224248 w 10391775"/>
                <a:gd name="connsiteY119" fmla="*/ 3719513 h 6419850"/>
                <a:gd name="connsiteX120" fmla="*/ 5241394 w 10391775"/>
                <a:gd name="connsiteY120" fmla="*/ 3794760 h 6419850"/>
                <a:gd name="connsiteX121" fmla="*/ 5235678 w 10391775"/>
                <a:gd name="connsiteY121" fmla="*/ 3905250 h 6419850"/>
                <a:gd name="connsiteX122" fmla="*/ 5229964 w 10391775"/>
                <a:gd name="connsiteY122" fmla="*/ 4012883 h 6419850"/>
                <a:gd name="connsiteX123" fmla="*/ 5192816 w 10391775"/>
                <a:gd name="connsiteY123" fmla="*/ 4169093 h 6419850"/>
                <a:gd name="connsiteX124" fmla="*/ 5158526 w 10391775"/>
                <a:gd name="connsiteY124" fmla="*/ 4288155 h 6419850"/>
                <a:gd name="connsiteX125" fmla="*/ 5112806 w 10391775"/>
                <a:gd name="connsiteY125" fmla="*/ 4455795 h 6419850"/>
                <a:gd name="connsiteX126" fmla="*/ 5102328 w 10391775"/>
                <a:gd name="connsiteY126" fmla="*/ 4551045 h 6419850"/>
                <a:gd name="connsiteX127" fmla="*/ 5102328 w 10391775"/>
                <a:gd name="connsiteY127" fmla="*/ 4606290 h 6419850"/>
                <a:gd name="connsiteX128" fmla="*/ 5086136 w 10391775"/>
                <a:gd name="connsiteY128" fmla="*/ 4851083 h 6419850"/>
                <a:gd name="connsiteX129" fmla="*/ 5083278 w 10391775"/>
                <a:gd name="connsiteY129" fmla="*/ 5066348 h 6419850"/>
                <a:gd name="connsiteX130" fmla="*/ 5190911 w 10391775"/>
                <a:gd name="connsiteY130" fmla="*/ 5172075 h 6419850"/>
                <a:gd name="connsiteX131" fmla="*/ 7493103 w 10391775"/>
                <a:gd name="connsiteY131" fmla="*/ 5171123 h 6419850"/>
                <a:gd name="connsiteX132" fmla="*/ 7540728 w 10391775"/>
                <a:gd name="connsiteY132" fmla="*/ 5113973 h 6419850"/>
                <a:gd name="connsiteX133" fmla="*/ 7531203 w 10391775"/>
                <a:gd name="connsiteY133" fmla="*/ 5035868 h 6419850"/>
                <a:gd name="connsiteX134" fmla="*/ 7530251 w 10391775"/>
                <a:gd name="connsiteY134" fmla="*/ 4920615 h 6419850"/>
                <a:gd name="connsiteX135" fmla="*/ 7515964 w 10391775"/>
                <a:gd name="connsiteY135" fmla="*/ 4822508 h 6419850"/>
                <a:gd name="connsiteX136" fmla="*/ 7527394 w 10391775"/>
                <a:gd name="connsiteY136" fmla="*/ 4438650 h 6419850"/>
                <a:gd name="connsiteX137" fmla="*/ 7640741 w 10391775"/>
                <a:gd name="connsiteY137" fmla="*/ 4023360 h 6419850"/>
                <a:gd name="connsiteX138" fmla="*/ 7640741 w 10391775"/>
                <a:gd name="connsiteY138" fmla="*/ 4026218 h 6419850"/>
                <a:gd name="connsiteX139" fmla="*/ 7695986 w 10391775"/>
                <a:gd name="connsiteY139" fmla="*/ 4155758 h 6419850"/>
                <a:gd name="connsiteX140" fmla="*/ 7802666 w 10391775"/>
                <a:gd name="connsiteY140" fmla="*/ 4413885 h 6419850"/>
                <a:gd name="connsiteX141" fmla="*/ 7836956 w 10391775"/>
                <a:gd name="connsiteY141" fmla="*/ 4534853 h 6419850"/>
                <a:gd name="connsiteX142" fmla="*/ 7897916 w 10391775"/>
                <a:gd name="connsiteY142" fmla="*/ 4672965 h 6419850"/>
                <a:gd name="connsiteX143" fmla="*/ 8019836 w 10391775"/>
                <a:gd name="connsiteY143" fmla="*/ 4934903 h 6419850"/>
                <a:gd name="connsiteX144" fmla="*/ 8265581 w 10391775"/>
                <a:gd name="connsiteY144" fmla="*/ 5229225 h 6419850"/>
                <a:gd name="connsiteX145" fmla="*/ 8308444 w 10391775"/>
                <a:gd name="connsiteY145" fmla="*/ 5270183 h 6419850"/>
                <a:gd name="connsiteX146" fmla="*/ 8274153 w 10391775"/>
                <a:gd name="connsiteY146" fmla="*/ 5303520 h 6419850"/>
                <a:gd name="connsiteX147" fmla="*/ 7787426 w 10391775"/>
                <a:gd name="connsiteY147" fmla="*/ 5428298 h 6419850"/>
                <a:gd name="connsiteX148" fmla="*/ 7721703 w 10391775"/>
                <a:gd name="connsiteY148" fmla="*/ 5471160 h 6419850"/>
                <a:gd name="connsiteX149" fmla="*/ 7721703 w 10391775"/>
                <a:gd name="connsiteY149" fmla="*/ 5471160 h 6419850"/>
                <a:gd name="connsiteX150" fmla="*/ 7721703 w 10391775"/>
                <a:gd name="connsiteY150" fmla="*/ 5472113 h 6419850"/>
                <a:gd name="connsiteX151" fmla="*/ 7720751 w 10391775"/>
                <a:gd name="connsiteY151" fmla="*/ 5585460 h 6419850"/>
                <a:gd name="connsiteX152" fmla="*/ 7937921 w 10391775"/>
                <a:gd name="connsiteY152" fmla="*/ 5749290 h 6419850"/>
                <a:gd name="connsiteX153" fmla="*/ 8677061 w 10391775"/>
                <a:gd name="connsiteY153" fmla="*/ 5865495 h 6419850"/>
                <a:gd name="connsiteX154" fmla="*/ 8818983 w 10391775"/>
                <a:gd name="connsiteY154" fmla="*/ 5855018 h 6419850"/>
                <a:gd name="connsiteX155" fmla="*/ 8869466 w 10391775"/>
                <a:gd name="connsiteY155" fmla="*/ 5896928 h 6419850"/>
                <a:gd name="connsiteX156" fmla="*/ 8889469 w 10391775"/>
                <a:gd name="connsiteY156" fmla="*/ 6042660 h 6419850"/>
                <a:gd name="connsiteX157" fmla="*/ 8942808 w 10391775"/>
                <a:gd name="connsiteY157" fmla="*/ 6113145 h 6419850"/>
                <a:gd name="connsiteX158" fmla="*/ 9099019 w 10391775"/>
                <a:gd name="connsiteY158" fmla="*/ 6154103 h 6419850"/>
                <a:gd name="connsiteX159" fmla="*/ 9242846 w 10391775"/>
                <a:gd name="connsiteY159" fmla="*/ 6126480 h 6419850"/>
                <a:gd name="connsiteX160" fmla="*/ 9308569 w 10391775"/>
                <a:gd name="connsiteY160" fmla="*/ 6058853 h 6419850"/>
                <a:gd name="connsiteX161" fmla="*/ 9356194 w 10391775"/>
                <a:gd name="connsiteY161" fmla="*/ 6027420 h 6419850"/>
                <a:gd name="connsiteX162" fmla="*/ 9422869 w 10391775"/>
                <a:gd name="connsiteY162" fmla="*/ 6022658 h 6419850"/>
                <a:gd name="connsiteX163" fmla="*/ 10102000 w 10391775"/>
                <a:gd name="connsiteY163" fmla="*/ 5926455 h 6419850"/>
                <a:gd name="connsiteX164" fmla="*/ 10171533 w 10391775"/>
                <a:gd name="connsiteY164" fmla="*/ 5972175 h 6419850"/>
                <a:gd name="connsiteX165" fmla="*/ 10227731 w 10391775"/>
                <a:gd name="connsiteY165" fmla="*/ 6017895 h 6419850"/>
                <a:gd name="connsiteX166" fmla="*/ 10331554 w 10391775"/>
                <a:gd name="connsiteY166" fmla="*/ 6008370 h 6419850"/>
                <a:gd name="connsiteX167" fmla="*/ 10399181 w 10391775"/>
                <a:gd name="connsiteY167" fmla="*/ 5937885 h 6419850"/>
                <a:gd name="connsiteX168" fmla="*/ 10401086 w 10391775"/>
                <a:gd name="connsiteY168" fmla="*/ 5277803 h 6419850"/>
                <a:gd name="connsiteX169" fmla="*/ 5120426 w 10391775"/>
                <a:gd name="connsiteY169" fmla="*/ 4653915 h 6419850"/>
                <a:gd name="connsiteX170" fmla="*/ 5120426 w 10391775"/>
                <a:gd name="connsiteY170" fmla="*/ 4650105 h 6419850"/>
                <a:gd name="connsiteX171" fmla="*/ 5121378 w 10391775"/>
                <a:gd name="connsiteY171" fmla="*/ 4652010 h 6419850"/>
                <a:gd name="connsiteX172" fmla="*/ 5120426 w 10391775"/>
                <a:gd name="connsiteY172" fmla="*/ 4653915 h 6419850"/>
                <a:gd name="connsiteX173" fmla="*/ 5252823 w 10391775"/>
                <a:gd name="connsiteY173" fmla="*/ 3790950 h 6419850"/>
                <a:gd name="connsiteX174" fmla="*/ 5252823 w 10391775"/>
                <a:gd name="connsiteY174" fmla="*/ 3790950 h 6419850"/>
                <a:gd name="connsiteX175" fmla="*/ 5250919 w 10391775"/>
                <a:gd name="connsiteY175" fmla="*/ 3791903 h 6419850"/>
                <a:gd name="connsiteX176" fmla="*/ 5252823 w 10391775"/>
                <a:gd name="connsiteY176" fmla="*/ 3790950 h 6419850"/>
                <a:gd name="connsiteX177" fmla="*/ 5252823 w 10391775"/>
                <a:gd name="connsiteY177" fmla="*/ 3790950 h 6419850"/>
                <a:gd name="connsiteX178" fmla="*/ 5253776 w 10391775"/>
                <a:gd name="connsiteY178" fmla="*/ 3801428 h 6419850"/>
                <a:gd name="connsiteX179" fmla="*/ 5253776 w 10391775"/>
                <a:gd name="connsiteY179" fmla="*/ 3801428 h 6419850"/>
                <a:gd name="connsiteX180" fmla="*/ 5253776 w 10391775"/>
                <a:gd name="connsiteY180" fmla="*/ 3801428 h 6419850"/>
                <a:gd name="connsiteX181" fmla="*/ 5253776 w 10391775"/>
                <a:gd name="connsiteY181" fmla="*/ 3801428 h 6419850"/>
                <a:gd name="connsiteX182" fmla="*/ 5253776 w 10391775"/>
                <a:gd name="connsiteY182" fmla="*/ 3801428 h 6419850"/>
                <a:gd name="connsiteX183" fmla="*/ 5253776 w 10391775"/>
                <a:gd name="connsiteY183" fmla="*/ 3801428 h 6419850"/>
                <a:gd name="connsiteX184" fmla="*/ 7520726 w 10391775"/>
                <a:gd name="connsiteY184" fmla="*/ 5030153 h 6419850"/>
                <a:gd name="connsiteX185" fmla="*/ 7520726 w 10391775"/>
                <a:gd name="connsiteY185" fmla="*/ 5030153 h 6419850"/>
                <a:gd name="connsiteX186" fmla="*/ 7520726 w 10391775"/>
                <a:gd name="connsiteY186" fmla="*/ 5030153 h 6419850"/>
                <a:gd name="connsiteX187" fmla="*/ 7520726 w 10391775"/>
                <a:gd name="connsiteY187" fmla="*/ 5030153 h 6419850"/>
                <a:gd name="connsiteX188" fmla="*/ 7243548 w 10391775"/>
                <a:gd name="connsiteY188" fmla="*/ 2096453 h 6419850"/>
                <a:gd name="connsiteX189" fmla="*/ 7243548 w 10391775"/>
                <a:gd name="connsiteY189" fmla="*/ 2096453 h 6419850"/>
                <a:gd name="connsiteX190" fmla="*/ 7273076 w 10391775"/>
                <a:gd name="connsiteY190" fmla="*/ 1983105 h 6419850"/>
                <a:gd name="connsiteX191" fmla="*/ 7281648 w 10391775"/>
                <a:gd name="connsiteY191" fmla="*/ 1962150 h 6419850"/>
                <a:gd name="connsiteX192" fmla="*/ 7311176 w 10391775"/>
                <a:gd name="connsiteY192" fmla="*/ 1991678 h 6419850"/>
                <a:gd name="connsiteX193" fmla="*/ 7311176 w 10391775"/>
                <a:gd name="connsiteY193" fmla="*/ 1991678 h 6419850"/>
                <a:gd name="connsiteX194" fmla="*/ 7328321 w 10391775"/>
                <a:gd name="connsiteY194" fmla="*/ 2002155 h 6419850"/>
                <a:gd name="connsiteX195" fmla="*/ 7368326 w 10391775"/>
                <a:gd name="connsiteY195" fmla="*/ 2017395 h 6419850"/>
                <a:gd name="connsiteX196" fmla="*/ 7243548 w 10391775"/>
                <a:gd name="connsiteY196" fmla="*/ 2096453 h 6419850"/>
                <a:gd name="connsiteX197" fmla="*/ 7532156 w 10391775"/>
                <a:gd name="connsiteY197" fmla="*/ 1809750 h 6419850"/>
                <a:gd name="connsiteX198" fmla="*/ 7414046 w 10391775"/>
                <a:gd name="connsiteY198" fmla="*/ 1876425 h 6419850"/>
                <a:gd name="connsiteX199" fmla="*/ 7302603 w 10391775"/>
                <a:gd name="connsiteY199" fmla="*/ 1913573 h 6419850"/>
                <a:gd name="connsiteX200" fmla="*/ 7427381 w 10391775"/>
                <a:gd name="connsiteY200" fmla="*/ 1719263 h 6419850"/>
                <a:gd name="connsiteX201" fmla="*/ 7463576 w 10391775"/>
                <a:gd name="connsiteY201" fmla="*/ 1725930 h 6419850"/>
                <a:gd name="connsiteX202" fmla="*/ 7536919 w 10391775"/>
                <a:gd name="connsiteY202" fmla="*/ 1766888 h 6419850"/>
                <a:gd name="connsiteX203" fmla="*/ 7532156 w 10391775"/>
                <a:gd name="connsiteY203" fmla="*/ 1809750 h 6419850"/>
                <a:gd name="connsiteX204" fmla="*/ 7635026 w 10391775"/>
                <a:gd name="connsiteY204" fmla="*/ 2258378 h 6419850"/>
                <a:gd name="connsiteX205" fmla="*/ 7633121 w 10391775"/>
                <a:gd name="connsiteY205" fmla="*/ 2275523 h 6419850"/>
                <a:gd name="connsiteX206" fmla="*/ 7625501 w 10391775"/>
                <a:gd name="connsiteY206" fmla="*/ 2306003 h 6419850"/>
                <a:gd name="connsiteX207" fmla="*/ 7555969 w 10391775"/>
                <a:gd name="connsiteY207" fmla="*/ 2381250 h 6419850"/>
                <a:gd name="connsiteX208" fmla="*/ 7591211 w 10391775"/>
                <a:gd name="connsiteY208" fmla="*/ 2235518 h 6419850"/>
                <a:gd name="connsiteX209" fmla="*/ 7624548 w 10391775"/>
                <a:gd name="connsiteY209" fmla="*/ 2190750 h 6419850"/>
                <a:gd name="connsiteX210" fmla="*/ 7624548 w 10391775"/>
                <a:gd name="connsiteY210" fmla="*/ 2190750 h 6419850"/>
                <a:gd name="connsiteX211" fmla="*/ 7635026 w 10391775"/>
                <a:gd name="connsiteY211" fmla="*/ 2258378 h 6419850"/>
                <a:gd name="connsiteX212" fmla="*/ 7758851 w 10391775"/>
                <a:gd name="connsiteY212" fmla="*/ 1743075 h 6419850"/>
                <a:gd name="connsiteX213" fmla="*/ 7757898 w 10391775"/>
                <a:gd name="connsiteY213" fmla="*/ 1742123 h 6419850"/>
                <a:gd name="connsiteX214" fmla="*/ 7757898 w 10391775"/>
                <a:gd name="connsiteY214" fmla="*/ 1741170 h 6419850"/>
                <a:gd name="connsiteX215" fmla="*/ 7758851 w 10391775"/>
                <a:gd name="connsiteY215" fmla="*/ 1743075 h 6419850"/>
                <a:gd name="connsiteX216" fmla="*/ 7758851 w 10391775"/>
                <a:gd name="connsiteY216" fmla="*/ 1743075 h 6419850"/>
                <a:gd name="connsiteX217" fmla="*/ 9201888 w 10391775"/>
                <a:gd name="connsiteY217" fmla="*/ 6113145 h 6419850"/>
                <a:gd name="connsiteX218" fmla="*/ 9201888 w 10391775"/>
                <a:gd name="connsiteY218" fmla="*/ 6113145 h 6419850"/>
                <a:gd name="connsiteX219" fmla="*/ 9201888 w 10391775"/>
                <a:gd name="connsiteY219" fmla="*/ 6113145 h 6419850"/>
                <a:gd name="connsiteX220" fmla="*/ 9201888 w 10391775"/>
                <a:gd name="connsiteY220" fmla="*/ 6113145 h 6419850"/>
                <a:gd name="connsiteX221" fmla="*/ 9740050 w 10391775"/>
                <a:gd name="connsiteY221" fmla="*/ 5124450 h 6419850"/>
                <a:gd name="connsiteX222" fmla="*/ 8798029 w 10391775"/>
                <a:gd name="connsiteY222" fmla="*/ 5114925 h 6419850"/>
                <a:gd name="connsiteX223" fmla="*/ 8872323 w 10391775"/>
                <a:gd name="connsiteY223" fmla="*/ 4905375 h 6419850"/>
                <a:gd name="connsiteX224" fmla="*/ 8845654 w 10391775"/>
                <a:gd name="connsiteY224" fmla="*/ 4692015 h 6419850"/>
                <a:gd name="connsiteX225" fmla="*/ 8737069 w 10391775"/>
                <a:gd name="connsiteY225" fmla="*/ 4410075 h 6419850"/>
                <a:gd name="connsiteX226" fmla="*/ 8715161 w 10391775"/>
                <a:gd name="connsiteY226" fmla="*/ 4363403 h 6419850"/>
                <a:gd name="connsiteX227" fmla="*/ 8567523 w 10391775"/>
                <a:gd name="connsiteY227" fmla="*/ 4095750 h 6419850"/>
                <a:gd name="connsiteX228" fmla="*/ 8567523 w 10391775"/>
                <a:gd name="connsiteY228" fmla="*/ 4085273 h 6419850"/>
                <a:gd name="connsiteX229" fmla="*/ 8596098 w 10391775"/>
                <a:gd name="connsiteY229" fmla="*/ 4081463 h 6419850"/>
                <a:gd name="connsiteX230" fmla="*/ 9721000 w 10391775"/>
                <a:gd name="connsiteY230" fmla="*/ 5074920 h 6419850"/>
                <a:gd name="connsiteX231" fmla="*/ 9740050 w 10391775"/>
                <a:gd name="connsiteY231" fmla="*/ 5124450 h 641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10391775" h="6419850">
                  <a:moveTo>
                    <a:pt x="10401086" y="5277803"/>
                  </a:moveTo>
                  <a:cubicBezTo>
                    <a:pt x="10401086" y="5239703"/>
                    <a:pt x="10386798" y="5218748"/>
                    <a:pt x="10346794" y="5213985"/>
                  </a:cubicBezTo>
                  <a:cubicBezTo>
                    <a:pt x="10317266" y="5211128"/>
                    <a:pt x="10286786" y="5209223"/>
                    <a:pt x="10257258" y="5204460"/>
                  </a:cubicBezTo>
                  <a:cubicBezTo>
                    <a:pt x="10189631" y="5195888"/>
                    <a:pt x="10120098" y="5205413"/>
                    <a:pt x="10055329" y="5180648"/>
                  </a:cubicBezTo>
                  <a:cubicBezTo>
                    <a:pt x="10047708" y="5176838"/>
                    <a:pt x="10006750" y="5147310"/>
                    <a:pt x="9990558" y="5137785"/>
                  </a:cubicBezTo>
                  <a:cubicBezTo>
                    <a:pt x="9990558" y="5136833"/>
                    <a:pt x="9956269" y="5098733"/>
                    <a:pt x="9946744" y="5097780"/>
                  </a:cubicBezTo>
                  <a:cubicBezTo>
                    <a:pt x="9945791" y="5097780"/>
                    <a:pt x="8933283" y="4197668"/>
                    <a:pt x="8430363" y="3751898"/>
                  </a:cubicBezTo>
                  <a:cubicBezTo>
                    <a:pt x="8431316" y="3739515"/>
                    <a:pt x="8434173" y="3712845"/>
                    <a:pt x="8434173" y="3711893"/>
                  </a:cubicBezTo>
                  <a:cubicBezTo>
                    <a:pt x="8437031" y="3708083"/>
                    <a:pt x="8415123" y="3489008"/>
                    <a:pt x="8403694" y="3470910"/>
                  </a:cubicBezTo>
                  <a:cubicBezTo>
                    <a:pt x="8390358" y="3449003"/>
                    <a:pt x="8318921" y="3241358"/>
                    <a:pt x="8289394" y="3220403"/>
                  </a:cubicBezTo>
                  <a:cubicBezTo>
                    <a:pt x="8268439" y="3205163"/>
                    <a:pt x="8266534" y="3159443"/>
                    <a:pt x="8270344" y="3156585"/>
                  </a:cubicBezTo>
                  <a:cubicBezTo>
                    <a:pt x="8292251" y="3105150"/>
                    <a:pt x="8252246" y="2997518"/>
                    <a:pt x="8249389" y="2998470"/>
                  </a:cubicBezTo>
                  <a:cubicBezTo>
                    <a:pt x="8244626" y="2986088"/>
                    <a:pt x="8232244" y="2961323"/>
                    <a:pt x="8235101" y="2959418"/>
                  </a:cubicBezTo>
                  <a:cubicBezTo>
                    <a:pt x="8247484" y="2932748"/>
                    <a:pt x="8253198" y="2858453"/>
                    <a:pt x="8251294" y="2849880"/>
                  </a:cubicBezTo>
                  <a:cubicBezTo>
                    <a:pt x="8258914" y="2816543"/>
                    <a:pt x="8245578" y="2745105"/>
                    <a:pt x="8243673" y="2742248"/>
                  </a:cubicBezTo>
                  <a:cubicBezTo>
                    <a:pt x="8234148" y="2697480"/>
                    <a:pt x="8199859" y="2673668"/>
                    <a:pt x="8164616" y="2652713"/>
                  </a:cubicBezTo>
                  <a:cubicBezTo>
                    <a:pt x="8080796" y="2603183"/>
                    <a:pt x="7994119" y="2558415"/>
                    <a:pt x="7905536" y="2518410"/>
                  </a:cubicBezTo>
                  <a:cubicBezTo>
                    <a:pt x="7905536" y="2517458"/>
                    <a:pt x="7905536" y="2517458"/>
                    <a:pt x="7904584" y="2516505"/>
                  </a:cubicBezTo>
                  <a:cubicBezTo>
                    <a:pt x="7902678" y="2508885"/>
                    <a:pt x="7899821" y="2501265"/>
                    <a:pt x="7896964" y="2493645"/>
                  </a:cubicBezTo>
                  <a:cubicBezTo>
                    <a:pt x="7932206" y="2446973"/>
                    <a:pt x="7962686" y="2397443"/>
                    <a:pt x="7984594" y="2342198"/>
                  </a:cubicBezTo>
                  <a:cubicBezTo>
                    <a:pt x="7987451" y="2333625"/>
                    <a:pt x="7990309" y="2326005"/>
                    <a:pt x="7993166" y="2317433"/>
                  </a:cubicBezTo>
                  <a:cubicBezTo>
                    <a:pt x="7996976" y="2315528"/>
                    <a:pt x="8006501" y="2279333"/>
                    <a:pt x="8005548" y="2270760"/>
                  </a:cubicBezTo>
                  <a:cubicBezTo>
                    <a:pt x="8011264" y="2224088"/>
                    <a:pt x="7985546" y="2184083"/>
                    <a:pt x="7965544" y="2142173"/>
                  </a:cubicBezTo>
                  <a:cubicBezTo>
                    <a:pt x="7952209" y="2108835"/>
                    <a:pt x="7956019" y="2073593"/>
                    <a:pt x="7956971" y="2039303"/>
                  </a:cubicBezTo>
                  <a:cubicBezTo>
                    <a:pt x="7958876" y="2039303"/>
                    <a:pt x="7959828" y="2038350"/>
                    <a:pt x="7962686" y="2036445"/>
                  </a:cubicBezTo>
                  <a:cubicBezTo>
                    <a:pt x="7990309" y="1985010"/>
                    <a:pt x="8002691" y="1932623"/>
                    <a:pt x="7979831" y="1876425"/>
                  </a:cubicBezTo>
                  <a:cubicBezTo>
                    <a:pt x="7977926" y="1875473"/>
                    <a:pt x="7976973" y="1875473"/>
                    <a:pt x="7975069" y="1875473"/>
                  </a:cubicBezTo>
                  <a:cubicBezTo>
                    <a:pt x="7974116" y="1857375"/>
                    <a:pt x="7962686" y="1844993"/>
                    <a:pt x="7950303" y="1832610"/>
                  </a:cubicBezTo>
                  <a:cubicBezTo>
                    <a:pt x="7912203" y="1793558"/>
                    <a:pt x="7862673" y="1771650"/>
                    <a:pt x="7813144" y="1753553"/>
                  </a:cubicBezTo>
                  <a:cubicBezTo>
                    <a:pt x="7795998" y="1747838"/>
                    <a:pt x="7783616" y="1740218"/>
                    <a:pt x="7776948" y="1728788"/>
                  </a:cubicBezTo>
                  <a:cubicBezTo>
                    <a:pt x="7779806" y="1721168"/>
                    <a:pt x="7743611" y="1327785"/>
                    <a:pt x="7735039" y="1305878"/>
                  </a:cubicBezTo>
                  <a:cubicBezTo>
                    <a:pt x="7732181" y="1303973"/>
                    <a:pt x="7720751" y="1257300"/>
                    <a:pt x="7711226" y="1237298"/>
                  </a:cubicBezTo>
                  <a:cubicBezTo>
                    <a:pt x="7695034" y="1154430"/>
                    <a:pt x="7636931" y="1104900"/>
                    <a:pt x="7568351" y="1065848"/>
                  </a:cubicBezTo>
                  <a:cubicBezTo>
                    <a:pt x="7568351" y="1031558"/>
                    <a:pt x="7569303" y="998220"/>
                    <a:pt x="7569303" y="963930"/>
                  </a:cubicBezTo>
                  <a:cubicBezTo>
                    <a:pt x="7569303" y="962978"/>
                    <a:pt x="7568351" y="962978"/>
                    <a:pt x="7568351" y="962025"/>
                  </a:cubicBezTo>
                  <a:cubicBezTo>
                    <a:pt x="7571209" y="961073"/>
                    <a:pt x="7595973" y="920115"/>
                    <a:pt x="7596926" y="897255"/>
                  </a:cubicBezTo>
                  <a:cubicBezTo>
                    <a:pt x="7596926" y="894398"/>
                    <a:pt x="7595973" y="873443"/>
                    <a:pt x="7595021" y="866775"/>
                  </a:cubicBezTo>
                  <a:cubicBezTo>
                    <a:pt x="7596926" y="865823"/>
                    <a:pt x="7599784" y="865823"/>
                    <a:pt x="7602641" y="864870"/>
                  </a:cubicBezTo>
                  <a:cubicBezTo>
                    <a:pt x="7616928" y="845820"/>
                    <a:pt x="7614071" y="790575"/>
                    <a:pt x="7610261" y="785813"/>
                  </a:cubicBezTo>
                  <a:cubicBezTo>
                    <a:pt x="7619786" y="742950"/>
                    <a:pt x="7615976" y="700088"/>
                    <a:pt x="7603594" y="657225"/>
                  </a:cubicBezTo>
                  <a:cubicBezTo>
                    <a:pt x="7596926" y="614363"/>
                    <a:pt x="7575971" y="577215"/>
                    <a:pt x="7553111" y="541020"/>
                  </a:cubicBezTo>
                  <a:cubicBezTo>
                    <a:pt x="7463576" y="401003"/>
                    <a:pt x="7356896" y="274320"/>
                    <a:pt x="7226403" y="168593"/>
                  </a:cubicBezTo>
                  <a:cubicBezTo>
                    <a:pt x="7178778" y="129540"/>
                    <a:pt x="7128296" y="93345"/>
                    <a:pt x="7071146" y="69533"/>
                  </a:cubicBezTo>
                  <a:cubicBezTo>
                    <a:pt x="7059716" y="61913"/>
                    <a:pt x="6952084" y="22860"/>
                    <a:pt x="6949226" y="19050"/>
                  </a:cubicBezTo>
                  <a:cubicBezTo>
                    <a:pt x="6931128" y="-3810"/>
                    <a:pt x="6901601" y="12383"/>
                    <a:pt x="6880646" y="0"/>
                  </a:cubicBezTo>
                  <a:cubicBezTo>
                    <a:pt x="6864453" y="0"/>
                    <a:pt x="6849214" y="0"/>
                    <a:pt x="6833021" y="0"/>
                  </a:cubicBezTo>
                  <a:cubicBezTo>
                    <a:pt x="6801589" y="0"/>
                    <a:pt x="6699671" y="0"/>
                    <a:pt x="6680621" y="0"/>
                  </a:cubicBezTo>
                  <a:cubicBezTo>
                    <a:pt x="6677764" y="0"/>
                    <a:pt x="6673953" y="0"/>
                    <a:pt x="6671096" y="0"/>
                  </a:cubicBezTo>
                  <a:cubicBezTo>
                    <a:pt x="6668239" y="17145"/>
                    <a:pt x="6648236" y="7620"/>
                    <a:pt x="6641569" y="18098"/>
                  </a:cubicBezTo>
                  <a:cubicBezTo>
                    <a:pt x="6602516" y="20955"/>
                    <a:pt x="6565369" y="34290"/>
                    <a:pt x="6529173" y="48578"/>
                  </a:cubicBezTo>
                  <a:cubicBezTo>
                    <a:pt x="6452021" y="69533"/>
                    <a:pt x="6383441" y="107633"/>
                    <a:pt x="6318671" y="153353"/>
                  </a:cubicBezTo>
                  <a:cubicBezTo>
                    <a:pt x="6210086" y="229553"/>
                    <a:pt x="6128171" y="326708"/>
                    <a:pt x="6091976" y="457200"/>
                  </a:cubicBezTo>
                  <a:cubicBezTo>
                    <a:pt x="6086261" y="471488"/>
                    <a:pt x="6071021" y="521970"/>
                    <a:pt x="6071973" y="533400"/>
                  </a:cubicBezTo>
                  <a:cubicBezTo>
                    <a:pt x="6064353" y="557213"/>
                    <a:pt x="6059591" y="581978"/>
                    <a:pt x="6060544" y="606743"/>
                  </a:cubicBezTo>
                  <a:cubicBezTo>
                    <a:pt x="6050066" y="628650"/>
                    <a:pt x="6051971" y="652463"/>
                    <a:pt x="6052923" y="676275"/>
                  </a:cubicBezTo>
                  <a:cubicBezTo>
                    <a:pt x="6050066" y="718185"/>
                    <a:pt x="6045303" y="761048"/>
                    <a:pt x="6044351" y="802958"/>
                  </a:cubicBezTo>
                  <a:cubicBezTo>
                    <a:pt x="6044351" y="826770"/>
                    <a:pt x="6037684" y="838200"/>
                    <a:pt x="6013871" y="847725"/>
                  </a:cubicBezTo>
                  <a:cubicBezTo>
                    <a:pt x="5900523" y="892493"/>
                    <a:pt x="5879569" y="941070"/>
                    <a:pt x="5919573" y="1057275"/>
                  </a:cubicBezTo>
                  <a:cubicBezTo>
                    <a:pt x="5940528" y="1131570"/>
                    <a:pt x="5973866" y="1201103"/>
                    <a:pt x="6011014" y="1267778"/>
                  </a:cubicBezTo>
                  <a:cubicBezTo>
                    <a:pt x="6010061" y="1270635"/>
                    <a:pt x="6011014" y="1273493"/>
                    <a:pt x="6011966" y="1276350"/>
                  </a:cubicBezTo>
                  <a:cubicBezTo>
                    <a:pt x="5963389" y="1356360"/>
                    <a:pt x="5913859" y="1436370"/>
                    <a:pt x="5880521" y="1524953"/>
                  </a:cubicBezTo>
                  <a:cubicBezTo>
                    <a:pt x="5839564" y="1611630"/>
                    <a:pt x="5811941" y="1702118"/>
                    <a:pt x="5801464" y="1797368"/>
                  </a:cubicBezTo>
                  <a:cubicBezTo>
                    <a:pt x="5792891" y="1806893"/>
                    <a:pt x="5793844" y="1818323"/>
                    <a:pt x="5794796" y="1829753"/>
                  </a:cubicBezTo>
                  <a:cubicBezTo>
                    <a:pt x="5793844" y="1835468"/>
                    <a:pt x="5793844" y="1841183"/>
                    <a:pt x="5792891" y="1846898"/>
                  </a:cubicBezTo>
                  <a:cubicBezTo>
                    <a:pt x="5792891" y="1846898"/>
                    <a:pt x="5792891" y="1846898"/>
                    <a:pt x="5792891" y="1846898"/>
                  </a:cubicBezTo>
                  <a:cubicBezTo>
                    <a:pt x="5784319" y="1862138"/>
                    <a:pt x="5783366" y="1879283"/>
                    <a:pt x="5785271" y="1896428"/>
                  </a:cubicBezTo>
                  <a:cubicBezTo>
                    <a:pt x="5772889" y="1932623"/>
                    <a:pt x="5773841" y="1969770"/>
                    <a:pt x="5772889" y="2006918"/>
                  </a:cubicBezTo>
                  <a:cubicBezTo>
                    <a:pt x="5763364" y="2025968"/>
                    <a:pt x="5765269" y="2046923"/>
                    <a:pt x="5766221" y="2067878"/>
                  </a:cubicBezTo>
                  <a:cubicBezTo>
                    <a:pt x="5762411" y="2092643"/>
                    <a:pt x="5758601" y="2118360"/>
                    <a:pt x="5754791" y="2143125"/>
                  </a:cubicBezTo>
                  <a:cubicBezTo>
                    <a:pt x="5743361" y="2145030"/>
                    <a:pt x="5731931" y="2143125"/>
                    <a:pt x="5722406" y="2151698"/>
                  </a:cubicBezTo>
                  <a:cubicBezTo>
                    <a:pt x="5722406" y="2151698"/>
                    <a:pt x="5722406" y="2151698"/>
                    <a:pt x="5722406" y="2151698"/>
                  </a:cubicBezTo>
                  <a:cubicBezTo>
                    <a:pt x="5662398" y="2156460"/>
                    <a:pt x="5321403" y="2220278"/>
                    <a:pt x="5310926" y="2225993"/>
                  </a:cubicBezTo>
                  <a:cubicBezTo>
                    <a:pt x="5309021" y="2226945"/>
                    <a:pt x="5308069" y="2227898"/>
                    <a:pt x="5306164" y="2228850"/>
                  </a:cubicBezTo>
                  <a:cubicBezTo>
                    <a:pt x="5284256" y="2232660"/>
                    <a:pt x="5218534" y="2239328"/>
                    <a:pt x="5209009" y="2246948"/>
                  </a:cubicBezTo>
                  <a:cubicBezTo>
                    <a:pt x="5209009" y="2246948"/>
                    <a:pt x="5209009" y="2246948"/>
                    <a:pt x="5209009" y="2246948"/>
                  </a:cubicBezTo>
                  <a:cubicBezTo>
                    <a:pt x="5168051" y="2251710"/>
                    <a:pt x="5127094" y="2260283"/>
                    <a:pt x="5085184" y="2249805"/>
                  </a:cubicBezTo>
                  <a:cubicBezTo>
                    <a:pt x="5067086" y="2245043"/>
                    <a:pt x="5008984" y="2274570"/>
                    <a:pt x="5001364" y="2286000"/>
                  </a:cubicBezTo>
                  <a:cubicBezTo>
                    <a:pt x="4980409" y="2307908"/>
                    <a:pt x="4975646" y="2336483"/>
                    <a:pt x="4965169" y="2363153"/>
                  </a:cubicBezTo>
                  <a:cubicBezTo>
                    <a:pt x="4958501" y="2394585"/>
                    <a:pt x="4927069" y="2492693"/>
                    <a:pt x="4912781" y="2507933"/>
                  </a:cubicBezTo>
                  <a:cubicBezTo>
                    <a:pt x="4826103" y="2599373"/>
                    <a:pt x="4698469" y="2922270"/>
                    <a:pt x="4687039" y="2970848"/>
                  </a:cubicBezTo>
                  <a:cubicBezTo>
                    <a:pt x="4680371" y="2976563"/>
                    <a:pt x="4641319" y="3111818"/>
                    <a:pt x="4620364" y="3170873"/>
                  </a:cubicBezTo>
                  <a:cubicBezTo>
                    <a:pt x="4587978" y="3260408"/>
                    <a:pt x="4397478" y="3664268"/>
                    <a:pt x="4391764" y="3722370"/>
                  </a:cubicBezTo>
                  <a:cubicBezTo>
                    <a:pt x="4389859" y="3725228"/>
                    <a:pt x="4388906" y="3728085"/>
                    <a:pt x="4388906" y="3730943"/>
                  </a:cubicBezTo>
                  <a:cubicBezTo>
                    <a:pt x="4381286" y="3750945"/>
                    <a:pt x="4374619" y="3810000"/>
                    <a:pt x="4373666" y="3818573"/>
                  </a:cubicBezTo>
                  <a:cubicBezTo>
                    <a:pt x="4366998" y="3857625"/>
                    <a:pt x="4343186" y="3886200"/>
                    <a:pt x="4318421" y="3914775"/>
                  </a:cubicBezTo>
                  <a:cubicBezTo>
                    <a:pt x="4270796" y="3970020"/>
                    <a:pt x="4134589" y="4238625"/>
                    <a:pt x="4151733" y="4318635"/>
                  </a:cubicBezTo>
                  <a:cubicBezTo>
                    <a:pt x="4151733" y="4321493"/>
                    <a:pt x="4125064" y="4431983"/>
                    <a:pt x="4112681" y="4448175"/>
                  </a:cubicBezTo>
                  <a:cubicBezTo>
                    <a:pt x="4037433" y="4547235"/>
                    <a:pt x="3948851" y="4632008"/>
                    <a:pt x="3847886" y="4705350"/>
                  </a:cubicBezTo>
                  <a:cubicBezTo>
                    <a:pt x="3847886" y="4705350"/>
                    <a:pt x="3847886" y="4705350"/>
                    <a:pt x="3847886" y="4705350"/>
                  </a:cubicBezTo>
                  <a:cubicBezTo>
                    <a:pt x="3785973" y="4709160"/>
                    <a:pt x="3726918" y="4724400"/>
                    <a:pt x="3669768" y="4745355"/>
                  </a:cubicBezTo>
                  <a:cubicBezTo>
                    <a:pt x="3606903" y="4759643"/>
                    <a:pt x="3564993" y="4800600"/>
                    <a:pt x="3535466" y="4855845"/>
                  </a:cubicBezTo>
                  <a:cubicBezTo>
                    <a:pt x="3527846" y="4870133"/>
                    <a:pt x="3507843" y="4890135"/>
                    <a:pt x="3506891" y="4887278"/>
                  </a:cubicBezTo>
                  <a:cubicBezTo>
                    <a:pt x="3379256" y="4489133"/>
                    <a:pt x="3251621" y="4090988"/>
                    <a:pt x="3123986" y="3693795"/>
                  </a:cubicBezTo>
                  <a:cubicBezTo>
                    <a:pt x="3116366" y="3669030"/>
                    <a:pt x="3103983" y="3659505"/>
                    <a:pt x="3077314" y="3657600"/>
                  </a:cubicBezTo>
                  <a:cubicBezTo>
                    <a:pt x="2791564" y="3633788"/>
                    <a:pt x="444603" y="3435668"/>
                    <a:pt x="48363" y="3403283"/>
                  </a:cubicBezTo>
                  <a:cubicBezTo>
                    <a:pt x="-5929" y="3398520"/>
                    <a:pt x="-7834" y="3402330"/>
                    <a:pt x="10263" y="3453765"/>
                  </a:cubicBezTo>
                  <a:cubicBezTo>
                    <a:pt x="68366" y="3618548"/>
                    <a:pt x="722733" y="5509260"/>
                    <a:pt x="783693" y="5687378"/>
                  </a:cubicBezTo>
                  <a:cubicBezTo>
                    <a:pt x="797028" y="5724525"/>
                    <a:pt x="821793" y="5742623"/>
                    <a:pt x="858941" y="5751195"/>
                  </a:cubicBezTo>
                  <a:cubicBezTo>
                    <a:pt x="1196126" y="5827395"/>
                    <a:pt x="3562136" y="6356033"/>
                    <a:pt x="3812644" y="6414135"/>
                  </a:cubicBezTo>
                  <a:cubicBezTo>
                    <a:pt x="3835503" y="6419850"/>
                    <a:pt x="3858364" y="6423660"/>
                    <a:pt x="3882176" y="6414135"/>
                  </a:cubicBezTo>
                  <a:cubicBezTo>
                    <a:pt x="3978378" y="6374130"/>
                    <a:pt x="5427131" y="5882640"/>
                    <a:pt x="5439514" y="5869305"/>
                  </a:cubicBezTo>
                  <a:cubicBezTo>
                    <a:pt x="5436656" y="5863590"/>
                    <a:pt x="5498569" y="5767388"/>
                    <a:pt x="5500473" y="5750243"/>
                  </a:cubicBezTo>
                  <a:cubicBezTo>
                    <a:pt x="5514761" y="5647373"/>
                    <a:pt x="5511903" y="5643563"/>
                    <a:pt x="5409986" y="5628323"/>
                  </a:cubicBezTo>
                  <a:cubicBezTo>
                    <a:pt x="5058514" y="5574030"/>
                    <a:pt x="4707994" y="5520690"/>
                    <a:pt x="4356521" y="5469255"/>
                  </a:cubicBezTo>
                  <a:cubicBezTo>
                    <a:pt x="4266034" y="5455920"/>
                    <a:pt x="4175546" y="5434965"/>
                    <a:pt x="4083153" y="5431155"/>
                  </a:cubicBezTo>
                  <a:cubicBezTo>
                    <a:pt x="4077439" y="5432108"/>
                    <a:pt x="4023146" y="5385435"/>
                    <a:pt x="4065056" y="5359718"/>
                  </a:cubicBezTo>
                  <a:cubicBezTo>
                    <a:pt x="4068866" y="5359718"/>
                    <a:pt x="4120301" y="5326380"/>
                    <a:pt x="4126969" y="5299710"/>
                  </a:cubicBezTo>
                  <a:cubicBezTo>
                    <a:pt x="4135541" y="5267325"/>
                    <a:pt x="4155544" y="5253990"/>
                    <a:pt x="4185071" y="5245418"/>
                  </a:cubicBezTo>
                  <a:cubicBezTo>
                    <a:pt x="4251746" y="5226368"/>
                    <a:pt x="4318421" y="5204460"/>
                    <a:pt x="4386048" y="5192078"/>
                  </a:cubicBezTo>
                  <a:cubicBezTo>
                    <a:pt x="4443198" y="5181600"/>
                    <a:pt x="4478441" y="5154930"/>
                    <a:pt x="4485109" y="5096828"/>
                  </a:cubicBezTo>
                  <a:cubicBezTo>
                    <a:pt x="4490823" y="5081588"/>
                    <a:pt x="4499396" y="5043488"/>
                    <a:pt x="4500348" y="5039678"/>
                  </a:cubicBezTo>
                  <a:cubicBezTo>
                    <a:pt x="4511778" y="5033963"/>
                    <a:pt x="4640366" y="4949190"/>
                    <a:pt x="4657511" y="4881563"/>
                  </a:cubicBezTo>
                  <a:cubicBezTo>
                    <a:pt x="4657511" y="4881563"/>
                    <a:pt x="4657511" y="4881563"/>
                    <a:pt x="4657511" y="4880610"/>
                  </a:cubicBezTo>
                  <a:cubicBezTo>
                    <a:pt x="4659416" y="4880610"/>
                    <a:pt x="4685134" y="4797743"/>
                    <a:pt x="4685134" y="4792028"/>
                  </a:cubicBezTo>
                  <a:cubicBezTo>
                    <a:pt x="4694659" y="4772025"/>
                    <a:pt x="4710851" y="4756785"/>
                    <a:pt x="4729901" y="4742498"/>
                  </a:cubicBezTo>
                  <a:cubicBezTo>
                    <a:pt x="4836581" y="4663440"/>
                    <a:pt x="5026128" y="4291965"/>
                    <a:pt x="5028034" y="4289108"/>
                  </a:cubicBezTo>
                  <a:cubicBezTo>
                    <a:pt x="5040416" y="4272915"/>
                    <a:pt x="5043273" y="4254818"/>
                    <a:pt x="5041369" y="4235768"/>
                  </a:cubicBezTo>
                  <a:cubicBezTo>
                    <a:pt x="5040416" y="4232910"/>
                    <a:pt x="5088994" y="4015740"/>
                    <a:pt x="5100423" y="3920490"/>
                  </a:cubicBezTo>
                  <a:cubicBezTo>
                    <a:pt x="5104234" y="3910965"/>
                    <a:pt x="5139476" y="3823335"/>
                    <a:pt x="5154716" y="3794760"/>
                  </a:cubicBezTo>
                  <a:cubicBezTo>
                    <a:pt x="5181386" y="3772853"/>
                    <a:pt x="5205198" y="3748088"/>
                    <a:pt x="5224248" y="3719513"/>
                  </a:cubicBezTo>
                  <a:cubicBezTo>
                    <a:pt x="5247109" y="3740468"/>
                    <a:pt x="5233773" y="3769995"/>
                    <a:pt x="5241394" y="3794760"/>
                  </a:cubicBezTo>
                  <a:cubicBezTo>
                    <a:pt x="5241394" y="3801428"/>
                    <a:pt x="5239489" y="3874770"/>
                    <a:pt x="5235678" y="3905250"/>
                  </a:cubicBezTo>
                  <a:cubicBezTo>
                    <a:pt x="5234726" y="3915728"/>
                    <a:pt x="5239489" y="3988118"/>
                    <a:pt x="5229964" y="4012883"/>
                  </a:cubicBezTo>
                  <a:cubicBezTo>
                    <a:pt x="5219486" y="4065270"/>
                    <a:pt x="5198531" y="4115753"/>
                    <a:pt x="5192816" y="4169093"/>
                  </a:cubicBezTo>
                  <a:cubicBezTo>
                    <a:pt x="5194721" y="4172903"/>
                    <a:pt x="5161384" y="4284345"/>
                    <a:pt x="5158526" y="4288155"/>
                  </a:cubicBezTo>
                  <a:cubicBezTo>
                    <a:pt x="5119473" y="4337685"/>
                    <a:pt x="5117569" y="4396740"/>
                    <a:pt x="5112806" y="4455795"/>
                  </a:cubicBezTo>
                  <a:cubicBezTo>
                    <a:pt x="5111853" y="4461510"/>
                    <a:pt x="5102328" y="4538663"/>
                    <a:pt x="5102328" y="4551045"/>
                  </a:cubicBezTo>
                  <a:cubicBezTo>
                    <a:pt x="5101376" y="4561523"/>
                    <a:pt x="5106139" y="4607243"/>
                    <a:pt x="5102328" y="4606290"/>
                  </a:cubicBezTo>
                  <a:cubicBezTo>
                    <a:pt x="5088994" y="4625340"/>
                    <a:pt x="5089946" y="4848225"/>
                    <a:pt x="5086136" y="4851083"/>
                  </a:cubicBezTo>
                  <a:cubicBezTo>
                    <a:pt x="5078516" y="4900613"/>
                    <a:pt x="5083278" y="5044440"/>
                    <a:pt x="5083278" y="5066348"/>
                  </a:cubicBezTo>
                  <a:cubicBezTo>
                    <a:pt x="5083278" y="5172075"/>
                    <a:pt x="5083278" y="5172075"/>
                    <a:pt x="5190911" y="5172075"/>
                  </a:cubicBezTo>
                  <a:cubicBezTo>
                    <a:pt x="5940528" y="5172075"/>
                    <a:pt x="7475006" y="5172075"/>
                    <a:pt x="7493103" y="5171123"/>
                  </a:cubicBezTo>
                  <a:cubicBezTo>
                    <a:pt x="7530251" y="5170170"/>
                    <a:pt x="7550253" y="5153978"/>
                    <a:pt x="7540728" y="5113973"/>
                  </a:cubicBezTo>
                  <a:cubicBezTo>
                    <a:pt x="7538823" y="5087303"/>
                    <a:pt x="7544539" y="5060633"/>
                    <a:pt x="7531203" y="5035868"/>
                  </a:cubicBezTo>
                  <a:cubicBezTo>
                    <a:pt x="7529298" y="5033010"/>
                    <a:pt x="7526441" y="4953000"/>
                    <a:pt x="7530251" y="4920615"/>
                  </a:cubicBezTo>
                  <a:cubicBezTo>
                    <a:pt x="7530251" y="4893945"/>
                    <a:pt x="7519773" y="4828223"/>
                    <a:pt x="7515964" y="4822508"/>
                  </a:cubicBezTo>
                  <a:cubicBezTo>
                    <a:pt x="7515964" y="4748213"/>
                    <a:pt x="7527394" y="4462463"/>
                    <a:pt x="7527394" y="4438650"/>
                  </a:cubicBezTo>
                  <a:cubicBezTo>
                    <a:pt x="7531203" y="4432935"/>
                    <a:pt x="7638836" y="4023360"/>
                    <a:pt x="7640741" y="4023360"/>
                  </a:cubicBezTo>
                  <a:cubicBezTo>
                    <a:pt x="7640741" y="4024313"/>
                    <a:pt x="7640741" y="4025265"/>
                    <a:pt x="7640741" y="4026218"/>
                  </a:cubicBezTo>
                  <a:cubicBezTo>
                    <a:pt x="7653123" y="4068128"/>
                    <a:pt x="7693128" y="4152900"/>
                    <a:pt x="7695986" y="4155758"/>
                  </a:cubicBezTo>
                  <a:cubicBezTo>
                    <a:pt x="7695034" y="4184333"/>
                    <a:pt x="7801714" y="4412933"/>
                    <a:pt x="7802666" y="4413885"/>
                  </a:cubicBezTo>
                  <a:cubicBezTo>
                    <a:pt x="7826478" y="4495800"/>
                    <a:pt x="7801714" y="4456748"/>
                    <a:pt x="7836956" y="4534853"/>
                  </a:cubicBezTo>
                  <a:cubicBezTo>
                    <a:pt x="7836003" y="4539615"/>
                    <a:pt x="7885534" y="4655820"/>
                    <a:pt x="7897916" y="4672965"/>
                  </a:cubicBezTo>
                  <a:cubicBezTo>
                    <a:pt x="7944589" y="4787265"/>
                    <a:pt x="8016978" y="4935855"/>
                    <a:pt x="8019836" y="4934903"/>
                  </a:cubicBezTo>
                  <a:cubicBezTo>
                    <a:pt x="8132231" y="5106353"/>
                    <a:pt x="8221766" y="5200650"/>
                    <a:pt x="8265581" y="5229225"/>
                  </a:cubicBezTo>
                  <a:cubicBezTo>
                    <a:pt x="8268439" y="5229225"/>
                    <a:pt x="8308444" y="5266373"/>
                    <a:pt x="8308444" y="5270183"/>
                  </a:cubicBezTo>
                  <a:cubicBezTo>
                    <a:pt x="8322731" y="5306378"/>
                    <a:pt x="8289394" y="5299710"/>
                    <a:pt x="8274153" y="5303520"/>
                  </a:cubicBezTo>
                  <a:cubicBezTo>
                    <a:pt x="8111276" y="5343525"/>
                    <a:pt x="7950303" y="5387340"/>
                    <a:pt x="7787426" y="5428298"/>
                  </a:cubicBezTo>
                  <a:cubicBezTo>
                    <a:pt x="7758851" y="5435918"/>
                    <a:pt x="7733134" y="5445443"/>
                    <a:pt x="7721703" y="5471160"/>
                  </a:cubicBezTo>
                  <a:cubicBezTo>
                    <a:pt x="7721703" y="5471160"/>
                    <a:pt x="7721703" y="5471160"/>
                    <a:pt x="7721703" y="5471160"/>
                  </a:cubicBezTo>
                  <a:cubicBezTo>
                    <a:pt x="7721703" y="5471160"/>
                    <a:pt x="7721703" y="5471160"/>
                    <a:pt x="7721703" y="5472113"/>
                  </a:cubicBezTo>
                  <a:cubicBezTo>
                    <a:pt x="7719798" y="5476875"/>
                    <a:pt x="7711226" y="5553075"/>
                    <a:pt x="7720751" y="5585460"/>
                  </a:cubicBezTo>
                  <a:cubicBezTo>
                    <a:pt x="7743611" y="5622608"/>
                    <a:pt x="7885534" y="5739765"/>
                    <a:pt x="7937921" y="5749290"/>
                  </a:cubicBezTo>
                  <a:cubicBezTo>
                    <a:pt x="8046506" y="5769293"/>
                    <a:pt x="8536091" y="5876925"/>
                    <a:pt x="8677061" y="5865495"/>
                  </a:cubicBezTo>
                  <a:cubicBezTo>
                    <a:pt x="8724686" y="5861685"/>
                    <a:pt x="8771358" y="5853113"/>
                    <a:pt x="8818983" y="5855018"/>
                  </a:cubicBezTo>
                  <a:cubicBezTo>
                    <a:pt x="8849463" y="5855970"/>
                    <a:pt x="8865656" y="5865495"/>
                    <a:pt x="8869466" y="5896928"/>
                  </a:cubicBezTo>
                  <a:cubicBezTo>
                    <a:pt x="8875181" y="5945505"/>
                    <a:pt x="8882800" y="5994083"/>
                    <a:pt x="8889469" y="6042660"/>
                  </a:cubicBezTo>
                  <a:cubicBezTo>
                    <a:pt x="8893279" y="6075998"/>
                    <a:pt x="8904708" y="6104573"/>
                    <a:pt x="8942808" y="6113145"/>
                  </a:cubicBezTo>
                  <a:cubicBezTo>
                    <a:pt x="8995196" y="6125528"/>
                    <a:pt x="9045679" y="6144578"/>
                    <a:pt x="9099019" y="6154103"/>
                  </a:cubicBezTo>
                  <a:cubicBezTo>
                    <a:pt x="9149500" y="6162675"/>
                    <a:pt x="9242846" y="6126480"/>
                    <a:pt x="9242846" y="6126480"/>
                  </a:cubicBezTo>
                  <a:cubicBezTo>
                    <a:pt x="9287613" y="6126480"/>
                    <a:pt x="9319046" y="6111240"/>
                    <a:pt x="9308569" y="6058853"/>
                  </a:cubicBezTo>
                  <a:cubicBezTo>
                    <a:pt x="9303806" y="6035993"/>
                    <a:pt x="9346669" y="6026468"/>
                    <a:pt x="9356194" y="6027420"/>
                  </a:cubicBezTo>
                  <a:cubicBezTo>
                    <a:pt x="9378100" y="6028373"/>
                    <a:pt x="9400008" y="6025515"/>
                    <a:pt x="9422869" y="6022658"/>
                  </a:cubicBezTo>
                  <a:cubicBezTo>
                    <a:pt x="9649563" y="5992178"/>
                    <a:pt x="9875306" y="5959793"/>
                    <a:pt x="10102000" y="5926455"/>
                  </a:cubicBezTo>
                  <a:cubicBezTo>
                    <a:pt x="10142006" y="5920740"/>
                    <a:pt x="10166771" y="5928360"/>
                    <a:pt x="10171533" y="5972175"/>
                  </a:cubicBezTo>
                  <a:cubicBezTo>
                    <a:pt x="10175344" y="6005513"/>
                    <a:pt x="10196298" y="6016943"/>
                    <a:pt x="10227731" y="6017895"/>
                  </a:cubicBezTo>
                  <a:cubicBezTo>
                    <a:pt x="10262973" y="6018848"/>
                    <a:pt x="10297263" y="6011228"/>
                    <a:pt x="10331554" y="6008370"/>
                  </a:cubicBezTo>
                  <a:cubicBezTo>
                    <a:pt x="10384894" y="6004560"/>
                    <a:pt x="10399181" y="5991225"/>
                    <a:pt x="10399181" y="5937885"/>
                  </a:cubicBezTo>
                  <a:cubicBezTo>
                    <a:pt x="10402038" y="5715953"/>
                    <a:pt x="10401086" y="5496878"/>
                    <a:pt x="10401086" y="5277803"/>
                  </a:cubicBezTo>
                  <a:close/>
                  <a:moveTo>
                    <a:pt x="5120426" y="4653915"/>
                  </a:moveTo>
                  <a:cubicBezTo>
                    <a:pt x="5120426" y="4652963"/>
                    <a:pt x="5120426" y="4652010"/>
                    <a:pt x="5120426" y="4650105"/>
                  </a:cubicBezTo>
                  <a:cubicBezTo>
                    <a:pt x="5120426" y="4651058"/>
                    <a:pt x="5120426" y="4651058"/>
                    <a:pt x="5121378" y="4652010"/>
                  </a:cubicBezTo>
                  <a:cubicBezTo>
                    <a:pt x="5121378" y="4652010"/>
                    <a:pt x="5120426" y="4652963"/>
                    <a:pt x="5120426" y="4653915"/>
                  </a:cubicBezTo>
                  <a:close/>
                  <a:moveTo>
                    <a:pt x="5252823" y="3790950"/>
                  </a:moveTo>
                  <a:cubicBezTo>
                    <a:pt x="5252823" y="3790950"/>
                    <a:pt x="5252823" y="3791903"/>
                    <a:pt x="5252823" y="3790950"/>
                  </a:cubicBezTo>
                  <a:cubicBezTo>
                    <a:pt x="5251871" y="3791903"/>
                    <a:pt x="5251871" y="3791903"/>
                    <a:pt x="5250919" y="3791903"/>
                  </a:cubicBezTo>
                  <a:cubicBezTo>
                    <a:pt x="5251871" y="3791903"/>
                    <a:pt x="5252823" y="3790950"/>
                    <a:pt x="5252823" y="3790950"/>
                  </a:cubicBezTo>
                  <a:cubicBezTo>
                    <a:pt x="5252823" y="3790950"/>
                    <a:pt x="5252823" y="3790950"/>
                    <a:pt x="5252823" y="3790950"/>
                  </a:cubicBezTo>
                  <a:close/>
                  <a:moveTo>
                    <a:pt x="5253776" y="3801428"/>
                  </a:moveTo>
                  <a:cubicBezTo>
                    <a:pt x="5253776" y="3801428"/>
                    <a:pt x="5253776" y="3801428"/>
                    <a:pt x="5253776" y="3801428"/>
                  </a:cubicBezTo>
                  <a:cubicBezTo>
                    <a:pt x="5253776" y="3801428"/>
                    <a:pt x="5253776" y="3801428"/>
                    <a:pt x="5253776" y="3801428"/>
                  </a:cubicBezTo>
                  <a:cubicBezTo>
                    <a:pt x="5253776" y="3801428"/>
                    <a:pt x="5253776" y="3801428"/>
                    <a:pt x="5253776" y="3801428"/>
                  </a:cubicBezTo>
                  <a:cubicBezTo>
                    <a:pt x="5253776" y="3801428"/>
                    <a:pt x="5253776" y="3801428"/>
                    <a:pt x="5253776" y="3801428"/>
                  </a:cubicBezTo>
                  <a:cubicBezTo>
                    <a:pt x="5253776" y="3801428"/>
                    <a:pt x="5253776" y="3801428"/>
                    <a:pt x="5253776" y="3801428"/>
                  </a:cubicBezTo>
                  <a:close/>
                  <a:moveTo>
                    <a:pt x="7520726" y="5030153"/>
                  </a:moveTo>
                  <a:cubicBezTo>
                    <a:pt x="7520726" y="5030153"/>
                    <a:pt x="7520726" y="5030153"/>
                    <a:pt x="7520726" y="5030153"/>
                  </a:cubicBezTo>
                  <a:cubicBezTo>
                    <a:pt x="7520726" y="5030153"/>
                    <a:pt x="7520726" y="5030153"/>
                    <a:pt x="7520726" y="5030153"/>
                  </a:cubicBezTo>
                  <a:cubicBezTo>
                    <a:pt x="7520726" y="5030153"/>
                    <a:pt x="7520726" y="5030153"/>
                    <a:pt x="7520726" y="5030153"/>
                  </a:cubicBezTo>
                  <a:close/>
                  <a:moveTo>
                    <a:pt x="7243548" y="2096453"/>
                  </a:moveTo>
                  <a:cubicBezTo>
                    <a:pt x="7243548" y="2095500"/>
                    <a:pt x="7243548" y="2095500"/>
                    <a:pt x="7243548" y="2096453"/>
                  </a:cubicBezTo>
                  <a:cubicBezTo>
                    <a:pt x="7227356" y="2051685"/>
                    <a:pt x="7243548" y="2016443"/>
                    <a:pt x="7273076" y="1983105"/>
                  </a:cubicBezTo>
                  <a:cubicBezTo>
                    <a:pt x="7277839" y="1977390"/>
                    <a:pt x="7281648" y="1969770"/>
                    <a:pt x="7281648" y="1962150"/>
                  </a:cubicBezTo>
                  <a:cubicBezTo>
                    <a:pt x="7292126" y="1971675"/>
                    <a:pt x="7301651" y="1981200"/>
                    <a:pt x="7311176" y="1991678"/>
                  </a:cubicBezTo>
                  <a:lnTo>
                    <a:pt x="7311176" y="1991678"/>
                  </a:lnTo>
                  <a:cubicBezTo>
                    <a:pt x="7314986" y="1999298"/>
                    <a:pt x="7319748" y="2003108"/>
                    <a:pt x="7328321" y="2002155"/>
                  </a:cubicBezTo>
                  <a:cubicBezTo>
                    <a:pt x="7339751" y="2006918"/>
                    <a:pt x="7351181" y="2010728"/>
                    <a:pt x="7368326" y="2017395"/>
                  </a:cubicBezTo>
                  <a:cubicBezTo>
                    <a:pt x="7321653" y="2038350"/>
                    <a:pt x="7280696" y="2064068"/>
                    <a:pt x="7243548" y="2096453"/>
                  </a:cubicBezTo>
                  <a:close/>
                  <a:moveTo>
                    <a:pt x="7532156" y="1809750"/>
                  </a:moveTo>
                  <a:cubicBezTo>
                    <a:pt x="7492151" y="1830705"/>
                    <a:pt x="7453098" y="1853565"/>
                    <a:pt x="7414046" y="1876425"/>
                  </a:cubicBezTo>
                  <a:cubicBezTo>
                    <a:pt x="7376898" y="1888808"/>
                    <a:pt x="7339751" y="1901190"/>
                    <a:pt x="7302603" y="1913573"/>
                  </a:cubicBezTo>
                  <a:cubicBezTo>
                    <a:pt x="7344514" y="1848803"/>
                    <a:pt x="7385471" y="1784033"/>
                    <a:pt x="7427381" y="1719263"/>
                  </a:cubicBezTo>
                  <a:cubicBezTo>
                    <a:pt x="7439764" y="1721168"/>
                    <a:pt x="7452146" y="1723073"/>
                    <a:pt x="7463576" y="1725930"/>
                  </a:cubicBezTo>
                  <a:cubicBezTo>
                    <a:pt x="7485484" y="1744028"/>
                    <a:pt x="7515964" y="1744980"/>
                    <a:pt x="7536919" y="1766888"/>
                  </a:cubicBezTo>
                  <a:cubicBezTo>
                    <a:pt x="7552159" y="1784985"/>
                    <a:pt x="7559778" y="1795463"/>
                    <a:pt x="7532156" y="1809750"/>
                  </a:cubicBezTo>
                  <a:close/>
                  <a:moveTo>
                    <a:pt x="7635026" y="2258378"/>
                  </a:moveTo>
                  <a:cubicBezTo>
                    <a:pt x="7634073" y="2264093"/>
                    <a:pt x="7634073" y="2269808"/>
                    <a:pt x="7633121" y="2275523"/>
                  </a:cubicBezTo>
                  <a:cubicBezTo>
                    <a:pt x="7626453" y="2285048"/>
                    <a:pt x="7624548" y="2294573"/>
                    <a:pt x="7625501" y="2306003"/>
                  </a:cubicBezTo>
                  <a:cubicBezTo>
                    <a:pt x="7610261" y="2336483"/>
                    <a:pt x="7592164" y="2366010"/>
                    <a:pt x="7555969" y="2381250"/>
                  </a:cubicBezTo>
                  <a:cubicBezTo>
                    <a:pt x="7543586" y="2325053"/>
                    <a:pt x="7547396" y="2276475"/>
                    <a:pt x="7591211" y="2235518"/>
                  </a:cubicBezTo>
                  <a:cubicBezTo>
                    <a:pt x="7604546" y="2223135"/>
                    <a:pt x="7613119" y="2205990"/>
                    <a:pt x="7624548" y="2190750"/>
                  </a:cubicBezTo>
                  <a:cubicBezTo>
                    <a:pt x="7624548" y="2190750"/>
                    <a:pt x="7624548" y="2190750"/>
                    <a:pt x="7624548" y="2190750"/>
                  </a:cubicBezTo>
                  <a:cubicBezTo>
                    <a:pt x="7647409" y="2210753"/>
                    <a:pt x="7626453" y="2236470"/>
                    <a:pt x="7635026" y="2258378"/>
                  </a:cubicBezTo>
                  <a:close/>
                  <a:moveTo>
                    <a:pt x="7758851" y="1743075"/>
                  </a:moveTo>
                  <a:cubicBezTo>
                    <a:pt x="7758851" y="1743075"/>
                    <a:pt x="7757898" y="1742123"/>
                    <a:pt x="7757898" y="1742123"/>
                  </a:cubicBezTo>
                  <a:cubicBezTo>
                    <a:pt x="7757898" y="1742123"/>
                    <a:pt x="7757898" y="1742123"/>
                    <a:pt x="7757898" y="1741170"/>
                  </a:cubicBezTo>
                  <a:cubicBezTo>
                    <a:pt x="7757898" y="1742123"/>
                    <a:pt x="7758851" y="1742123"/>
                    <a:pt x="7758851" y="1743075"/>
                  </a:cubicBezTo>
                  <a:cubicBezTo>
                    <a:pt x="7758851" y="1743075"/>
                    <a:pt x="7758851" y="1743075"/>
                    <a:pt x="7758851" y="1743075"/>
                  </a:cubicBezTo>
                  <a:close/>
                  <a:moveTo>
                    <a:pt x="9201888" y="6113145"/>
                  </a:moveTo>
                  <a:cubicBezTo>
                    <a:pt x="9201888" y="6113145"/>
                    <a:pt x="9200936" y="6113145"/>
                    <a:pt x="9201888" y="6113145"/>
                  </a:cubicBezTo>
                  <a:cubicBezTo>
                    <a:pt x="9201888" y="6112193"/>
                    <a:pt x="9201888" y="6112193"/>
                    <a:pt x="9201888" y="6113145"/>
                  </a:cubicBezTo>
                  <a:cubicBezTo>
                    <a:pt x="9201888" y="6112193"/>
                    <a:pt x="9201888" y="6113145"/>
                    <a:pt x="9201888" y="6113145"/>
                  </a:cubicBezTo>
                  <a:close/>
                  <a:moveTo>
                    <a:pt x="9740050" y="5124450"/>
                  </a:moveTo>
                  <a:cubicBezTo>
                    <a:pt x="9733383" y="5117783"/>
                    <a:pt x="9089494" y="5115878"/>
                    <a:pt x="8798029" y="5114925"/>
                  </a:cubicBezTo>
                  <a:cubicBezTo>
                    <a:pt x="8795171" y="5104448"/>
                    <a:pt x="8874229" y="4975860"/>
                    <a:pt x="8872323" y="4905375"/>
                  </a:cubicBezTo>
                  <a:cubicBezTo>
                    <a:pt x="8877086" y="4879658"/>
                    <a:pt x="8853273" y="4698683"/>
                    <a:pt x="8845654" y="4692015"/>
                  </a:cubicBezTo>
                  <a:cubicBezTo>
                    <a:pt x="8826604" y="4610100"/>
                    <a:pt x="8740879" y="4419600"/>
                    <a:pt x="8737069" y="4410075"/>
                  </a:cubicBezTo>
                  <a:cubicBezTo>
                    <a:pt x="8730400" y="4394835"/>
                    <a:pt x="8723733" y="4378643"/>
                    <a:pt x="8715161" y="4363403"/>
                  </a:cubicBezTo>
                  <a:cubicBezTo>
                    <a:pt x="8666583" y="4273868"/>
                    <a:pt x="8567523" y="4095750"/>
                    <a:pt x="8567523" y="4095750"/>
                  </a:cubicBezTo>
                  <a:cubicBezTo>
                    <a:pt x="8567523" y="4095750"/>
                    <a:pt x="8567523" y="4089083"/>
                    <a:pt x="8567523" y="4085273"/>
                  </a:cubicBezTo>
                  <a:cubicBezTo>
                    <a:pt x="8573238" y="4057650"/>
                    <a:pt x="8585621" y="4071938"/>
                    <a:pt x="8596098" y="4081463"/>
                  </a:cubicBezTo>
                  <a:cubicBezTo>
                    <a:pt x="8678013" y="4153853"/>
                    <a:pt x="9679091" y="5034915"/>
                    <a:pt x="9721000" y="5074920"/>
                  </a:cubicBezTo>
                  <a:cubicBezTo>
                    <a:pt x="9733383" y="5087303"/>
                    <a:pt x="9767673" y="5095875"/>
                    <a:pt x="9740050" y="512445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2" name="Plus Sign 31">
            <a:extLst>
              <a:ext uri="{FF2B5EF4-FFF2-40B4-BE49-F238E27FC236}">
                <a16:creationId xmlns:a16="http://schemas.microsoft.com/office/drawing/2014/main" id="{05ADE562-83E4-4F4E-BB49-26001E38B8CA}"/>
              </a:ext>
            </a:extLst>
          </p:cNvPr>
          <p:cNvSpPr/>
          <p:nvPr/>
        </p:nvSpPr>
        <p:spPr>
          <a:xfrm>
            <a:off x="9615333" y="4240313"/>
            <a:ext cx="448003" cy="448003"/>
          </a:xfrm>
          <a:prstGeom prst="mathPlu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093F54A-5047-430A-BE4B-751B8A97079F}"/>
              </a:ext>
            </a:extLst>
          </p:cNvPr>
          <p:cNvGrpSpPr/>
          <p:nvPr/>
        </p:nvGrpSpPr>
        <p:grpSpPr>
          <a:xfrm rot="20857237">
            <a:off x="9024574" y="3519587"/>
            <a:ext cx="1109031" cy="1274933"/>
            <a:chOff x="8873991" y="3923317"/>
            <a:chExt cx="1109031" cy="127493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22895FC-3765-4CEC-ACEC-0A04BDAFA5E8}"/>
                </a:ext>
              </a:extLst>
            </p:cNvPr>
            <p:cNvGrpSpPr/>
            <p:nvPr/>
          </p:nvGrpSpPr>
          <p:grpSpPr>
            <a:xfrm>
              <a:off x="8932620" y="3923317"/>
              <a:ext cx="1050402" cy="1274933"/>
              <a:chOff x="8772175" y="4670224"/>
              <a:chExt cx="1050402" cy="1274933"/>
            </a:xfrm>
            <a:solidFill>
              <a:schemeClr val="bg1"/>
            </a:solidFill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40E0907-0F25-49DC-B94F-BDA5FAE3D413}"/>
                  </a:ext>
                </a:extLst>
              </p:cNvPr>
              <p:cNvSpPr/>
              <p:nvPr/>
            </p:nvSpPr>
            <p:spPr>
              <a:xfrm rot="567401">
                <a:off x="8772175" y="4670224"/>
                <a:ext cx="116160" cy="704068"/>
              </a:xfrm>
              <a:custGeom>
                <a:avLst/>
                <a:gdLst>
                  <a:gd name="connsiteX0" fmla="*/ 31309 w 197809"/>
                  <a:gd name="connsiteY0" fmla="*/ 0 h 1198955"/>
                  <a:gd name="connsiteX1" fmla="*/ 8623 w 197809"/>
                  <a:gd name="connsiteY1" fmla="*/ 96358 h 1198955"/>
                  <a:gd name="connsiteX2" fmla="*/ 0 w 197809"/>
                  <a:gd name="connsiteY2" fmla="*/ 226395 h 1198955"/>
                  <a:gd name="connsiteX3" fmla="*/ 143760 w 197809"/>
                  <a:gd name="connsiteY3" fmla="*/ 1179118 h 1198955"/>
                  <a:gd name="connsiteX4" fmla="*/ 197367 w 197809"/>
                  <a:gd name="connsiteY4" fmla="*/ 1176683 h 1198955"/>
                  <a:gd name="connsiteX5" fmla="*/ 116958 w 197809"/>
                  <a:gd name="connsiteY5" fmla="*/ 812404 h 1198955"/>
                  <a:gd name="connsiteX6" fmla="*/ 51170 w 197809"/>
                  <a:gd name="connsiteY6" fmla="*/ 176444 h 1198955"/>
                  <a:gd name="connsiteX7" fmla="*/ 54101 w 197809"/>
                  <a:gd name="connsiteY7" fmla="*/ 106809 h 1198955"/>
                  <a:gd name="connsiteX8" fmla="*/ 61676 w 197809"/>
                  <a:gd name="connsiteY8" fmla="*/ 57582 h 1198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809" h="1198955">
                    <a:moveTo>
                      <a:pt x="31309" y="0"/>
                    </a:moveTo>
                    <a:lnTo>
                      <a:pt x="8623" y="96358"/>
                    </a:lnTo>
                    <a:cubicBezTo>
                      <a:pt x="2589" y="138981"/>
                      <a:pt x="0" y="182536"/>
                      <a:pt x="0" y="226395"/>
                    </a:cubicBezTo>
                    <a:cubicBezTo>
                      <a:pt x="0" y="551685"/>
                      <a:pt x="77971" y="864793"/>
                      <a:pt x="143760" y="1179118"/>
                    </a:cubicBezTo>
                    <a:cubicBezTo>
                      <a:pt x="165691" y="1207140"/>
                      <a:pt x="202240" y="1204703"/>
                      <a:pt x="197367" y="1176683"/>
                    </a:cubicBezTo>
                    <a:cubicBezTo>
                      <a:pt x="176656" y="1063378"/>
                      <a:pt x="137668" y="925709"/>
                      <a:pt x="116958" y="812404"/>
                    </a:cubicBezTo>
                    <a:cubicBezTo>
                      <a:pt x="77972" y="602855"/>
                      <a:pt x="52387" y="390868"/>
                      <a:pt x="51170" y="176444"/>
                    </a:cubicBezTo>
                    <a:cubicBezTo>
                      <a:pt x="51170" y="152991"/>
                      <a:pt x="52007" y="129767"/>
                      <a:pt x="54101" y="106809"/>
                    </a:cubicBezTo>
                    <a:lnTo>
                      <a:pt x="61676" y="57582"/>
                    </a:lnTo>
                    <a:close/>
                  </a:path>
                </a:pathLst>
              </a:custGeom>
              <a:grpFill/>
              <a:ln w="6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416E369-C8CC-4B34-9F95-24F901D1F5A2}"/>
                  </a:ext>
                </a:extLst>
              </p:cNvPr>
              <p:cNvSpPr/>
              <p:nvPr/>
            </p:nvSpPr>
            <p:spPr>
              <a:xfrm rot="2624473">
                <a:off x="9205359" y="5419204"/>
                <a:ext cx="175807" cy="376730"/>
              </a:xfrm>
              <a:custGeom>
                <a:avLst/>
                <a:gdLst>
                  <a:gd name="connsiteX0" fmla="*/ 0 w 144018"/>
                  <a:gd name="connsiteY0" fmla="*/ 4566 h 308610"/>
                  <a:gd name="connsiteX1" fmla="*/ 19888 w 144018"/>
                  <a:gd name="connsiteY1" fmla="*/ 7309 h 308610"/>
                  <a:gd name="connsiteX2" fmla="*/ 28804 w 144018"/>
                  <a:gd name="connsiteY2" fmla="*/ 73146 h 308610"/>
                  <a:gd name="connsiteX3" fmla="*/ 75438 w 144018"/>
                  <a:gd name="connsiteY3" fmla="*/ 239109 h 308610"/>
                  <a:gd name="connsiteX4" fmla="*/ 104242 w 144018"/>
                  <a:gd name="connsiteY4" fmla="*/ 280943 h 308610"/>
                  <a:gd name="connsiteX5" fmla="*/ 143332 w 144018"/>
                  <a:gd name="connsiteY5" fmla="*/ 297402 h 308610"/>
                  <a:gd name="connsiteX6" fmla="*/ 143332 w 144018"/>
                  <a:gd name="connsiteY6" fmla="*/ 314547 h 308610"/>
                  <a:gd name="connsiteX7" fmla="*/ 60350 w 144018"/>
                  <a:gd name="connsiteY7" fmla="*/ 243910 h 308610"/>
                  <a:gd name="connsiteX8" fmla="*/ 4115 w 144018"/>
                  <a:gd name="connsiteY8" fmla="*/ 29940 h 308610"/>
                  <a:gd name="connsiteX9" fmla="*/ 0 w 144018"/>
                  <a:gd name="connsiteY9" fmla="*/ 4566 h 308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4018" h="308610">
                    <a:moveTo>
                      <a:pt x="0" y="4566"/>
                    </a:moveTo>
                    <a:cubicBezTo>
                      <a:pt x="9601" y="-3664"/>
                      <a:pt x="13716" y="451"/>
                      <a:pt x="19888" y="7309"/>
                    </a:cubicBezTo>
                    <a:cubicBezTo>
                      <a:pt x="21260" y="32684"/>
                      <a:pt x="24689" y="52572"/>
                      <a:pt x="28804" y="73146"/>
                    </a:cubicBezTo>
                    <a:cubicBezTo>
                      <a:pt x="40462" y="129381"/>
                      <a:pt x="58979" y="202762"/>
                      <a:pt x="75438" y="239109"/>
                    </a:cubicBezTo>
                    <a:cubicBezTo>
                      <a:pt x="80924" y="250082"/>
                      <a:pt x="97384" y="274085"/>
                      <a:pt x="104242" y="280943"/>
                    </a:cubicBezTo>
                    <a:cubicBezTo>
                      <a:pt x="114529" y="289173"/>
                      <a:pt x="128930" y="297402"/>
                      <a:pt x="143332" y="297402"/>
                    </a:cubicBezTo>
                    <a:cubicBezTo>
                      <a:pt x="148133" y="302889"/>
                      <a:pt x="148133" y="309061"/>
                      <a:pt x="143332" y="314547"/>
                    </a:cubicBezTo>
                    <a:cubicBezTo>
                      <a:pt x="102184" y="307004"/>
                      <a:pt x="76810" y="280257"/>
                      <a:pt x="60350" y="243910"/>
                    </a:cubicBezTo>
                    <a:cubicBezTo>
                      <a:pt x="31547" y="174644"/>
                      <a:pt x="14402" y="104007"/>
                      <a:pt x="4115" y="29940"/>
                    </a:cubicBezTo>
                    <a:cubicBezTo>
                      <a:pt x="3429" y="21711"/>
                      <a:pt x="2057" y="12110"/>
                      <a:pt x="0" y="4566"/>
                    </a:cubicBezTo>
                    <a:close/>
                  </a:path>
                </a:pathLst>
              </a:custGeom>
              <a:grpFill/>
              <a:ln w="6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3AC3BE8-304E-4C32-A75F-D93A0350BD78}"/>
                  </a:ext>
                </a:extLst>
              </p:cNvPr>
              <p:cNvSpPr/>
              <p:nvPr/>
            </p:nvSpPr>
            <p:spPr>
              <a:xfrm rot="2624473">
                <a:off x="9453204" y="5568427"/>
                <a:ext cx="92090" cy="376730"/>
              </a:xfrm>
              <a:custGeom>
                <a:avLst/>
                <a:gdLst>
                  <a:gd name="connsiteX0" fmla="*/ 0 w 75438"/>
                  <a:gd name="connsiteY0" fmla="*/ 9601 h 308610"/>
                  <a:gd name="connsiteX1" fmla="*/ 17145 w 75438"/>
                  <a:gd name="connsiteY1" fmla="*/ 0 h 308610"/>
                  <a:gd name="connsiteX2" fmla="*/ 75438 w 75438"/>
                  <a:gd name="connsiteY2" fmla="*/ 233858 h 308610"/>
                  <a:gd name="connsiteX3" fmla="*/ 75438 w 75438"/>
                  <a:gd name="connsiteY3" fmla="*/ 279121 h 308610"/>
                  <a:gd name="connsiteX4" fmla="*/ 65151 w 75438"/>
                  <a:gd name="connsiteY4" fmla="*/ 311353 h 308610"/>
                  <a:gd name="connsiteX5" fmla="*/ 47320 w 75438"/>
                  <a:gd name="connsiteY5" fmla="*/ 296951 h 308610"/>
                  <a:gd name="connsiteX6" fmla="*/ 61722 w 75438"/>
                  <a:gd name="connsiteY6" fmla="*/ 256489 h 308610"/>
                  <a:gd name="connsiteX7" fmla="*/ 57607 w 75438"/>
                  <a:gd name="connsiteY7" fmla="*/ 225628 h 308610"/>
                  <a:gd name="connsiteX8" fmla="*/ 5487 w 75438"/>
                  <a:gd name="connsiteY8" fmla="*/ 25375 h 308610"/>
                  <a:gd name="connsiteX9" fmla="*/ 0 w 75438"/>
                  <a:gd name="connsiteY9" fmla="*/ 9601 h 308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5438" h="308610">
                    <a:moveTo>
                      <a:pt x="0" y="9601"/>
                    </a:moveTo>
                    <a:cubicBezTo>
                      <a:pt x="6172" y="3429"/>
                      <a:pt x="11659" y="6172"/>
                      <a:pt x="17145" y="0"/>
                    </a:cubicBezTo>
                    <a:cubicBezTo>
                      <a:pt x="45263" y="100127"/>
                      <a:pt x="62408" y="153619"/>
                      <a:pt x="75438" y="233858"/>
                    </a:cubicBezTo>
                    <a:cubicBezTo>
                      <a:pt x="78181" y="248945"/>
                      <a:pt x="78181" y="264033"/>
                      <a:pt x="75438" y="279121"/>
                    </a:cubicBezTo>
                    <a:cubicBezTo>
                      <a:pt x="71323" y="292837"/>
                      <a:pt x="69266" y="297637"/>
                      <a:pt x="65151" y="311353"/>
                    </a:cubicBezTo>
                    <a:cubicBezTo>
                      <a:pt x="56236" y="314782"/>
                      <a:pt x="53493" y="304495"/>
                      <a:pt x="47320" y="296951"/>
                    </a:cubicBezTo>
                    <a:cubicBezTo>
                      <a:pt x="58293" y="285979"/>
                      <a:pt x="61036" y="277749"/>
                      <a:pt x="61722" y="256489"/>
                    </a:cubicBezTo>
                    <a:cubicBezTo>
                      <a:pt x="59665" y="243459"/>
                      <a:pt x="60351" y="233172"/>
                      <a:pt x="57607" y="225628"/>
                    </a:cubicBezTo>
                    <a:cubicBezTo>
                      <a:pt x="44577" y="157734"/>
                      <a:pt x="28804" y="100127"/>
                      <a:pt x="5487" y="25375"/>
                    </a:cubicBezTo>
                    <a:cubicBezTo>
                      <a:pt x="4801" y="21946"/>
                      <a:pt x="2058" y="13030"/>
                      <a:pt x="0" y="9601"/>
                    </a:cubicBezTo>
                    <a:close/>
                  </a:path>
                </a:pathLst>
              </a:custGeom>
              <a:grpFill/>
              <a:ln w="6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676DCC6-A67A-4878-9059-57495BE308CD}"/>
                  </a:ext>
                </a:extLst>
              </p:cNvPr>
              <p:cNvSpPr/>
              <p:nvPr/>
            </p:nvSpPr>
            <p:spPr>
              <a:xfrm rot="2624473">
                <a:off x="9373440" y="5030162"/>
                <a:ext cx="449137" cy="527241"/>
              </a:xfrm>
              <a:custGeom>
                <a:avLst/>
                <a:gdLst>
                  <a:gd name="connsiteX0" fmla="*/ 196 w 349758"/>
                  <a:gd name="connsiteY0" fmla="*/ 0 h 445770"/>
                  <a:gd name="connsiteX1" fmla="*/ 119525 w 349758"/>
                  <a:gd name="connsiteY1" fmla="*/ 109042 h 445770"/>
                  <a:gd name="connsiteX2" fmla="*/ 153815 w 349758"/>
                  <a:gd name="connsiteY2" fmla="*/ 161163 h 445770"/>
                  <a:gd name="connsiteX3" fmla="*/ 181247 w 349758"/>
                  <a:gd name="connsiteY3" fmla="*/ 189967 h 445770"/>
                  <a:gd name="connsiteX4" fmla="*/ 226510 w 349758"/>
                  <a:gd name="connsiteY4" fmla="*/ 200254 h 445770"/>
                  <a:gd name="connsiteX5" fmla="*/ 293033 w 349758"/>
                  <a:gd name="connsiteY5" fmla="*/ 270891 h 445770"/>
                  <a:gd name="connsiteX6" fmla="*/ 351326 w 349758"/>
                  <a:gd name="connsiteY6" fmla="*/ 407365 h 445770"/>
                  <a:gd name="connsiteX7" fmla="*/ 333495 w 349758"/>
                  <a:gd name="connsiteY7" fmla="*/ 425196 h 445770"/>
                  <a:gd name="connsiteX8" fmla="*/ 274516 w 349758"/>
                  <a:gd name="connsiteY8" fmla="*/ 291465 h 445770"/>
                  <a:gd name="connsiteX9" fmla="*/ 197707 w 349758"/>
                  <a:gd name="connsiteY9" fmla="*/ 216027 h 445770"/>
                  <a:gd name="connsiteX10" fmla="*/ 146957 w 349758"/>
                  <a:gd name="connsiteY10" fmla="*/ 228371 h 445770"/>
                  <a:gd name="connsiteX11" fmla="*/ 101009 w 349758"/>
                  <a:gd name="connsiteY11" fmla="*/ 369646 h 445770"/>
                  <a:gd name="connsiteX12" fmla="*/ 114725 w 349758"/>
                  <a:gd name="connsiteY12" fmla="*/ 447142 h 445770"/>
                  <a:gd name="connsiteX13" fmla="*/ 92779 w 349758"/>
                  <a:gd name="connsiteY13" fmla="*/ 445770 h 445770"/>
                  <a:gd name="connsiteX14" fmla="*/ 71519 w 349758"/>
                  <a:gd name="connsiteY14" fmla="*/ 350444 h 445770"/>
                  <a:gd name="connsiteX15" fmla="*/ 132556 w 349758"/>
                  <a:gd name="connsiteY15" fmla="*/ 205054 h 445770"/>
                  <a:gd name="connsiteX16" fmla="*/ 128441 w 349758"/>
                  <a:gd name="connsiteY16" fmla="*/ 176251 h 445770"/>
                  <a:gd name="connsiteX17" fmla="*/ 107181 w 349758"/>
                  <a:gd name="connsiteY17" fmla="*/ 137846 h 445770"/>
                  <a:gd name="connsiteX18" fmla="*/ 35858 w 349758"/>
                  <a:gd name="connsiteY18" fmla="*/ 63779 h 445770"/>
                  <a:gd name="connsiteX19" fmla="*/ 7740 w 349758"/>
                  <a:gd name="connsiteY19" fmla="*/ 38405 h 445770"/>
                  <a:gd name="connsiteX20" fmla="*/ 196 w 349758"/>
                  <a:gd name="connsiteY20" fmla="*/ 0 h 445770"/>
                  <a:gd name="connsiteX0" fmla="*/ 9624 w 360810"/>
                  <a:gd name="connsiteY0" fmla="*/ 4565 h 454288"/>
                  <a:gd name="connsiteX1" fmla="*/ 128953 w 360810"/>
                  <a:gd name="connsiteY1" fmla="*/ 113607 h 454288"/>
                  <a:gd name="connsiteX2" fmla="*/ 163243 w 360810"/>
                  <a:gd name="connsiteY2" fmla="*/ 165728 h 454288"/>
                  <a:gd name="connsiteX3" fmla="*/ 190675 w 360810"/>
                  <a:gd name="connsiteY3" fmla="*/ 194532 h 454288"/>
                  <a:gd name="connsiteX4" fmla="*/ 235938 w 360810"/>
                  <a:gd name="connsiteY4" fmla="*/ 204819 h 454288"/>
                  <a:gd name="connsiteX5" fmla="*/ 302461 w 360810"/>
                  <a:gd name="connsiteY5" fmla="*/ 275456 h 454288"/>
                  <a:gd name="connsiteX6" fmla="*/ 360754 w 360810"/>
                  <a:gd name="connsiteY6" fmla="*/ 411930 h 454288"/>
                  <a:gd name="connsiteX7" fmla="*/ 342923 w 360810"/>
                  <a:gd name="connsiteY7" fmla="*/ 429761 h 454288"/>
                  <a:gd name="connsiteX8" fmla="*/ 283944 w 360810"/>
                  <a:gd name="connsiteY8" fmla="*/ 296030 h 454288"/>
                  <a:gd name="connsiteX9" fmla="*/ 207135 w 360810"/>
                  <a:gd name="connsiteY9" fmla="*/ 220592 h 454288"/>
                  <a:gd name="connsiteX10" fmla="*/ 156385 w 360810"/>
                  <a:gd name="connsiteY10" fmla="*/ 232936 h 454288"/>
                  <a:gd name="connsiteX11" fmla="*/ 110437 w 360810"/>
                  <a:gd name="connsiteY11" fmla="*/ 374211 h 454288"/>
                  <a:gd name="connsiteX12" fmla="*/ 124153 w 360810"/>
                  <a:gd name="connsiteY12" fmla="*/ 451707 h 454288"/>
                  <a:gd name="connsiteX13" fmla="*/ 102207 w 360810"/>
                  <a:gd name="connsiteY13" fmla="*/ 450335 h 454288"/>
                  <a:gd name="connsiteX14" fmla="*/ 80947 w 360810"/>
                  <a:gd name="connsiteY14" fmla="*/ 355009 h 454288"/>
                  <a:gd name="connsiteX15" fmla="*/ 141984 w 360810"/>
                  <a:gd name="connsiteY15" fmla="*/ 209619 h 454288"/>
                  <a:gd name="connsiteX16" fmla="*/ 137869 w 360810"/>
                  <a:gd name="connsiteY16" fmla="*/ 180816 h 454288"/>
                  <a:gd name="connsiteX17" fmla="*/ 116609 w 360810"/>
                  <a:gd name="connsiteY17" fmla="*/ 142411 h 454288"/>
                  <a:gd name="connsiteX18" fmla="*/ 45286 w 360810"/>
                  <a:gd name="connsiteY18" fmla="*/ 68344 h 454288"/>
                  <a:gd name="connsiteX19" fmla="*/ 17168 w 360810"/>
                  <a:gd name="connsiteY19" fmla="*/ 42970 h 454288"/>
                  <a:gd name="connsiteX20" fmla="*/ 8233 w 360810"/>
                  <a:gd name="connsiteY20" fmla="*/ 22698 h 454288"/>
                  <a:gd name="connsiteX21" fmla="*/ 9624 w 360810"/>
                  <a:gd name="connsiteY21" fmla="*/ 4565 h 454288"/>
                  <a:gd name="connsiteX0" fmla="*/ 17456 w 368642"/>
                  <a:gd name="connsiteY0" fmla="*/ 3522 h 453245"/>
                  <a:gd name="connsiteX1" fmla="*/ 136785 w 368642"/>
                  <a:gd name="connsiteY1" fmla="*/ 112564 h 453245"/>
                  <a:gd name="connsiteX2" fmla="*/ 171075 w 368642"/>
                  <a:gd name="connsiteY2" fmla="*/ 164685 h 453245"/>
                  <a:gd name="connsiteX3" fmla="*/ 198507 w 368642"/>
                  <a:gd name="connsiteY3" fmla="*/ 193489 h 453245"/>
                  <a:gd name="connsiteX4" fmla="*/ 243770 w 368642"/>
                  <a:gd name="connsiteY4" fmla="*/ 203776 h 453245"/>
                  <a:gd name="connsiteX5" fmla="*/ 310293 w 368642"/>
                  <a:gd name="connsiteY5" fmla="*/ 274413 h 453245"/>
                  <a:gd name="connsiteX6" fmla="*/ 368586 w 368642"/>
                  <a:gd name="connsiteY6" fmla="*/ 410887 h 453245"/>
                  <a:gd name="connsiteX7" fmla="*/ 350755 w 368642"/>
                  <a:gd name="connsiteY7" fmla="*/ 428718 h 453245"/>
                  <a:gd name="connsiteX8" fmla="*/ 291776 w 368642"/>
                  <a:gd name="connsiteY8" fmla="*/ 294987 h 453245"/>
                  <a:gd name="connsiteX9" fmla="*/ 214967 w 368642"/>
                  <a:gd name="connsiteY9" fmla="*/ 219549 h 453245"/>
                  <a:gd name="connsiteX10" fmla="*/ 164217 w 368642"/>
                  <a:gd name="connsiteY10" fmla="*/ 231893 h 453245"/>
                  <a:gd name="connsiteX11" fmla="*/ 118269 w 368642"/>
                  <a:gd name="connsiteY11" fmla="*/ 373168 h 453245"/>
                  <a:gd name="connsiteX12" fmla="*/ 131985 w 368642"/>
                  <a:gd name="connsiteY12" fmla="*/ 450664 h 453245"/>
                  <a:gd name="connsiteX13" fmla="*/ 110039 w 368642"/>
                  <a:gd name="connsiteY13" fmla="*/ 449292 h 453245"/>
                  <a:gd name="connsiteX14" fmla="*/ 88779 w 368642"/>
                  <a:gd name="connsiteY14" fmla="*/ 353966 h 453245"/>
                  <a:gd name="connsiteX15" fmla="*/ 149816 w 368642"/>
                  <a:gd name="connsiteY15" fmla="*/ 208576 h 453245"/>
                  <a:gd name="connsiteX16" fmla="*/ 145701 w 368642"/>
                  <a:gd name="connsiteY16" fmla="*/ 179773 h 453245"/>
                  <a:gd name="connsiteX17" fmla="*/ 124441 w 368642"/>
                  <a:gd name="connsiteY17" fmla="*/ 141368 h 453245"/>
                  <a:gd name="connsiteX18" fmla="*/ 53118 w 368642"/>
                  <a:gd name="connsiteY18" fmla="*/ 67301 h 453245"/>
                  <a:gd name="connsiteX19" fmla="*/ 25000 w 368642"/>
                  <a:gd name="connsiteY19" fmla="*/ 41927 h 453245"/>
                  <a:gd name="connsiteX20" fmla="*/ 761 w 368642"/>
                  <a:gd name="connsiteY20" fmla="*/ 33027 h 453245"/>
                  <a:gd name="connsiteX21" fmla="*/ 17456 w 368642"/>
                  <a:gd name="connsiteY21" fmla="*/ 3522 h 453245"/>
                  <a:gd name="connsiteX0" fmla="*/ 35749 w 367948"/>
                  <a:gd name="connsiteY0" fmla="*/ 4556 h 442990"/>
                  <a:gd name="connsiteX1" fmla="*/ 136091 w 367948"/>
                  <a:gd name="connsiteY1" fmla="*/ 102309 h 442990"/>
                  <a:gd name="connsiteX2" fmla="*/ 170381 w 367948"/>
                  <a:gd name="connsiteY2" fmla="*/ 154430 h 442990"/>
                  <a:gd name="connsiteX3" fmla="*/ 197813 w 367948"/>
                  <a:gd name="connsiteY3" fmla="*/ 183234 h 442990"/>
                  <a:gd name="connsiteX4" fmla="*/ 243076 w 367948"/>
                  <a:gd name="connsiteY4" fmla="*/ 193521 h 442990"/>
                  <a:gd name="connsiteX5" fmla="*/ 309599 w 367948"/>
                  <a:gd name="connsiteY5" fmla="*/ 264158 h 442990"/>
                  <a:gd name="connsiteX6" fmla="*/ 367892 w 367948"/>
                  <a:gd name="connsiteY6" fmla="*/ 400632 h 442990"/>
                  <a:gd name="connsiteX7" fmla="*/ 350061 w 367948"/>
                  <a:gd name="connsiteY7" fmla="*/ 418463 h 442990"/>
                  <a:gd name="connsiteX8" fmla="*/ 291082 w 367948"/>
                  <a:gd name="connsiteY8" fmla="*/ 284732 h 442990"/>
                  <a:gd name="connsiteX9" fmla="*/ 214273 w 367948"/>
                  <a:gd name="connsiteY9" fmla="*/ 209294 h 442990"/>
                  <a:gd name="connsiteX10" fmla="*/ 163523 w 367948"/>
                  <a:gd name="connsiteY10" fmla="*/ 221638 h 442990"/>
                  <a:gd name="connsiteX11" fmla="*/ 117575 w 367948"/>
                  <a:gd name="connsiteY11" fmla="*/ 362913 h 442990"/>
                  <a:gd name="connsiteX12" fmla="*/ 131291 w 367948"/>
                  <a:gd name="connsiteY12" fmla="*/ 440409 h 442990"/>
                  <a:gd name="connsiteX13" fmla="*/ 109345 w 367948"/>
                  <a:gd name="connsiteY13" fmla="*/ 439037 h 442990"/>
                  <a:gd name="connsiteX14" fmla="*/ 88085 w 367948"/>
                  <a:gd name="connsiteY14" fmla="*/ 343711 h 442990"/>
                  <a:gd name="connsiteX15" fmla="*/ 149122 w 367948"/>
                  <a:gd name="connsiteY15" fmla="*/ 198321 h 442990"/>
                  <a:gd name="connsiteX16" fmla="*/ 145007 w 367948"/>
                  <a:gd name="connsiteY16" fmla="*/ 169518 h 442990"/>
                  <a:gd name="connsiteX17" fmla="*/ 123747 w 367948"/>
                  <a:gd name="connsiteY17" fmla="*/ 131113 h 442990"/>
                  <a:gd name="connsiteX18" fmla="*/ 52424 w 367948"/>
                  <a:gd name="connsiteY18" fmla="*/ 57046 h 442990"/>
                  <a:gd name="connsiteX19" fmla="*/ 24306 w 367948"/>
                  <a:gd name="connsiteY19" fmla="*/ 31672 h 442990"/>
                  <a:gd name="connsiteX20" fmla="*/ 67 w 367948"/>
                  <a:gd name="connsiteY20" fmla="*/ 22772 h 442990"/>
                  <a:gd name="connsiteX21" fmla="*/ 35749 w 367948"/>
                  <a:gd name="connsiteY21" fmla="*/ 4556 h 442990"/>
                  <a:gd name="connsiteX0" fmla="*/ 35721 w 367920"/>
                  <a:gd name="connsiteY0" fmla="*/ 867 h 439301"/>
                  <a:gd name="connsiteX1" fmla="*/ 136063 w 367920"/>
                  <a:gd name="connsiteY1" fmla="*/ 98620 h 439301"/>
                  <a:gd name="connsiteX2" fmla="*/ 170353 w 367920"/>
                  <a:gd name="connsiteY2" fmla="*/ 150741 h 439301"/>
                  <a:gd name="connsiteX3" fmla="*/ 197785 w 367920"/>
                  <a:gd name="connsiteY3" fmla="*/ 179545 h 439301"/>
                  <a:gd name="connsiteX4" fmla="*/ 243048 w 367920"/>
                  <a:gd name="connsiteY4" fmla="*/ 189832 h 439301"/>
                  <a:gd name="connsiteX5" fmla="*/ 309571 w 367920"/>
                  <a:gd name="connsiteY5" fmla="*/ 260469 h 439301"/>
                  <a:gd name="connsiteX6" fmla="*/ 367864 w 367920"/>
                  <a:gd name="connsiteY6" fmla="*/ 396943 h 439301"/>
                  <a:gd name="connsiteX7" fmla="*/ 350033 w 367920"/>
                  <a:gd name="connsiteY7" fmla="*/ 414774 h 439301"/>
                  <a:gd name="connsiteX8" fmla="*/ 291054 w 367920"/>
                  <a:gd name="connsiteY8" fmla="*/ 281043 h 439301"/>
                  <a:gd name="connsiteX9" fmla="*/ 214245 w 367920"/>
                  <a:gd name="connsiteY9" fmla="*/ 205605 h 439301"/>
                  <a:gd name="connsiteX10" fmla="*/ 163495 w 367920"/>
                  <a:gd name="connsiteY10" fmla="*/ 217949 h 439301"/>
                  <a:gd name="connsiteX11" fmla="*/ 117547 w 367920"/>
                  <a:gd name="connsiteY11" fmla="*/ 359224 h 439301"/>
                  <a:gd name="connsiteX12" fmla="*/ 131263 w 367920"/>
                  <a:gd name="connsiteY12" fmla="*/ 436720 h 439301"/>
                  <a:gd name="connsiteX13" fmla="*/ 109317 w 367920"/>
                  <a:gd name="connsiteY13" fmla="*/ 435348 h 439301"/>
                  <a:gd name="connsiteX14" fmla="*/ 88057 w 367920"/>
                  <a:gd name="connsiteY14" fmla="*/ 340022 h 439301"/>
                  <a:gd name="connsiteX15" fmla="*/ 149094 w 367920"/>
                  <a:gd name="connsiteY15" fmla="*/ 194632 h 439301"/>
                  <a:gd name="connsiteX16" fmla="*/ 144979 w 367920"/>
                  <a:gd name="connsiteY16" fmla="*/ 165829 h 439301"/>
                  <a:gd name="connsiteX17" fmla="*/ 123719 w 367920"/>
                  <a:gd name="connsiteY17" fmla="*/ 127424 h 439301"/>
                  <a:gd name="connsiteX18" fmla="*/ 52396 w 367920"/>
                  <a:gd name="connsiteY18" fmla="*/ 53357 h 439301"/>
                  <a:gd name="connsiteX19" fmla="*/ 24278 w 367920"/>
                  <a:gd name="connsiteY19" fmla="*/ 27983 h 439301"/>
                  <a:gd name="connsiteX20" fmla="*/ 39 w 367920"/>
                  <a:gd name="connsiteY20" fmla="*/ 19083 h 439301"/>
                  <a:gd name="connsiteX21" fmla="*/ 35721 w 367920"/>
                  <a:gd name="connsiteY21" fmla="*/ 867 h 439301"/>
                  <a:gd name="connsiteX0" fmla="*/ 48827 w 367908"/>
                  <a:gd name="connsiteY0" fmla="*/ 1999 h 428436"/>
                  <a:gd name="connsiteX1" fmla="*/ 136051 w 367908"/>
                  <a:gd name="connsiteY1" fmla="*/ 87755 h 428436"/>
                  <a:gd name="connsiteX2" fmla="*/ 170341 w 367908"/>
                  <a:gd name="connsiteY2" fmla="*/ 139876 h 428436"/>
                  <a:gd name="connsiteX3" fmla="*/ 197773 w 367908"/>
                  <a:gd name="connsiteY3" fmla="*/ 168680 h 428436"/>
                  <a:gd name="connsiteX4" fmla="*/ 243036 w 367908"/>
                  <a:gd name="connsiteY4" fmla="*/ 178967 h 428436"/>
                  <a:gd name="connsiteX5" fmla="*/ 309559 w 367908"/>
                  <a:gd name="connsiteY5" fmla="*/ 249604 h 428436"/>
                  <a:gd name="connsiteX6" fmla="*/ 367852 w 367908"/>
                  <a:gd name="connsiteY6" fmla="*/ 386078 h 428436"/>
                  <a:gd name="connsiteX7" fmla="*/ 350021 w 367908"/>
                  <a:gd name="connsiteY7" fmla="*/ 403909 h 428436"/>
                  <a:gd name="connsiteX8" fmla="*/ 291042 w 367908"/>
                  <a:gd name="connsiteY8" fmla="*/ 270178 h 428436"/>
                  <a:gd name="connsiteX9" fmla="*/ 214233 w 367908"/>
                  <a:gd name="connsiteY9" fmla="*/ 194740 h 428436"/>
                  <a:gd name="connsiteX10" fmla="*/ 163483 w 367908"/>
                  <a:gd name="connsiteY10" fmla="*/ 207084 h 428436"/>
                  <a:gd name="connsiteX11" fmla="*/ 117535 w 367908"/>
                  <a:gd name="connsiteY11" fmla="*/ 348359 h 428436"/>
                  <a:gd name="connsiteX12" fmla="*/ 131251 w 367908"/>
                  <a:gd name="connsiteY12" fmla="*/ 425855 h 428436"/>
                  <a:gd name="connsiteX13" fmla="*/ 109305 w 367908"/>
                  <a:gd name="connsiteY13" fmla="*/ 424483 h 428436"/>
                  <a:gd name="connsiteX14" fmla="*/ 88045 w 367908"/>
                  <a:gd name="connsiteY14" fmla="*/ 329157 h 428436"/>
                  <a:gd name="connsiteX15" fmla="*/ 149082 w 367908"/>
                  <a:gd name="connsiteY15" fmla="*/ 183767 h 428436"/>
                  <a:gd name="connsiteX16" fmla="*/ 144967 w 367908"/>
                  <a:gd name="connsiteY16" fmla="*/ 154964 h 428436"/>
                  <a:gd name="connsiteX17" fmla="*/ 123707 w 367908"/>
                  <a:gd name="connsiteY17" fmla="*/ 116559 h 428436"/>
                  <a:gd name="connsiteX18" fmla="*/ 52384 w 367908"/>
                  <a:gd name="connsiteY18" fmla="*/ 42492 h 428436"/>
                  <a:gd name="connsiteX19" fmla="*/ 24266 w 367908"/>
                  <a:gd name="connsiteY19" fmla="*/ 17118 h 428436"/>
                  <a:gd name="connsiteX20" fmla="*/ 27 w 367908"/>
                  <a:gd name="connsiteY20" fmla="*/ 8218 h 428436"/>
                  <a:gd name="connsiteX21" fmla="*/ 48827 w 367908"/>
                  <a:gd name="connsiteY21" fmla="*/ 1999 h 428436"/>
                  <a:gd name="connsiteX0" fmla="*/ 48827 w 367908"/>
                  <a:gd name="connsiteY0" fmla="*/ 1999 h 428436"/>
                  <a:gd name="connsiteX1" fmla="*/ 136051 w 367908"/>
                  <a:gd name="connsiteY1" fmla="*/ 87755 h 428436"/>
                  <a:gd name="connsiteX2" fmla="*/ 170341 w 367908"/>
                  <a:gd name="connsiteY2" fmla="*/ 139876 h 428436"/>
                  <a:gd name="connsiteX3" fmla="*/ 197773 w 367908"/>
                  <a:gd name="connsiteY3" fmla="*/ 168680 h 428436"/>
                  <a:gd name="connsiteX4" fmla="*/ 243036 w 367908"/>
                  <a:gd name="connsiteY4" fmla="*/ 178967 h 428436"/>
                  <a:gd name="connsiteX5" fmla="*/ 309559 w 367908"/>
                  <a:gd name="connsiteY5" fmla="*/ 249604 h 428436"/>
                  <a:gd name="connsiteX6" fmla="*/ 367852 w 367908"/>
                  <a:gd name="connsiteY6" fmla="*/ 386078 h 428436"/>
                  <a:gd name="connsiteX7" fmla="*/ 350021 w 367908"/>
                  <a:gd name="connsiteY7" fmla="*/ 403909 h 428436"/>
                  <a:gd name="connsiteX8" fmla="*/ 291042 w 367908"/>
                  <a:gd name="connsiteY8" fmla="*/ 270178 h 428436"/>
                  <a:gd name="connsiteX9" fmla="*/ 214233 w 367908"/>
                  <a:gd name="connsiteY9" fmla="*/ 194740 h 428436"/>
                  <a:gd name="connsiteX10" fmla="*/ 163483 w 367908"/>
                  <a:gd name="connsiteY10" fmla="*/ 207084 h 428436"/>
                  <a:gd name="connsiteX11" fmla="*/ 117535 w 367908"/>
                  <a:gd name="connsiteY11" fmla="*/ 348359 h 428436"/>
                  <a:gd name="connsiteX12" fmla="*/ 131251 w 367908"/>
                  <a:gd name="connsiteY12" fmla="*/ 425855 h 428436"/>
                  <a:gd name="connsiteX13" fmla="*/ 109305 w 367908"/>
                  <a:gd name="connsiteY13" fmla="*/ 424483 h 428436"/>
                  <a:gd name="connsiteX14" fmla="*/ 88045 w 367908"/>
                  <a:gd name="connsiteY14" fmla="*/ 329157 h 428436"/>
                  <a:gd name="connsiteX15" fmla="*/ 149082 w 367908"/>
                  <a:gd name="connsiteY15" fmla="*/ 183767 h 428436"/>
                  <a:gd name="connsiteX16" fmla="*/ 144967 w 367908"/>
                  <a:gd name="connsiteY16" fmla="*/ 154964 h 428436"/>
                  <a:gd name="connsiteX17" fmla="*/ 123707 w 367908"/>
                  <a:gd name="connsiteY17" fmla="*/ 116559 h 428436"/>
                  <a:gd name="connsiteX18" fmla="*/ 52384 w 367908"/>
                  <a:gd name="connsiteY18" fmla="*/ 42492 h 428436"/>
                  <a:gd name="connsiteX19" fmla="*/ 24266 w 367908"/>
                  <a:gd name="connsiteY19" fmla="*/ 17118 h 428436"/>
                  <a:gd name="connsiteX20" fmla="*/ 27 w 367908"/>
                  <a:gd name="connsiteY20" fmla="*/ 8218 h 428436"/>
                  <a:gd name="connsiteX21" fmla="*/ 48827 w 367908"/>
                  <a:gd name="connsiteY21" fmla="*/ 1999 h 428436"/>
                  <a:gd name="connsiteX0" fmla="*/ 48843 w 367924"/>
                  <a:gd name="connsiteY0" fmla="*/ 5470 h 431907"/>
                  <a:gd name="connsiteX1" fmla="*/ 136067 w 367924"/>
                  <a:gd name="connsiteY1" fmla="*/ 91226 h 431907"/>
                  <a:gd name="connsiteX2" fmla="*/ 170357 w 367924"/>
                  <a:gd name="connsiteY2" fmla="*/ 143347 h 431907"/>
                  <a:gd name="connsiteX3" fmla="*/ 197789 w 367924"/>
                  <a:gd name="connsiteY3" fmla="*/ 172151 h 431907"/>
                  <a:gd name="connsiteX4" fmla="*/ 243052 w 367924"/>
                  <a:gd name="connsiteY4" fmla="*/ 182438 h 431907"/>
                  <a:gd name="connsiteX5" fmla="*/ 309575 w 367924"/>
                  <a:gd name="connsiteY5" fmla="*/ 253075 h 431907"/>
                  <a:gd name="connsiteX6" fmla="*/ 367868 w 367924"/>
                  <a:gd name="connsiteY6" fmla="*/ 389549 h 431907"/>
                  <a:gd name="connsiteX7" fmla="*/ 350037 w 367924"/>
                  <a:gd name="connsiteY7" fmla="*/ 407380 h 431907"/>
                  <a:gd name="connsiteX8" fmla="*/ 291058 w 367924"/>
                  <a:gd name="connsiteY8" fmla="*/ 273649 h 431907"/>
                  <a:gd name="connsiteX9" fmla="*/ 214249 w 367924"/>
                  <a:gd name="connsiteY9" fmla="*/ 198211 h 431907"/>
                  <a:gd name="connsiteX10" fmla="*/ 163499 w 367924"/>
                  <a:gd name="connsiteY10" fmla="*/ 210555 h 431907"/>
                  <a:gd name="connsiteX11" fmla="*/ 117551 w 367924"/>
                  <a:gd name="connsiteY11" fmla="*/ 351830 h 431907"/>
                  <a:gd name="connsiteX12" fmla="*/ 131267 w 367924"/>
                  <a:gd name="connsiteY12" fmla="*/ 429326 h 431907"/>
                  <a:gd name="connsiteX13" fmla="*/ 109321 w 367924"/>
                  <a:gd name="connsiteY13" fmla="*/ 427954 h 431907"/>
                  <a:gd name="connsiteX14" fmla="*/ 88061 w 367924"/>
                  <a:gd name="connsiteY14" fmla="*/ 332628 h 431907"/>
                  <a:gd name="connsiteX15" fmla="*/ 149098 w 367924"/>
                  <a:gd name="connsiteY15" fmla="*/ 187238 h 431907"/>
                  <a:gd name="connsiteX16" fmla="*/ 144983 w 367924"/>
                  <a:gd name="connsiteY16" fmla="*/ 158435 h 431907"/>
                  <a:gd name="connsiteX17" fmla="*/ 123723 w 367924"/>
                  <a:gd name="connsiteY17" fmla="*/ 120030 h 431907"/>
                  <a:gd name="connsiteX18" fmla="*/ 52400 w 367924"/>
                  <a:gd name="connsiteY18" fmla="*/ 45963 h 431907"/>
                  <a:gd name="connsiteX19" fmla="*/ 24282 w 367924"/>
                  <a:gd name="connsiteY19" fmla="*/ 20589 h 431907"/>
                  <a:gd name="connsiteX20" fmla="*/ 43 w 367924"/>
                  <a:gd name="connsiteY20" fmla="*/ 11689 h 431907"/>
                  <a:gd name="connsiteX21" fmla="*/ 48843 w 367924"/>
                  <a:gd name="connsiteY21" fmla="*/ 5470 h 431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67924" h="431907">
                    <a:moveTo>
                      <a:pt x="48843" y="5470"/>
                    </a:moveTo>
                    <a:cubicBezTo>
                      <a:pt x="79018" y="28101"/>
                      <a:pt x="115815" y="68247"/>
                      <a:pt x="136067" y="91226"/>
                    </a:cubicBezTo>
                    <a:cubicBezTo>
                      <a:pt x="156319" y="114206"/>
                      <a:pt x="159385" y="124830"/>
                      <a:pt x="170357" y="143347"/>
                    </a:cubicBezTo>
                    <a:cubicBezTo>
                      <a:pt x="179273" y="157749"/>
                      <a:pt x="179959" y="173522"/>
                      <a:pt x="197789" y="172151"/>
                    </a:cubicBezTo>
                    <a:cubicBezTo>
                      <a:pt x="214249" y="173522"/>
                      <a:pt x="232765" y="178323"/>
                      <a:pt x="243052" y="182438"/>
                    </a:cubicBezTo>
                    <a:cubicBezTo>
                      <a:pt x="273227" y="194782"/>
                      <a:pt x="296545" y="229072"/>
                      <a:pt x="309575" y="253075"/>
                    </a:cubicBezTo>
                    <a:cubicBezTo>
                      <a:pt x="333578" y="297652"/>
                      <a:pt x="352095" y="341543"/>
                      <a:pt x="367868" y="389549"/>
                    </a:cubicBezTo>
                    <a:cubicBezTo>
                      <a:pt x="368554" y="402579"/>
                      <a:pt x="363067" y="408752"/>
                      <a:pt x="350037" y="407380"/>
                    </a:cubicBezTo>
                    <a:cubicBezTo>
                      <a:pt x="326720" y="362117"/>
                      <a:pt x="320548" y="325770"/>
                      <a:pt x="291058" y="273649"/>
                    </a:cubicBezTo>
                    <a:cubicBezTo>
                      <a:pt x="274599" y="247589"/>
                      <a:pt x="264998" y="208498"/>
                      <a:pt x="214249" y="198211"/>
                    </a:cubicBezTo>
                    <a:cubicBezTo>
                      <a:pt x="201904" y="195468"/>
                      <a:pt x="173101" y="203012"/>
                      <a:pt x="163499" y="210555"/>
                    </a:cubicBezTo>
                    <a:cubicBezTo>
                      <a:pt x="120980" y="241416"/>
                      <a:pt x="105206" y="299709"/>
                      <a:pt x="117551" y="351830"/>
                    </a:cubicBezTo>
                    <a:cubicBezTo>
                      <a:pt x="123037" y="377205"/>
                      <a:pt x="128524" y="401208"/>
                      <a:pt x="131267" y="429326"/>
                    </a:cubicBezTo>
                    <a:cubicBezTo>
                      <a:pt x="129209" y="434126"/>
                      <a:pt x="116179" y="431383"/>
                      <a:pt x="109321" y="427954"/>
                    </a:cubicBezTo>
                    <a:cubicBezTo>
                      <a:pt x="101777" y="397779"/>
                      <a:pt x="90805" y="364175"/>
                      <a:pt x="88061" y="332628"/>
                    </a:cubicBezTo>
                    <a:cubicBezTo>
                      <a:pt x="83261" y="273649"/>
                      <a:pt x="105206" y="225643"/>
                      <a:pt x="149098" y="187238"/>
                    </a:cubicBezTo>
                    <a:cubicBezTo>
                      <a:pt x="158699" y="179009"/>
                      <a:pt x="151155" y="168036"/>
                      <a:pt x="144983" y="158435"/>
                    </a:cubicBezTo>
                    <a:cubicBezTo>
                      <a:pt x="144983" y="158435"/>
                      <a:pt x="134010" y="137175"/>
                      <a:pt x="123723" y="120030"/>
                    </a:cubicBezTo>
                    <a:cubicBezTo>
                      <a:pt x="111379" y="98084"/>
                      <a:pt x="84632" y="72710"/>
                      <a:pt x="52400" y="45963"/>
                    </a:cubicBezTo>
                    <a:cubicBezTo>
                      <a:pt x="44170" y="37734"/>
                      <a:pt x="32512" y="28133"/>
                      <a:pt x="24282" y="20589"/>
                    </a:cubicBezTo>
                    <a:cubicBezTo>
                      <a:pt x="18107" y="12981"/>
                      <a:pt x="1300" y="18090"/>
                      <a:pt x="43" y="11689"/>
                    </a:cubicBezTo>
                    <a:cubicBezTo>
                      <a:pt x="-1214" y="5288"/>
                      <a:pt x="25183" y="-7222"/>
                      <a:pt x="48843" y="5470"/>
                    </a:cubicBezTo>
                    <a:close/>
                  </a:path>
                </a:pathLst>
              </a:custGeom>
              <a:grpFill/>
              <a:ln w="6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A8997D5-2689-486D-92C5-E6B910414BDE}"/>
                </a:ext>
              </a:extLst>
            </p:cNvPr>
            <p:cNvGrpSpPr/>
            <p:nvPr/>
          </p:nvGrpSpPr>
          <p:grpSpPr>
            <a:xfrm>
              <a:off x="8873991" y="4601281"/>
              <a:ext cx="193168" cy="193168"/>
              <a:chOff x="8682887" y="5354471"/>
              <a:chExt cx="193168" cy="193168"/>
            </a:xfrm>
            <a:solidFill>
              <a:schemeClr val="bg1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05049BF-2809-4FE4-8285-6009C411DCEF}"/>
                  </a:ext>
                </a:extLst>
              </p:cNvPr>
              <p:cNvSpPr/>
              <p:nvPr/>
            </p:nvSpPr>
            <p:spPr>
              <a:xfrm rot="567401">
                <a:off x="8682887" y="5354471"/>
                <a:ext cx="193168" cy="193168"/>
              </a:xfrm>
              <a:custGeom>
                <a:avLst/>
                <a:gdLst>
                  <a:gd name="connsiteX0" fmla="*/ 64571 w 185166"/>
                  <a:gd name="connsiteY0" fmla="*/ 1778 h 185166"/>
                  <a:gd name="connsiteX1" fmla="*/ 135208 w 185166"/>
                  <a:gd name="connsiteY1" fmla="*/ 14122 h 185166"/>
                  <a:gd name="connsiteX2" fmla="*/ 183214 w 185166"/>
                  <a:gd name="connsiteY2" fmla="*/ 116306 h 185166"/>
                  <a:gd name="connsiteX3" fmla="*/ 95432 w 185166"/>
                  <a:gd name="connsiteY3" fmla="*/ 189001 h 185166"/>
                  <a:gd name="connsiteX4" fmla="*/ 3535 w 185166"/>
                  <a:gd name="connsiteY4" fmla="*/ 121107 h 185166"/>
                  <a:gd name="connsiteX5" fmla="*/ 47426 w 185166"/>
                  <a:gd name="connsiteY5" fmla="*/ 12751 h 185166"/>
                  <a:gd name="connsiteX6" fmla="*/ 64571 w 185166"/>
                  <a:gd name="connsiteY6" fmla="*/ 1778 h 185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166" h="185166">
                    <a:moveTo>
                      <a:pt x="64571" y="1778"/>
                    </a:moveTo>
                    <a:cubicBezTo>
                      <a:pt x="98175" y="406"/>
                      <a:pt x="107776" y="-5080"/>
                      <a:pt x="135208" y="14122"/>
                    </a:cubicBezTo>
                    <a:cubicBezTo>
                      <a:pt x="176356" y="37439"/>
                      <a:pt x="193501" y="74473"/>
                      <a:pt x="183214" y="116306"/>
                    </a:cubicBezTo>
                    <a:cubicBezTo>
                      <a:pt x="172927" y="158826"/>
                      <a:pt x="137952" y="187630"/>
                      <a:pt x="95432" y="189001"/>
                    </a:cubicBezTo>
                    <a:cubicBezTo>
                      <a:pt x="53598" y="190373"/>
                      <a:pt x="15193" y="162255"/>
                      <a:pt x="3535" y="121107"/>
                    </a:cubicBezTo>
                    <a:cubicBezTo>
                      <a:pt x="-8124" y="79273"/>
                      <a:pt x="9707" y="36754"/>
                      <a:pt x="47426" y="12751"/>
                    </a:cubicBezTo>
                    <a:cubicBezTo>
                      <a:pt x="52912" y="9322"/>
                      <a:pt x="54284" y="4521"/>
                      <a:pt x="64571" y="1778"/>
                    </a:cubicBezTo>
                    <a:close/>
                  </a:path>
                </a:pathLst>
              </a:custGeom>
              <a:grpFill/>
              <a:ln w="6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1EA127B-C4C4-45B1-A9FD-B5EDF1D8B44D}"/>
                  </a:ext>
                </a:extLst>
              </p:cNvPr>
              <p:cNvSpPr/>
              <p:nvPr/>
            </p:nvSpPr>
            <p:spPr>
              <a:xfrm rot="567401">
                <a:off x="8709149" y="5384737"/>
                <a:ext cx="135933" cy="135933"/>
              </a:xfrm>
              <a:custGeom>
                <a:avLst/>
                <a:gdLst>
                  <a:gd name="connsiteX0" fmla="*/ 132359 w 130302"/>
                  <a:gd name="connsiteY0" fmla="*/ 65163 h 130302"/>
                  <a:gd name="connsiteX1" fmla="*/ 65151 w 130302"/>
                  <a:gd name="connsiteY1" fmla="*/ 132371 h 130302"/>
                  <a:gd name="connsiteX2" fmla="*/ 0 w 130302"/>
                  <a:gd name="connsiteY2" fmla="*/ 66535 h 130302"/>
                  <a:gd name="connsiteX3" fmla="*/ 64465 w 130302"/>
                  <a:gd name="connsiteY3" fmla="*/ 12 h 130302"/>
                  <a:gd name="connsiteX4" fmla="*/ 132359 w 130302"/>
                  <a:gd name="connsiteY4" fmla="*/ 65163 h 130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302" h="130302">
                    <a:moveTo>
                      <a:pt x="132359" y="65163"/>
                    </a:moveTo>
                    <a:cubicBezTo>
                      <a:pt x="132359" y="102196"/>
                      <a:pt x="101498" y="133057"/>
                      <a:pt x="65151" y="132371"/>
                    </a:cubicBezTo>
                    <a:cubicBezTo>
                      <a:pt x="29489" y="131686"/>
                      <a:pt x="0" y="102196"/>
                      <a:pt x="0" y="66535"/>
                    </a:cubicBezTo>
                    <a:cubicBezTo>
                      <a:pt x="0" y="30187"/>
                      <a:pt x="28118" y="698"/>
                      <a:pt x="64465" y="12"/>
                    </a:cubicBezTo>
                    <a:cubicBezTo>
                      <a:pt x="102184" y="-674"/>
                      <a:pt x="132359" y="28130"/>
                      <a:pt x="132359" y="65163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95E7FD-7B7B-44E4-8A06-453B2DE65ADC}"/>
              </a:ext>
            </a:extLst>
          </p:cNvPr>
          <p:cNvGrpSpPr/>
          <p:nvPr/>
        </p:nvGrpSpPr>
        <p:grpSpPr>
          <a:xfrm>
            <a:off x="6606589" y="2414942"/>
            <a:ext cx="1131410" cy="1647126"/>
            <a:chOff x="3941816" y="1814078"/>
            <a:chExt cx="1781788" cy="259395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26F672B-6105-44CD-A02A-52755201F559}"/>
                </a:ext>
              </a:extLst>
            </p:cNvPr>
            <p:cNvGrpSpPr/>
            <p:nvPr/>
          </p:nvGrpSpPr>
          <p:grpSpPr>
            <a:xfrm>
              <a:off x="3941816" y="1814078"/>
              <a:ext cx="1781788" cy="2593958"/>
              <a:chOff x="2371069" y="2877253"/>
              <a:chExt cx="416267" cy="606009"/>
            </a:xfrm>
          </p:grpSpPr>
          <p:sp>
            <p:nvSpPr>
              <p:cNvPr id="40" name="Freeform 21">
                <a:extLst>
                  <a:ext uri="{FF2B5EF4-FFF2-40B4-BE49-F238E27FC236}">
                    <a16:creationId xmlns:a16="http://schemas.microsoft.com/office/drawing/2014/main" id="{7741DB12-935F-435F-9C9F-19CB560095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069" y="2912822"/>
                <a:ext cx="416267" cy="570440"/>
              </a:xfrm>
              <a:custGeom>
                <a:avLst/>
                <a:gdLst>
                  <a:gd name="T0" fmla="*/ 353 w 353"/>
                  <a:gd name="T1" fmla="*/ 461 h 485"/>
                  <a:gd name="T2" fmla="*/ 329 w 353"/>
                  <a:gd name="T3" fmla="*/ 485 h 485"/>
                  <a:gd name="T4" fmla="*/ 24 w 353"/>
                  <a:gd name="T5" fmla="*/ 485 h 485"/>
                  <a:gd name="T6" fmla="*/ 0 w 353"/>
                  <a:gd name="T7" fmla="*/ 461 h 485"/>
                  <a:gd name="T8" fmla="*/ 0 w 353"/>
                  <a:gd name="T9" fmla="*/ 24 h 485"/>
                  <a:gd name="T10" fmla="*/ 24 w 353"/>
                  <a:gd name="T11" fmla="*/ 0 h 485"/>
                  <a:gd name="T12" fmla="*/ 329 w 353"/>
                  <a:gd name="T13" fmla="*/ 0 h 485"/>
                  <a:gd name="T14" fmla="*/ 353 w 353"/>
                  <a:gd name="T15" fmla="*/ 24 h 485"/>
                  <a:gd name="T16" fmla="*/ 353 w 353"/>
                  <a:gd name="T17" fmla="*/ 461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3" h="485">
                    <a:moveTo>
                      <a:pt x="353" y="461"/>
                    </a:moveTo>
                    <a:cubicBezTo>
                      <a:pt x="353" y="475"/>
                      <a:pt x="343" y="485"/>
                      <a:pt x="329" y="485"/>
                    </a:cubicBezTo>
                    <a:cubicBezTo>
                      <a:pt x="24" y="485"/>
                      <a:pt x="24" y="485"/>
                      <a:pt x="24" y="485"/>
                    </a:cubicBezTo>
                    <a:cubicBezTo>
                      <a:pt x="11" y="485"/>
                      <a:pt x="0" y="475"/>
                      <a:pt x="0" y="461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29" y="0"/>
                      <a:pt x="329" y="0"/>
                      <a:pt x="329" y="0"/>
                    </a:cubicBezTo>
                    <a:cubicBezTo>
                      <a:pt x="343" y="0"/>
                      <a:pt x="353" y="11"/>
                      <a:pt x="353" y="24"/>
                    </a:cubicBezTo>
                    <a:lnTo>
                      <a:pt x="353" y="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27D5CDD-57F7-4749-965A-8F2C78F4F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8866" y="2956587"/>
                <a:ext cx="340673" cy="4714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63FE7A6D-7D3A-4AB1-BA7D-BA57B40D9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6877" y="2954100"/>
                <a:ext cx="345148" cy="476444"/>
              </a:xfrm>
              <a:custGeom>
                <a:avLst/>
                <a:gdLst>
                  <a:gd name="T0" fmla="*/ 689 w 694"/>
                  <a:gd name="T1" fmla="*/ 953 h 958"/>
                  <a:gd name="T2" fmla="*/ 689 w 694"/>
                  <a:gd name="T3" fmla="*/ 948 h 958"/>
                  <a:gd name="T4" fmla="*/ 9 w 694"/>
                  <a:gd name="T5" fmla="*/ 948 h 958"/>
                  <a:gd name="T6" fmla="*/ 9 w 694"/>
                  <a:gd name="T7" fmla="*/ 9 h 958"/>
                  <a:gd name="T8" fmla="*/ 684 w 694"/>
                  <a:gd name="T9" fmla="*/ 9 h 958"/>
                  <a:gd name="T10" fmla="*/ 684 w 694"/>
                  <a:gd name="T11" fmla="*/ 953 h 958"/>
                  <a:gd name="T12" fmla="*/ 689 w 694"/>
                  <a:gd name="T13" fmla="*/ 953 h 958"/>
                  <a:gd name="T14" fmla="*/ 689 w 694"/>
                  <a:gd name="T15" fmla="*/ 948 h 958"/>
                  <a:gd name="T16" fmla="*/ 689 w 694"/>
                  <a:gd name="T17" fmla="*/ 953 h 958"/>
                  <a:gd name="T18" fmla="*/ 694 w 694"/>
                  <a:gd name="T19" fmla="*/ 953 h 958"/>
                  <a:gd name="T20" fmla="*/ 694 w 694"/>
                  <a:gd name="T21" fmla="*/ 0 h 958"/>
                  <a:gd name="T22" fmla="*/ 0 w 694"/>
                  <a:gd name="T23" fmla="*/ 0 h 958"/>
                  <a:gd name="T24" fmla="*/ 0 w 694"/>
                  <a:gd name="T25" fmla="*/ 958 h 958"/>
                  <a:gd name="T26" fmla="*/ 694 w 694"/>
                  <a:gd name="T27" fmla="*/ 958 h 958"/>
                  <a:gd name="T28" fmla="*/ 694 w 694"/>
                  <a:gd name="T29" fmla="*/ 953 h 958"/>
                  <a:gd name="T30" fmla="*/ 689 w 694"/>
                  <a:gd name="T31" fmla="*/ 953 h 9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94" h="958">
                    <a:moveTo>
                      <a:pt x="689" y="953"/>
                    </a:moveTo>
                    <a:lnTo>
                      <a:pt x="689" y="948"/>
                    </a:lnTo>
                    <a:lnTo>
                      <a:pt x="9" y="948"/>
                    </a:lnTo>
                    <a:lnTo>
                      <a:pt x="9" y="9"/>
                    </a:lnTo>
                    <a:lnTo>
                      <a:pt x="684" y="9"/>
                    </a:lnTo>
                    <a:lnTo>
                      <a:pt x="684" y="953"/>
                    </a:lnTo>
                    <a:lnTo>
                      <a:pt x="689" y="953"/>
                    </a:lnTo>
                    <a:lnTo>
                      <a:pt x="689" y="948"/>
                    </a:lnTo>
                    <a:lnTo>
                      <a:pt x="689" y="953"/>
                    </a:lnTo>
                    <a:lnTo>
                      <a:pt x="694" y="953"/>
                    </a:lnTo>
                    <a:lnTo>
                      <a:pt x="694" y="0"/>
                    </a:lnTo>
                    <a:lnTo>
                      <a:pt x="0" y="0"/>
                    </a:lnTo>
                    <a:lnTo>
                      <a:pt x="0" y="958"/>
                    </a:lnTo>
                    <a:lnTo>
                      <a:pt x="694" y="958"/>
                    </a:lnTo>
                    <a:lnTo>
                      <a:pt x="694" y="953"/>
                    </a:lnTo>
                    <a:lnTo>
                      <a:pt x="689" y="9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3C2747B-89E6-41B1-9867-21E7BE6CC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6261" y="3056183"/>
                <a:ext cx="220670" cy="301384"/>
              </a:xfrm>
              <a:custGeom>
                <a:avLst/>
                <a:gdLst>
                  <a:gd name="connsiteX0" fmla="*/ 27458 w 277014"/>
                  <a:gd name="connsiteY0" fmla="*/ 286961 h 301384"/>
                  <a:gd name="connsiteX1" fmla="*/ 250055 w 277014"/>
                  <a:gd name="connsiteY1" fmla="*/ 286961 h 301384"/>
                  <a:gd name="connsiteX2" fmla="*/ 257121 w 277014"/>
                  <a:gd name="connsiteY2" fmla="*/ 294173 h 301384"/>
                  <a:gd name="connsiteX3" fmla="*/ 250055 w 277014"/>
                  <a:gd name="connsiteY3" fmla="*/ 301384 h 301384"/>
                  <a:gd name="connsiteX4" fmla="*/ 27458 w 277014"/>
                  <a:gd name="connsiteY4" fmla="*/ 301384 h 301384"/>
                  <a:gd name="connsiteX5" fmla="*/ 20391 w 277014"/>
                  <a:gd name="connsiteY5" fmla="*/ 294173 h 301384"/>
                  <a:gd name="connsiteX6" fmla="*/ 27458 w 277014"/>
                  <a:gd name="connsiteY6" fmla="*/ 286961 h 301384"/>
                  <a:gd name="connsiteX7" fmla="*/ 7073 w 277014"/>
                  <a:gd name="connsiteY7" fmla="*/ 238720 h 301384"/>
                  <a:gd name="connsiteX8" fmla="*/ 269941 w 277014"/>
                  <a:gd name="connsiteY8" fmla="*/ 238720 h 301384"/>
                  <a:gd name="connsiteX9" fmla="*/ 277014 w 277014"/>
                  <a:gd name="connsiteY9" fmla="*/ 245932 h 301384"/>
                  <a:gd name="connsiteX10" fmla="*/ 269941 w 277014"/>
                  <a:gd name="connsiteY10" fmla="*/ 253143 h 301384"/>
                  <a:gd name="connsiteX11" fmla="*/ 7073 w 277014"/>
                  <a:gd name="connsiteY11" fmla="*/ 253143 h 301384"/>
                  <a:gd name="connsiteX12" fmla="*/ 0 w 277014"/>
                  <a:gd name="connsiteY12" fmla="*/ 245932 h 301384"/>
                  <a:gd name="connsiteX13" fmla="*/ 7073 w 277014"/>
                  <a:gd name="connsiteY13" fmla="*/ 238720 h 301384"/>
                  <a:gd name="connsiteX14" fmla="*/ 27458 w 277014"/>
                  <a:gd name="connsiteY14" fmla="*/ 191971 h 301384"/>
                  <a:gd name="connsiteX15" fmla="*/ 250055 w 277014"/>
                  <a:gd name="connsiteY15" fmla="*/ 191971 h 301384"/>
                  <a:gd name="connsiteX16" fmla="*/ 257121 w 277014"/>
                  <a:gd name="connsiteY16" fmla="*/ 198933 h 301384"/>
                  <a:gd name="connsiteX17" fmla="*/ 250055 w 277014"/>
                  <a:gd name="connsiteY17" fmla="*/ 205896 h 301384"/>
                  <a:gd name="connsiteX18" fmla="*/ 27458 w 277014"/>
                  <a:gd name="connsiteY18" fmla="*/ 205896 h 301384"/>
                  <a:gd name="connsiteX19" fmla="*/ 20391 w 277014"/>
                  <a:gd name="connsiteY19" fmla="*/ 198933 h 301384"/>
                  <a:gd name="connsiteX20" fmla="*/ 27458 w 277014"/>
                  <a:gd name="connsiteY20" fmla="*/ 191971 h 301384"/>
                  <a:gd name="connsiteX21" fmla="*/ 7073 w 277014"/>
                  <a:gd name="connsiteY21" fmla="*/ 143729 h 301384"/>
                  <a:gd name="connsiteX22" fmla="*/ 269941 w 277014"/>
                  <a:gd name="connsiteY22" fmla="*/ 143729 h 301384"/>
                  <a:gd name="connsiteX23" fmla="*/ 277014 w 277014"/>
                  <a:gd name="connsiteY23" fmla="*/ 150691 h 301384"/>
                  <a:gd name="connsiteX24" fmla="*/ 269941 w 277014"/>
                  <a:gd name="connsiteY24" fmla="*/ 157654 h 301384"/>
                  <a:gd name="connsiteX25" fmla="*/ 7073 w 277014"/>
                  <a:gd name="connsiteY25" fmla="*/ 157654 h 301384"/>
                  <a:gd name="connsiteX26" fmla="*/ 0 w 277014"/>
                  <a:gd name="connsiteY26" fmla="*/ 150691 h 301384"/>
                  <a:gd name="connsiteX27" fmla="*/ 7073 w 277014"/>
                  <a:gd name="connsiteY27" fmla="*/ 143729 h 301384"/>
                  <a:gd name="connsiteX28" fmla="*/ 27458 w 277014"/>
                  <a:gd name="connsiteY28" fmla="*/ 95488 h 301384"/>
                  <a:gd name="connsiteX29" fmla="*/ 250055 w 277014"/>
                  <a:gd name="connsiteY29" fmla="*/ 95488 h 301384"/>
                  <a:gd name="connsiteX30" fmla="*/ 257121 w 277014"/>
                  <a:gd name="connsiteY30" fmla="*/ 102450 h 301384"/>
                  <a:gd name="connsiteX31" fmla="*/ 250055 w 277014"/>
                  <a:gd name="connsiteY31" fmla="*/ 109413 h 301384"/>
                  <a:gd name="connsiteX32" fmla="*/ 27458 w 277014"/>
                  <a:gd name="connsiteY32" fmla="*/ 109413 h 301384"/>
                  <a:gd name="connsiteX33" fmla="*/ 20391 w 277014"/>
                  <a:gd name="connsiteY33" fmla="*/ 102450 h 301384"/>
                  <a:gd name="connsiteX34" fmla="*/ 27458 w 277014"/>
                  <a:gd name="connsiteY34" fmla="*/ 95488 h 301384"/>
                  <a:gd name="connsiteX35" fmla="*/ 7073 w 277014"/>
                  <a:gd name="connsiteY35" fmla="*/ 47247 h 301384"/>
                  <a:gd name="connsiteX36" fmla="*/ 269941 w 277014"/>
                  <a:gd name="connsiteY36" fmla="*/ 47247 h 301384"/>
                  <a:gd name="connsiteX37" fmla="*/ 277014 w 277014"/>
                  <a:gd name="connsiteY37" fmla="*/ 54209 h 301384"/>
                  <a:gd name="connsiteX38" fmla="*/ 269941 w 277014"/>
                  <a:gd name="connsiteY38" fmla="*/ 61172 h 301384"/>
                  <a:gd name="connsiteX39" fmla="*/ 7073 w 277014"/>
                  <a:gd name="connsiteY39" fmla="*/ 61172 h 301384"/>
                  <a:gd name="connsiteX40" fmla="*/ 0 w 277014"/>
                  <a:gd name="connsiteY40" fmla="*/ 54209 h 301384"/>
                  <a:gd name="connsiteX41" fmla="*/ 7073 w 277014"/>
                  <a:gd name="connsiteY41" fmla="*/ 47247 h 301384"/>
                  <a:gd name="connsiteX42" fmla="*/ 27458 w 277014"/>
                  <a:gd name="connsiteY42" fmla="*/ 0 h 301384"/>
                  <a:gd name="connsiteX43" fmla="*/ 250055 w 277014"/>
                  <a:gd name="connsiteY43" fmla="*/ 0 h 301384"/>
                  <a:gd name="connsiteX44" fmla="*/ 257121 w 277014"/>
                  <a:gd name="connsiteY44" fmla="*/ 7211 h 301384"/>
                  <a:gd name="connsiteX45" fmla="*/ 250055 w 277014"/>
                  <a:gd name="connsiteY45" fmla="*/ 14423 h 301384"/>
                  <a:gd name="connsiteX46" fmla="*/ 27458 w 277014"/>
                  <a:gd name="connsiteY46" fmla="*/ 14423 h 301384"/>
                  <a:gd name="connsiteX47" fmla="*/ 20391 w 277014"/>
                  <a:gd name="connsiteY47" fmla="*/ 7211 h 301384"/>
                  <a:gd name="connsiteX48" fmla="*/ 27458 w 277014"/>
                  <a:gd name="connsiteY48" fmla="*/ 0 h 301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277014" h="301384">
                    <a:moveTo>
                      <a:pt x="27458" y="286961"/>
                    </a:moveTo>
                    <a:cubicBezTo>
                      <a:pt x="27458" y="286961"/>
                      <a:pt x="27458" y="286961"/>
                      <a:pt x="250055" y="286961"/>
                    </a:cubicBezTo>
                    <a:cubicBezTo>
                      <a:pt x="254766" y="286961"/>
                      <a:pt x="257121" y="290567"/>
                      <a:pt x="257121" y="294173"/>
                    </a:cubicBezTo>
                    <a:cubicBezTo>
                      <a:pt x="257121" y="297778"/>
                      <a:pt x="254766" y="301384"/>
                      <a:pt x="250055" y="301384"/>
                    </a:cubicBezTo>
                    <a:cubicBezTo>
                      <a:pt x="250055" y="301384"/>
                      <a:pt x="250055" y="301384"/>
                      <a:pt x="27458" y="301384"/>
                    </a:cubicBezTo>
                    <a:cubicBezTo>
                      <a:pt x="23924" y="301384"/>
                      <a:pt x="20391" y="297778"/>
                      <a:pt x="20391" y="294173"/>
                    </a:cubicBezTo>
                    <a:cubicBezTo>
                      <a:pt x="20391" y="290567"/>
                      <a:pt x="23924" y="286961"/>
                      <a:pt x="27458" y="286961"/>
                    </a:cubicBezTo>
                    <a:close/>
                    <a:moveTo>
                      <a:pt x="7073" y="238720"/>
                    </a:moveTo>
                    <a:cubicBezTo>
                      <a:pt x="7073" y="238720"/>
                      <a:pt x="7073" y="238720"/>
                      <a:pt x="269941" y="238720"/>
                    </a:cubicBezTo>
                    <a:cubicBezTo>
                      <a:pt x="273478" y="238720"/>
                      <a:pt x="277014" y="242326"/>
                      <a:pt x="277014" y="245932"/>
                    </a:cubicBezTo>
                    <a:cubicBezTo>
                      <a:pt x="277014" y="250739"/>
                      <a:pt x="273478" y="253143"/>
                      <a:pt x="269941" y="253143"/>
                    </a:cubicBezTo>
                    <a:cubicBezTo>
                      <a:pt x="269941" y="253143"/>
                      <a:pt x="269941" y="253143"/>
                      <a:pt x="7073" y="253143"/>
                    </a:cubicBezTo>
                    <a:cubicBezTo>
                      <a:pt x="3536" y="253143"/>
                      <a:pt x="0" y="250739"/>
                      <a:pt x="0" y="245932"/>
                    </a:cubicBezTo>
                    <a:cubicBezTo>
                      <a:pt x="0" y="242326"/>
                      <a:pt x="3536" y="238720"/>
                      <a:pt x="7073" y="238720"/>
                    </a:cubicBezTo>
                    <a:close/>
                    <a:moveTo>
                      <a:pt x="27458" y="191971"/>
                    </a:moveTo>
                    <a:cubicBezTo>
                      <a:pt x="27458" y="191971"/>
                      <a:pt x="27458" y="191971"/>
                      <a:pt x="250055" y="191971"/>
                    </a:cubicBezTo>
                    <a:cubicBezTo>
                      <a:pt x="254766" y="191971"/>
                      <a:pt x="257121" y="194292"/>
                      <a:pt x="257121" y="198933"/>
                    </a:cubicBezTo>
                    <a:cubicBezTo>
                      <a:pt x="257121" y="202415"/>
                      <a:pt x="254766" y="205896"/>
                      <a:pt x="250055" y="205896"/>
                    </a:cubicBezTo>
                    <a:cubicBezTo>
                      <a:pt x="250055" y="205896"/>
                      <a:pt x="250055" y="205896"/>
                      <a:pt x="27458" y="205896"/>
                    </a:cubicBezTo>
                    <a:cubicBezTo>
                      <a:pt x="23924" y="205896"/>
                      <a:pt x="20391" y="202415"/>
                      <a:pt x="20391" y="198933"/>
                    </a:cubicBezTo>
                    <a:cubicBezTo>
                      <a:pt x="20391" y="194292"/>
                      <a:pt x="23924" y="191971"/>
                      <a:pt x="27458" y="191971"/>
                    </a:cubicBezTo>
                    <a:close/>
                    <a:moveTo>
                      <a:pt x="7073" y="143729"/>
                    </a:moveTo>
                    <a:cubicBezTo>
                      <a:pt x="7073" y="143729"/>
                      <a:pt x="7073" y="143729"/>
                      <a:pt x="269941" y="143729"/>
                    </a:cubicBezTo>
                    <a:cubicBezTo>
                      <a:pt x="273478" y="143729"/>
                      <a:pt x="277014" y="147210"/>
                      <a:pt x="277014" y="150691"/>
                    </a:cubicBezTo>
                    <a:cubicBezTo>
                      <a:pt x="277014" y="154173"/>
                      <a:pt x="273478" y="157654"/>
                      <a:pt x="269941" y="157654"/>
                    </a:cubicBezTo>
                    <a:cubicBezTo>
                      <a:pt x="269941" y="157654"/>
                      <a:pt x="269941" y="157654"/>
                      <a:pt x="7073" y="157654"/>
                    </a:cubicBezTo>
                    <a:cubicBezTo>
                      <a:pt x="3536" y="157654"/>
                      <a:pt x="0" y="154173"/>
                      <a:pt x="0" y="150691"/>
                    </a:cubicBezTo>
                    <a:cubicBezTo>
                      <a:pt x="0" y="147210"/>
                      <a:pt x="3536" y="143729"/>
                      <a:pt x="7073" y="143729"/>
                    </a:cubicBezTo>
                    <a:close/>
                    <a:moveTo>
                      <a:pt x="27458" y="95488"/>
                    </a:moveTo>
                    <a:cubicBezTo>
                      <a:pt x="27458" y="95488"/>
                      <a:pt x="27458" y="95488"/>
                      <a:pt x="250055" y="95488"/>
                    </a:cubicBezTo>
                    <a:cubicBezTo>
                      <a:pt x="254766" y="95488"/>
                      <a:pt x="257121" y="98969"/>
                      <a:pt x="257121" y="102450"/>
                    </a:cubicBezTo>
                    <a:cubicBezTo>
                      <a:pt x="257121" y="107092"/>
                      <a:pt x="254766" y="109413"/>
                      <a:pt x="250055" y="109413"/>
                    </a:cubicBezTo>
                    <a:cubicBezTo>
                      <a:pt x="250055" y="109413"/>
                      <a:pt x="250055" y="109413"/>
                      <a:pt x="27458" y="109413"/>
                    </a:cubicBezTo>
                    <a:cubicBezTo>
                      <a:pt x="23924" y="109413"/>
                      <a:pt x="20391" y="107092"/>
                      <a:pt x="20391" y="102450"/>
                    </a:cubicBezTo>
                    <a:cubicBezTo>
                      <a:pt x="20391" y="98969"/>
                      <a:pt x="23924" y="95488"/>
                      <a:pt x="27458" y="95488"/>
                    </a:cubicBezTo>
                    <a:close/>
                    <a:moveTo>
                      <a:pt x="7073" y="47247"/>
                    </a:moveTo>
                    <a:cubicBezTo>
                      <a:pt x="7073" y="47247"/>
                      <a:pt x="7073" y="47247"/>
                      <a:pt x="269941" y="47247"/>
                    </a:cubicBezTo>
                    <a:cubicBezTo>
                      <a:pt x="273478" y="47247"/>
                      <a:pt x="277014" y="50728"/>
                      <a:pt x="277014" y="54209"/>
                    </a:cubicBezTo>
                    <a:cubicBezTo>
                      <a:pt x="277014" y="58851"/>
                      <a:pt x="273478" y="61172"/>
                      <a:pt x="269941" y="61172"/>
                    </a:cubicBezTo>
                    <a:cubicBezTo>
                      <a:pt x="269941" y="61172"/>
                      <a:pt x="269941" y="61172"/>
                      <a:pt x="7073" y="61172"/>
                    </a:cubicBezTo>
                    <a:cubicBezTo>
                      <a:pt x="3536" y="61172"/>
                      <a:pt x="0" y="58851"/>
                      <a:pt x="0" y="54209"/>
                    </a:cubicBezTo>
                    <a:cubicBezTo>
                      <a:pt x="0" y="50728"/>
                      <a:pt x="3536" y="47247"/>
                      <a:pt x="7073" y="47247"/>
                    </a:cubicBezTo>
                    <a:close/>
                    <a:moveTo>
                      <a:pt x="27458" y="0"/>
                    </a:moveTo>
                    <a:cubicBezTo>
                      <a:pt x="27458" y="0"/>
                      <a:pt x="27458" y="0"/>
                      <a:pt x="250055" y="0"/>
                    </a:cubicBezTo>
                    <a:cubicBezTo>
                      <a:pt x="254766" y="0"/>
                      <a:pt x="257121" y="2404"/>
                      <a:pt x="257121" y="7211"/>
                    </a:cubicBezTo>
                    <a:cubicBezTo>
                      <a:pt x="257121" y="10817"/>
                      <a:pt x="254766" y="14423"/>
                      <a:pt x="250055" y="14423"/>
                    </a:cubicBezTo>
                    <a:cubicBezTo>
                      <a:pt x="250055" y="14423"/>
                      <a:pt x="250055" y="14423"/>
                      <a:pt x="27458" y="14423"/>
                    </a:cubicBezTo>
                    <a:cubicBezTo>
                      <a:pt x="23924" y="14423"/>
                      <a:pt x="20391" y="10817"/>
                      <a:pt x="20391" y="7211"/>
                    </a:cubicBezTo>
                    <a:cubicBezTo>
                      <a:pt x="20391" y="2404"/>
                      <a:pt x="23924" y="0"/>
                      <a:pt x="274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3720102B-5A6B-4E65-89E9-DA6E67DEA149}"/>
                  </a:ext>
                </a:extLst>
              </p:cNvPr>
              <p:cNvSpPr/>
              <p:nvPr/>
            </p:nvSpPr>
            <p:spPr>
              <a:xfrm>
                <a:off x="2484461" y="2877253"/>
                <a:ext cx="189484" cy="105196"/>
              </a:xfrm>
              <a:custGeom>
                <a:avLst/>
                <a:gdLst>
                  <a:gd name="connsiteX0" fmla="*/ 94742 w 189484"/>
                  <a:gd name="connsiteY0" fmla="*/ 19975 h 105196"/>
                  <a:gd name="connsiteX1" fmla="*/ 68758 w 189484"/>
                  <a:gd name="connsiteY1" fmla="*/ 30738 h 105196"/>
                  <a:gd name="connsiteX2" fmla="*/ 61813 w 189484"/>
                  <a:gd name="connsiteY2" fmla="*/ 47505 h 105196"/>
                  <a:gd name="connsiteX3" fmla="*/ 87055 w 189484"/>
                  <a:gd name="connsiteY3" fmla="*/ 47505 h 105196"/>
                  <a:gd name="connsiteX4" fmla="*/ 127671 w 189484"/>
                  <a:gd name="connsiteY4" fmla="*/ 47505 h 105196"/>
                  <a:gd name="connsiteX5" fmla="*/ 120726 w 189484"/>
                  <a:gd name="connsiteY5" fmla="*/ 30738 h 105196"/>
                  <a:gd name="connsiteX6" fmla="*/ 94742 w 189484"/>
                  <a:gd name="connsiteY6" fmla="*/ 19975 h 105196"/>
                  <a:gd name="connsiteX7" fmla="*/ 94742 w 189484"/>
                  <a:gd name="connsiteY7" fmla="*/ 0 h 105196"/>
                  <a:gd name="connsiteX8" fmla="*/ 134851 w 189484"/>
                  <a:gd name="connsiteY8" fmla="*/ 16614 h 105196"/>
                  <a:gd name="connsiteX9" fmla="*/ 147646 w 189484"/>
                  <a:gd name="connsiteY9" fmla="*/ 47505 h 105196"/>
                  <a:gd name="connsiteX10" fmla="*/ 148292 w 189484"/>
                  <a:gd name="connsiteY10" fmla="*/ 47505 h 105196"/>
                  <a:gd name="connsiteX11" fmla="*/ 189484 w 189484"/>
                  <a:gd name="connsiteY11" fmla="*/ 89890 h 105196"/>
                  <a:gd name="connsiteX12" fmla="*/ 174184 w 189484"/>
                  <a:gd name="connsiteY12" fmla="*/ 105196 h 105196"/>
                  <a:gd name="connsiteX13" fmla="*/ 15300 w 189484"/>
                  <a:gd name="connsiteY13" fmla="*/ 105196 h 105196"/>
                  <a:gd name="connsiteX14" fmla="*/ 0 w 189484"/>
                  <a:gd name="connsiteY14" fmla="*/ 89890 h 105196"/>
                  <a:gd name="connsiteX15" fmla="*/ 12358 w 189484"/>
                  <a:gd name="connsiteY15" fmla="*/ 59868 h 105196"/>
                  <a:gd name="connsiteX16" fmla="*/ 41729 w 189484"/>
                  <a:gd name="connsiteY16" fmla="*/ 47769 h 105196"/>
                  <a:gd name="connsiteX17" fmla="*/ 54634 w 189484"/>
                  <a:gd name="connsiteY17" fmla="*/ 16614 h 105196"/>
                  <a:gd name="connsiteX18" fmla="*/ 94742 w 189484"/>
                  <a:gd name="connsiteY18" fmla="*/ 0 h 105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9484" h="105196">
                    <a:moveTo>
                      <a:pt x="94742" y="19975"/>
                    </a:moveTo>
                    <a:cubicBezTo>
                      <a:pt x="84595" y="19975"/>
                      <a:pt x="75408" y="24088"/>
                      <a:pt x="68758" y="30738"/>
                    </a:cubicBezTo>
                    <a:lnTo>
                      <a:pt x="61813" y="47505"/>
                    </a:lnTo>
                    <a:lnTo>
                      <a:pt x="87055" y="47505"/>
                    </a:lnTo>
                    <a:lnTo>
                      <a:pt x="127671" y="47505"/>
                    </a:lnTo>
                    <a:lnTo>
                      <a:pt x="120726" y="30738"/>
                    </a:lnTo>
                    <a:cubicBezTo>
                      <a:pt x="114076" y="24088"/>
                      <a:pt x="104890" y="19975"/>
                      <a:pt x="94742" y="19975"/>
                    </a:cubicBezTo>
                    <a:close/>
                    <a:moveTo>
                      <a:pt x="94742" y="0"/>
                    </a:moveTo>
                    <a:cubicBezTo>
                      <a:pt x="110406" y="0"/>
                      <a:pt x="124586" y="6349"/>
                      <a:pt x="134851" y="16614"/>
                    </a:cubicBezTo>
                    <a:lnTo>
                      <a:pt x="147646" y="47505"/>
                    </a:lnTo>
                    <a:lnTo>
                      <a:pt x="148292" y="47505"/>
                    </a:lnTo>
                    <a:cubicBezTo>
                      <a:pt x="171830" y="47505"/>
                      <a:pt x="189484" y="66343"/>
                      <a:pt x="189484" y="89890"/>
                    </a:cubicBezTo>
                    <a:cubicBezTo>
                      <a:pt x="189484" y="98132"/>
                      <a:pt x="182423" y="105196"/>
                      <a:pt x="174184" y="105196"/>
                    </a:cubicBezTo>
                    <a:cubicBezTo>
                      <a:pt x="174184" y="105196"/>
                      <a:pt x="174184" y="105196"/>
                      <a:pt x="15300" y="105196"/>
                    </a:cubicBezTo>
                    <a:cubicBezTo>
                      <a:pt x="7061" y="105196"/>
                      <a:pt x="0" y="98132"/>
                      <a:pt x="0" y="89890"/>
                    </a:cubicBezTo>
                    <a:cubicBezTo>
                      <a:pt x="0" y="78117"/>
                      <a:pt x="4708" y="67520"/>
                      <a:pt x="12358" y="59868"/>
                    </a:cubicBezTo>
                    <a:lnTo>
                      <a:pt x="41729" y="47769"/>
                    </a:lnTo>
                    <a:lnTo>
                      <a:pt x="54634" y="16614"/>
                    </a:lnTo>
                    <a:cubicBezTo>
                      <a:pt x="64898" y="6349"/>
                      <a:pt x="79079" y="0"/>
                      <a:pt x="94742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6" name="Chevron 2">
              <a:extLst>
                <a:ext uri="{FF2B5EF4-FFF2-40B4-BE49-F238E27FC236}">
                  <a16:creationId xmlns:a16="http://schemas.microsoft.com/office/drawing/2014/main" id="{AFEBF79D-988A-400A-BBFC-AF2C168BE2A9}"/>
                </a:ext>
              </a:extLst>
            </p:cNvPr>
            <p:cNvSpPr/>
            <p:nvPr/>
          </p:nvSpPr>
          <p:spPr>
            <a:xfrm rot="5400000">
              <a:off x="4198486" y="2547223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7" name="Chevron 2">
              <a:extLst>
                <a:ext uri="{FF2B5EF4-FFF2-40B4-BE49-F238E27FC236}">
                  <a16:creationId xmlns:a16="http://schemas.microsoft.com/office/drawing/2014/main" id="{9AFD1F59-3FE0-4F5E-BA32-19DD4444A308}"/>
                </a:ext>
              </a:extLst>
            </p:cNvPr>
            <p:cNvSpPr/>
            <p:nvPr/>
          </p:nvSpPr>
          <p:spPr>
            <a:xfrm rot="5400000">
              <a:off x="4201989" y="2898837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8" name="Chevron 2">
              <a:extLst>
                <a:ext uri="{FF2B5EF4-FFF2-40B4-BE49-F238E27FC236}">
                  <a16:creationId xmlns:a16="http://schemas.microsoft.com/office/drawing/2014/main" id="{CE759F55-D153-4A49-9905-B5CE12375BF8}"/>
                </a:ext>
              </a:extLst>
            </p:cNvPr>
            <p:cNvSpPr/>
            <p:nvPr/>
          </p:nvSpPr>
          <p:spPr>
            <a:xfrm rot="5400000">
              <a:off x="4205492" y="3250451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9" name="Chevron 2">
              <a:extLst>
                <a:ext uri="{FF2B5EF4-FFF2-40B4-BE49-F238E27FC236}">
                  <a16:creationId xmlns:a16="http://schemas.microsoft.com/office/drawing/2014/main" id="{943ABE96-58FF-40AC-A592-4ABFDEB0594A}"/>
                </a:ext>
              </a:extLst>
            </p:cNvPr>
            <p:cNvSpPr/>
            <p:nvPr/>
          </p:nvSpPr>
          <p:spPr>
            <a:xfrm rot="5400000">
              <a:off x="4208995" y="3602065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949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그룹 101">
            <a:extLst>
              <a:ext uri="{FF2B5EF4-FFF2-40B4-BE49-F238E27FC236}">
                <a16:creationId xmlns:a16="http://schemas.microsoft.com/office/drawing/2014/main" id="{B1CD2D8D-2194-4448-8740-FB00CD41D25E}"/>
              </a:ext>
            </a:extLst>
          </p:cNvPr>
          <p:cNvGrpSpPr/>
          <p:nvPr/>
        </p:nvGrpSpPr>
        <p:grpSpPr>
          <a:xfrm>
            <a:off x="1832147" y="4153584"/>
            <a:ext cx="3892427" cy="827075"/>
            <a:chOff x="1832146" y="1840455"/>
            <a:chExt cx="3892427" cy="827075"/>
          </a:xfrm>
          <a:solidFill>
            <a:schemeClr val="accent1"/>
          </a:solidFill>
        </p:grpSpPr>
        <p:sp>
          <p:nvSpPr>
            <p:cNvPr id="4" name="Round Same Side Corner Rectangle 8">
              <a:extLst>
                <a:ext uri="{FF2B5EF4-FFF2-40B4-BE49-F238E27FC236}">
                  <a16:creationId xmlns:a16="http://schemas.microsoft.com/office/drawing/2014/main" id="{DD416643-769C-46FA-8C8E-2B5D63FE69E5}"/>
                </a:ext>
              </a:extLst>
            </p:cNvPr>
            <p:cNvSpPr/>
            <p:nvPr/>
          </p:nvSpPr>
          <p:spPr>
            <a:xfrm>
              <a:off x="18321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5" name="Round Same Side Corner Rectangle 8">
              <a:extLst>
                <a:ext uri="{FF2B5EF4-FFF2-40B4-BE49-F238E27FC236}">
                  <a16:creationId xmlns:a16="http://schemas.microsoft.com/office/drawing/2014/main" id="{C15C5ACA-ED37-4F55-87F3-5AEAA4C082A7}"/>
                </a:ext>
              </a:extLst>
            </p:cNvPr>
            <p:cNvSpPr/>
            <p:nvPr/>
          </p:nvSpPr>
          <p:spPr>
            <a:xfrm>
              <a:off x="22297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6" name="Round Same Side Corner Rectangle 8">
              <a:extLst>
                <a:ext uri="{FF2B5EF4-FFF2-40B4-BE49-F238E27FC236}">
                  <a16:creationId xmlns:a16="http://schemas.microsoft.com/office/drawing/2014/main" id="{182B24C8-E0B0-483A-B2F2-05294AE4E924}"/>
                </a:ext>
              </a:extLst>
            </p:cNvPr>
            <p:cNvSpPr/>
            <p:nvPr/>
          </p:nvSpPr>
          <p:spPr>
            <a:xfrm>
              <a:off x="26273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7" name="Round Same Side Corner Rectangle 8">
              <a:extLst>
                <a:ext uri="{FF2B5EF4-FFF2-40B4-BE49-F238E27FC236}">
                  <a16:creationId xmlns:a16="http://schemas.microsoft.com/office/drawing/2014/main" id="{0DC3EAA3-8FBB-46A1-BD6E-58881E19E623}"/>
                </a:ext>
              </a:extLst>
            </p:cNvPr>
            <p:cNvSpPr/>
            <p:nvPr/>
          </p:nvSpPr>
          <p:spPr>
            <a:xfrm>
              <a:off x="30249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" name="Round Same Side Corner Rectangle 8">
              <a:extLst>
                <a:ext uri="{FF2B5EF4-FFF2-40B4-BE49-F238E27FC236}">
                  <a16:creationId xmlns:a16="http://schemas.microsoft.com/office/drawing/2014/main" id="{47408FB6-1C12-4AA9-BC91-AC75F106F0DC}"/>
                </a:ext>
              </a:extLst>
            </p:cNvPr>
            <p:cNvSpPr/>
            <p:nvPr/>
          </p:nvSpPr>
          <p:spPr>
            <a:xfrm>
              <a:off x="34225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9" name="Round Same Side Corner Rectangle 8">
              <a:extLst>
                <a:ext uri="{FF2B5EF4-FFF2-40B4-BE49-F238E27FC236}">
                  <a16:creationId xmlns:a16="http://schemas.microsoft.com/office/drawing/2014/main" id="{783DCA6F-8287-4EEA-BEED-2AF43C4EBB97}"/>
                </a:ext>
              </a:extLst>
            </p:cNvPr>
            <p:cNvSpPr/>
            <p:nvPr/>
          </p:nvSpPr>
          <p:spPr>
            <a:xfrm>
              <a:off x="38201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0" name="Round Same Side Corner Rectangle 8">
              <a:extLst>
                <a:ext uri="{FF2B5EF4-FFF2-40B4-BE49-F238E27FC236}">
                  <a16:creationId xmlns:a16="http://schemas.microsoft.com/office/drawing/2014/main" id="{493DF3C0-F900-4BDC-A412-50CC4B47AF9A}"/>
                </a:ext>
              </a:extLst>
            </p:cNvPr>
            <p:cNvSpPr/>
            <p:nvPr/>
          </p:nvSpPr>
          <p:spPr>
            <a:xfrm>
              <a:off x="42177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1" name="Round Same Side Corner Rectangle 8">
              <a:extLst>
                <a:ext uri="{FF2B5EF4-FFF2-40B4-BE49-F238E27FC236}">
                  <a16:creationId xmlns:a16="http://schemas.microsoft.com/office/drawing/2014/main" id="{26CA37FC-5C7E-4E3A-BC45-2DF92F5EAAA5}"/>
                </a:ext>
              </a:extLst>
            </p:cNvPr>
            <p:cNvSpPr/>
            <p:nvPr/>
          </p:nvSpPr>
          <p:spPr>
            <a:xfrm>
              <a:off x="46153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2" name="Round Same Side Corner Rectangle 8">
              <a:extLst>
                <a:ext uri="{FF2B5EF4-FFF2-40B4-BE49-F238E27FC236}">
                  <a16:creationId xmlns:a16="http://schemas.microsoft.com/office/drawing/2014/main" id="{208855B8-34DE-45EE-B05A-AB1B69699957}"/>
                </a:ext>
              </a:extLst>
            </p:cNvPr>
            <p:cNvSpPr/>
            <p:nvPr/>
          </p:nvSpPr>
          <p:spPr>
            <a:xfrm>
              <a:off x="50129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3" name="Round Same Side Corner Rectangle 8">
              <a:extLst>
                <a:ext uri="{FF2B5EF4-FFF2-40B4-BE49-F238E27FC236}">
                  <a16:creationId xmlns:a16="http://schemas.microsoft.com/office/drawing/2014/main" id="{3D217BF7-5077-49E7-B8AA-EDA231A51B98}"/>
                </a:ext>
              </a:extLst>
            </p:cNvPr>
            <p:cNvSpPr/>
            <p:nvPr/>
          </p:nvSpPr>
          <p:spPr>
            <a:xfrm>
              <a:off x="5410543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25" name="그룹 112">
            <a:extLst>
              <a:ext uri="{FF2B5EF4-FFF2-40B4-BE49-F238E27FC236}">
                <a16:creationId xmlns:a16="http://schemas.microsoft.com/office/drawing/2014/main" id="{B8AF7E1B-F977-413B-94CF-3D24CD913F51}"/>
              </a:ext>
            </a:extLst>
          </p:cNvPr>
          <p:cNvGrpSpPr/>
          <p:nvPr/>
        </p:nvGrpSpPr>
        <p:grpSpPr>
          <a:xfrm>
            <a:off x="1832147" y="2916235"/>
            <a:ext cx="3892427" cy="827076"/>
            <a:chOff x="1832146" y="1840454"/>
            <a:chExt cx="3892427" cy="827076"/>
          </a:xfrm>
          <a:solidFill>
            <a:schemeClr val="bg1">
              <a:lumMod val="75000"/>
            </a:schemeClr>
          </a:solidFill>
        </p:grpSpPr>
        <p:sp>
          <p:nvSpPr>
            <p:cNvPr id="26" name="Round Same Side Corner Rectangle 8">
              <a:extLst>
                <a:ext uri="{FF2B5EF4-FFF2-40B4-BE49-F238E27FC236}">
                  <a16:creationId xmlns:a16="http://schemas.microsoft.com/office/drawing/2014/main" id="{47AEB833-A06B-46A3-BC0A-5FF9AFCDB91F}"/>
                </a:ext>
              </a:extLst>
            </p:cNvPr>
            <p:cNvSpPr/>
            <p:nvPr/>
          </p:nvSpPr>
          <p:spPr>
            <a:xfrm>
              <a:off x="18321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7" name="Round Same Side Corner Rectangle 8">
              <a:extLst>
                <a:ext uri="{FF2B5EF4-FFF2-40B4-BE49-F238E27FC236}">
                  <a16:creationId xmlns:a16="http://schemas.microsoft.com/office/drawing/2014/main" id="{A505390B-603D-400A-9F86-F4BAEA48EEBF}"/>
                </a:ext>
              </a:extLst>
            </p:cNvPr>
            <p:cNvSpPr/>
            <p:nvPr/>
          </p:nvSpPr>
          <p:spPr>
            <a:xfrm>
              <a:off x="22297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2" name="Round Same Side Corner Rectangle 8">
              <a:extLst>
                <a:ext uri="{FF2B5EF4-FFF2-40B4-BE49-F238E27FC236}">
                  <a16:creationId xmlns:a16="http://schemas.microsoft.com/office/drawing/2014/main" id="{306A4C5F-9771-4A1B-85B7-CB971D0F7B6E}"/>
                </a:ext>
              </a:extLst>
            </p:cNvPr>
            <p:cNvSpPr/>
            <p:nvPr/>
          </p:nvSpPr>
          <p:spPr>
            <a:xfrm>
              <a:off x="42177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3" name="Round Same Side Corner Rectangle 8">
              <a:extLst>
                <a:ext uri="{FF2B5EF4-FFF2-40B4-BE49-F238E27FC236}">
                  <a16:creationId xmlns:a16="http://schemas.microsoft.com/office/drawing/2014/main" id="{4306F7C1-3836-4FBA-B59A-6F2D0AA18A3A}"/>
                </a:ext>
              </a:extLst>
            </p:cNvPr>
            <p:cNvSpPr/>
            <p:nvPr/>
          </p:nvSpPr>
          <p:spPr>
            <a:xfrm>
              <a:off x="46153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4" name="Round Same Side Corner Rectangle 8">
              <a:extLst>
                <a:ext uri="{FF2B5EF4-FFF2-40B4-BE49-F238E27FC236}">
                  <a16:creationId xmlns:a16="http://schemas.microsoft.com/office/drawing/2014/main" id="{07C97B96-A4F6-4E60-8B8E-D7D97FBBCDFB}"/>
                </a:ext>
              </a:extLst>
            </p:cNvPr>
            <p:cNvSpPr/>
            <p:nvPr/>
          </p:nvSpPr>
          <p:spPr>
            <a:xfrm>
              <a:off x="50129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5" name="Round Same Side Corner Rectangle 8">
              <a:extLst>
                <a:ext uri="{FF2B5EF4-FFF2-40B4-BE49-F238E27FC236}">
                  <a16:creationId xmlns:a16="http://schemas.microsoft.com/office/drawing/2014/main" id="{7001F0B6-D6CC-4FAF-A4C6-F8A18286A422}"/>
                </a:ext>
              </a:extLst>
            </p:cNvPr>
            <p:cNvSpPr/>
            <p:nvPr/>
          </p:nvSpPr>
          <p:spPr>
            <a:xfrm>
              <a:off x="5410543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71" name="Round Same Side Corner Rectangle 8">
              <a:extLst>
                <a:ext uri="{FF2B5EF4-FFF2-40B4-BE49-F238E27FC236}">
                  <a16:creationId xmlns:a16="http://schemas.microsoft.com/office/drawing/2014/main" id="{1275DB18-BAB9-4183-8AB4-A7B9E944E104}"/>
                </a:ext>
              </a:extLst>
            </p:cNvPr>
            <p:cNvSpPr/>
            <p:nvPr/>
          </p:nvSpPr>
          <p:spPr>
            <a:xfrm>
              <a:off x="3016748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72" name="Round Same Side Corner Rectangle 8">
              <a:extLst>
                <a:ext uri="{FF2B5EF4-FFF2-40B4-BE49-F238E27FC236}">
                  <a16:creationId xmlns:a16="http://schemas.microsoft.com/office/drawing/2014/main" id="{E9810AAE-943A-4E26-A3F8-283E42CC4D04}"/>
                </a:ext>
              </a:extLst>
            </p:cNvPr>
            <p:cNvSpPr/>
            <p:nvPr/>
          </p:nvSpPr>
          <p:spPr>
            <a:xfrm>
              <a:off x="3414348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73" name="Round Same Side Corner Rectangle 8">
              <a:extLst>
                <a:ext uri="{FF2B5EF4-FFF2-40B4-BE49-F238E27FC236}">
                  <a16:creationId xmlns:a16="http://schemas.microsoft.com/office/drawing/2014/main" id="{7A42360E-4741-4F4A-A2C3-0E774B54252C}"/>
                </a:ext>
              </a:extLst>
            </p:cNvPr>
            <p:cNvSpPr/>
            <p:nvPr/>
          </p:nvSpPr>
          <p:spPr>
            <a:xfrm>
              <a:off x="3811948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74" name="Round Same Side Corner Rectangle 8">
              <a:extLst>
                <a:ext uri="{FF2B5EF4-FFF2-40B4-BE49-F238E27FC236}">
                  <a16:creationId xmlns:a16="http://schemas.microsoft.com/office/drawing/2014/main" id="{EF0AA46C-5C93-4AA2-BEE0-501914F7DCB1}"/>
                </a:ext>
              </a:extLst>
            </p:cNvPr>
            <p:cNvSpPr/>
            <p:nvPr/>
          </p:nvSpPr>
          <p:spPr>
            <a:xfrm>
              <a:off x="2622012" y="1840454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485EDC1-DD87-4957-A3DF-CDAB80ECEB87}"/>
              </a:ext>
            </a:extLst>
          </p:cNvPr>
          <p:cNvSpPr txBox="1"/>
          <p:nvPr/>
        </p:nvSpPr>
        <p:spPr>
          <a:xfrm>
            <a:off x="787939" y="3098940"/>
            <a:ext cx="87309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10</a:t>
            </a:r>
            <a:r>
              <a:rPr lang="en-US" altLang="ko-KR" sz="2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%</a:t>
            </a:r>
            <a:endParaRPr lang="ko-KR" altLang="en-US" sz="27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0C286C-DB55-4E7E-BB35-3A295CA9B9B9}"/>
              </a:ext>
            </a:extLst>
          </p:cNvPr>
          <p:cNvSpPr txBox="1"/>
          <p:nvPr/>
        </p:nvSpPr>
        <p:spPr>
          <a:xfrm>
            <a:off x="787939" y="4336288"/>
            <a:ext cx="87309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80</a:t>
            </a:r>
            <a:r>
              <a:rPr lang="en-US" altLang="ko-KR" sz="2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%</a:t>
            </a:r>
            <a:endParaRPr lang="ko-KR" altLang="en-US" sz="27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9748C5E-CA9D-4BC1-AD00-0A1ABC38C18B}"/>
              </a:ext>
            </a:extLst>
          </p:cNvPr>
          <p:cNvGrpSpPr/>
          <p:nvPr/>
        </p:nvGrpSpPr>
        <p:grpSpPr>
          <a:xfrm>
            <a:off x="6992746" y="4197791"/>
            <a:ext cx="4398834" cy="738664"/>
            <a:chOff x="3017858" y="4283314"/>
            <a:chExt cx="2572466" cy="73866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6E84312-A932-463C-A7F9-35F6A373DECF}"/>
                </a:ext>
              </a:extLst>
            </p:cNvPr>
            <p:cNvSpPr txBox="1"/>
            <p:nvPr/>
          </p:nvSpPr>
          <p:spPr>
            <a:xfrm>
              <a:off x="3021855" y="4560313"/>
              <a:ext cx="25684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У 80% оставшихся сила иммунной системы зависит от образа жизни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CB97887-BD9B-4E01-BAAB-5E2E666D43E1}"/>
                </a:ext>
              </a:extLst>
            </p:cNvPr>
            <p:cNvSpPr txBox="1"/>
            <p:nvPr/>
          </p:nvSpPr>
          <p:spPr>
            <a:xfrm>
              <a:off x="3017858" y="4283314"/>
              <a:ext cx="25684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Хороший иммунитет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FFD6044-9407-4D08-8AB9-E2A058384D59}"/>
              </a:ext>
            </a:extLst>
          </p:cNvPr>
          <p:cNvGrpSpPr/>
          <p:nvPr/>
        </p:nvGrpSpPr>
        <p:grpSpPr>
          <a:xfrm>
            <a:off x="6992746" y="2960443"/>
            <a:ext cx="4398834" cy="738664"/>
            <a:chOff x="3017858" y="4283314"/>
            <a:chExt cx="2572466" cy="73866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FAF6642-1679-4A89-AA6D-F39D418AB865}"/>
                </a:ext>
              </a:extLst>
            </p:cNvPr>
            <p:cNvSpPr txBox="1"/>
            <p:nvPr/>
          </p:nvSpPr>
          <p:spPr>
            <a:xfrm>
              <a:off x="3021855" y="4560313"/>
              <a:ext cx="25684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Всего лишь 10% людей имеют мощный иммунитет который защищает практически от всех заболеваний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98977FE-B4E4-43ED-A526-A8E57D92FA79}"/>
                </a:ext>
              </a:extLst>
            </p:cNvPr>
            <p:cNvSpPr txBox="1"/>
            <p:nvPr/>
          </p:nvSpPr>
          <p:spPr>
            <a:xfrm>
              <a:off x="3017858" y="4283314"/>
              <a:ext cx="25684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Мощный иммунитет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69" name="Freeform 9">
            <a:extLst>
              <a:ext uri="{FF2B5EF4-FFF2-40B4-BE49-F238E27FC236}">
                <a16:creationId xmlns:a16="http://schemas.microsoft.com/office/drawing/2014/main" id="{41FC784B-0A5C-4501-AA10-3A1D174F51A1}"/>
              </a:ext>
            </a:extLst>
          </p:cNvPr>
          <p:cNvSpPr>
            <a:spLocks noEditPoints="1"/>
          </p:cNvSpPr>
          <p:nvPr/>
        </p:nvSpPr>
        <p:spPr bwMode="auto">
          <a:xfrm>
            <a:off x="6544681" y="4429241"/>
            <a:ext cx="294903" cy="414878"/>
          </a:xfrm>
          <a:custGeom>
            <a:avLst/>
            <a:gdLst>
              <a:gd name="T0" fmla="*/ 2311 w 2753"/>
              <a:gd name="T1" fmla="*/ 580 h 3873"/>
              <a:gd name="T2" fmla="*/ 2433 w 2753"/>
              <a:gd name="T3" fmla="*/ 735 h 3873"/>
              <a:gd name="T4" fmla="*/ 2415 w 2753"/>
              <a:gd name="T5" fmla="*/ 948 h 3873"/>
              <a:gd name="T6" fmla="*/ 2253 w 2753"/>
              <a:gd name="T7" fmla="*/ 1073 h 3873"/>
              <a:gd name="T8" fmla="*/ 2037 w 2753"/>
              <a:gd name="T9" fmla="*/ 1138 h 3873"/>
              <a:gd name="T10" fmla="*/ 1946 w 2753"/>
              <a:gd name="T11" fmla="*/ 1260 h 3873"/>
              <a:gd name="T12" fmla="*/ 2039 w 2753"/>
              <a:gd name="T13" fmla="*/ 1346 h 3873"/>
              <a:gd name="T14" fmla="*/ 2400 w 2753"/>
              <a:gd name="T15" fmla="*/ 1671 h 3873"/>
              <a:gd name="T16" fmla="*/ 2649 w 2753"/>
              <a:gd name="T17" fmla="*/ 2118 h 3873"/>
              <a:gd name="T18" fmla="*/ 2746 w 2753"/>
              <a:gd name="T19" fmla="*/ 2586 h 3873"/>
              <a:gd name="T20" fmla="*/ 2739 w 2753"/>
              <a:gd name="T21" fmla="*/ 3028 h 3873"/>
              <a:gd name="T22" fmla="*/ 2671 w 2753"/>
              <a:gd name="T23" fmla="*/ 3397 h 3873"/>
              <a:gd name="T24" fmla="*/ 2597 w 2753"/>
              <a:gd name="T25" fmla="*/ 3648 h 3873"/>
              <a:gd name="T26" fmla="*/ 2533 w 2753"/>
              <a:gd name="T27" fmla="*/ 3764 h 3873"/>
              <a:gd name="T28" fmla="*/ 2319 w 2753"/>
              <a:gd name="T29" fmla="*/ 3855 h 3873"/>
              <a:gd name="T30" fmla="*/ 1959 w 2753"/>
              <a:gd name="T31" fmla="*/ 3868 h 3873"/>
              <a:gd name="T32" fmla="*/ 1531 w 2753"/>
              <a:gd name="T33" fmla="*/ 3768 h 3873"/>
              <a:gd name="T34" fmla="*/ 1146 w 2753"/>
              <a:gd name="T35" fmla="*/ 3597 h 3873"/>
              <a:gd name="T36" fmla="*/ 846 w 2753"/>
              <a:gd name="T37" fmla="*/ 3420 h 3873"/>
              <a:gd name="T38" fmla="*/ 669 w 2753"/>
              <a:gd name="T39" fmla="*/ 3297 h 3873"/>
              <a:gd name="T40" fmla="*/ 562 w 2753"/>
              <a:gd name="T41" fmla="*/ 3206 h 3873"/>
              <a:gd name="T42" fmla="*/ 189 w 2753"/>
              <a:gd name="T43" fmla="*/ 2718 h 3873"/>
              <a:gd name="T44" fmla="*/ 0 w 2753"/>
              <a:gd name="T45" fmla="*/ 2148 h 3873"/>
              <a:gd name="T46" fmla="*/ 79 w 2753"/>
              <a:gd name="T47" fmla="*/ 1729 h 3873"/>
              <a:gd name="T48" fmla="*/ 217 w 2753"/>
              <a:gd name="T49" fmla="*/ 1491 h 3873"/>
              <a:gd name="T50" fmla="*/ 319 w 2753"/>
              <a:gd name="T51" fmla="*/ 1380 h 3873"/>
              <a:gd name="T52" fmla="*/ 368 w 2753"/>
              <a:gd name="T53" fmla="*/ 1135 h 3873"/>
              <a:gd name="T54" fmla="*/ 353 w 2753"/>
              <a:gd name="T55" fmla="*/ 831 h 3873"/>
              <a:gd name="T56" fmla="*/ 384 w 2753"/>
              <a:gd name="T57" fmla="*/ 675 h 3873"/>
              <a:gd name="T58" fmla="*/ 559 w 2753"/>
              <a:gd name="T59" fmla="*/ 591 h 3873"/>
              <a:gd name="T60" fmla="*/ 699 w 2753"/>
              <a:gd name="T61" fmla="*/ 664 h 3873"/>
              <a:gd name="T62" fmla="*/ 769 w 2753"/>
              <a:gd name="T63" fmla="*/ 866 h 3873"/>
              <a:gd name="T64" fmla="*/ 791 w 2753"/>
              <a:gd name="T65" fmla="*/ 1115 h 3873"/>
              <a:gd name="T66" fmla="*/ 1008 w 2753"/>
              <a:gd name="T67" fmla="*/ 1053 h 3873"/>
              <a:gd name="T68" fmla="*/ 1433 w 2753"/>
              <a:gd name="T69" fmla="*/ 700 h 3873"/>
              <a:gd name="T70" fmla="*/ 1737 w 2753"/>
              <a:gd name="T71" fmla="*/ 600 h 3873"/>
              <a:gd name="T72" fmla="*/ 2062 w 2753"/>
              <a:gd name="T73" fmla="*/ 557 h 3873"/>
              <a:gd name="T74" fmla="*/ 1277 w 2753"/>
              <a:gd name="T75" fmla="*/ 18 h 3873"/>
              <a:gd name="T76" fmla="*/ 1315 w 2753"/>
              <a:gd name="T77" fmla="*/ 111 h 3873"/>
              <a:gd name="T78" fmla="*/ 1329 w 2753"/>
              <a:gd name="T79" fmla="*/ 229 h 3873"/>
              <a:gd name="T80" fmla="*/ 1389 w 2753"/>
              <a:gd name="T81" fmla="*/ 278 h 3873"/>
              <a:gd name="T82" fmla="*/ 1471 w 2753"/>
              <a:gd name="T83" fmla="*/ 138 h 3873"/>
              <a:gd name="T84" fmla="*/ 1600 w 2753"/>
              <a:gd name="T85" fmla="*/ 22 h 3873"/>
              <a:gd name="T86" fmla="*/ 1671 w 2753"/>
              <a:gd name="T87" fmla="*/ 108 h 3873"/>
              <a:gd name="T88" fmla="*/ 1649 w 2753"/>
              <a:gd name="T89" fmla="*/ 249 h 3873"/>
              <a:gd name="T90" fmla="*/ 1666 w 2753"/>
              <a:gd name="T91" fmla="*/ 408 h 3873"/>
              <a:gd name="T92" fmla="*/ 1775 w 2753"/>
              <a:gd name="T93" fmla="*/ 511 h 3873"/>
              <a:gd name="T94" fmla="*/ 1529 w 2753"/>
              <a:gd name="T95" fmla="*/ 580 h 3873"/>
              <a:gd name="T96" fmla="*/ 1239 w 2753"/>
              <a:gd name="T97" fmla="*/ 735 h 3873"/>
              <a:gd name="T98" fmla="*/ 995 w 2753"/>
              <a:gd name="T99" fmla="*/ 958 h 3873"/>
              <a:gd name="T100" fmla="*/ 871 w 2753"/>
              <a:gd name="T101" fmla="*/ 1124 h 3873"/>
              <a:gd name="T102" fmla="*/ 855 w 2753"/>
              <a:gd name="T103" fmla="*/ 1100 h 3873"/>
              <a:gd name="T104" fmla="*/ 826 w 2753"/>
              <a:gd name="T105" fmla="*/ 798 h 3873"/>
              <a:gd name="T106" fmla="*/ 837 w 2753"/>
              <a:gd name="T107" fmla="*/ 658 h 3873"/>
              <a:gd name="T108" fmla="*/ 897 w 2753"/>
              <a:gd name="T109" fmla="*/ 555 h 3873"/>
              <a:gd name="T110" fmla="*/ 704 w 2753"/>
              <a:gd name="T111" fmla="*/ 437 h 3873"/>
              <a:gd name="T112" fmla="*/ 609 w 2753"/>
              <a:gd name="T113" fmla="*/ 320 h 3873"/>
              <a:gd name="T114" fmla="*/ 691 w 2753"/>
              <a:gd name="T115" fmla="*/ 206 h 3873"/>
              <a:gd name="T116" fmla="*/ 886 w 2753"/>
              <a:gd name="T117" fmla="*/ 251 h 3873"/>
              <a:gd name="T118" fmla="*/ 1144 w 2753"/>
              <a:gd name="T119" fmla="*/ 375 h 3873"/>
              <a:gd name="T120" fmla="*/ 1115 w 2753"/>
              <a:gd name="T121" fmla="*/ 189 h 3873"/>
              <a:gd name="T122" fmla="*/ 1120 w 2753"/>
              <a:gd name="T123" fmla="*/ 38 h 3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753" h="3873">
                <a:moveTo>
                  <a:pt x="2122" y="555"/>
                </a:moveTo>
                <a:lnTo>
                  <a:pt x="2180" y="557"/>
                </a:lnTo>
                <a:lnTo>
                  <a:pt x="2231" y="560"/>
                </a:lnTo>
                <a:lnTo>
                  <a:pt x="2275" y="568"/>
                </a:lnTo>
                <a:lnTo>
                  <a:pt x="2311" y="580"/>
                </a:lnTo>
                <a:lnTo>
                  <a:pt x="2346" y="598"/>
                </a:lnTo>
                <a:lnTo>
                  <a:pt x="2375" y="626"/>
                </a:lnTo>
                <a:lnTo>
                  <a:pt x="2399" y="658"/>
                </a:lnTo>
                <a:lnTo>
                  <a:pt x="2419" y="695"/>
                </a:lnTo>
                <a:lnTo>
                  <a:pt x="2433" y="735"/>
                </a:lnTo>
                <a:lnTo>
                  <a:pt x="2442" y="777"/>
                </a:lnTo>
                <a:lnTo>
                  <a:pt x="2444" y="820"/>
                </a:lnTo>
                <a:lnTo>
                  <a:pt x="2440" y="864"/>
                </a:lnTo>
                <a:lnTo>
                  <a:pt x="2431" y="908"/>
                </a:lnTo>
                <a:lnTo>
                  <a:pt x="2415" y="948"/>
                </a:lnTo>
                <a:lnTo>
                  <a:pt x="2391" y="984"/>
                </a:lnTo>
                <a:lnTo>
                  <a:pt x="2364" y="1013"/>
                </a:lnTo>
                <a:lnTo>
                  <a:pt x="2331" y="1037"/>
                </a:lnTo>
                <a:lnTo>
                  <a:pt x="2293" y="1057"/>
                </a:lnTo>
                <a:lnTo>
                  <a:pt x="2253" y="1073"/>
                </a:lnTo>
                <a:lnTo>
                  <a:pt x="2211" y="1086"/>
                </a:lnTo>
                <a:lnTo>
                  <a:pt x="2166" y="1098"/>
                </a:lnTo>
                <a:lnTo>
                  <a:pt x="2122" y="1111"/>
                </a:lnTo>
                <a:lnTo>
                  <a:pt x="2079" y="1124"/>
                </a:lnTo>
                <a:lnTo>
                  <a:pt x="2037" y="1138"/>
                </a:lnTo>
                <a:lnTo>
                  <a:pt x="1999" y="1157"/>
                </a:lnTo>
                <a:lnTo>
                  <a:pt x="1962" y="1178"/>
                </a:lnTo>
                <a:lnTo>
                  <a:pt x="1931" y="1204"/>
                </a:lnTo>
                <a:lnTo>
                  <a:pt x="1935" y="1235"/>
                </a:lnTo>
                <a:lnTo>
                  <a:pt x="1946" y="1260"/>
                </a:lnTo>
                <a:lnTo>
                  <a:pt x="1959" y="1282"/>
                </a:lnTo>
                <a:lnTo>
                  <a:pt x="1977" y="1302"/>
                </a:lnTo>
                <a:lnTo>
                  <a:pt x="1997" y="1318"/>
                </a:lnTo>
                <a:lnTo>
                  <a:pt x="2019" y="1333"/>
                </a:lnTo>
                <a:lnTo>
                  <a:pt x="2039" y="1346"/>
                </a:lnTo>
                <a:lnTo>
                  <a:pt x="2060" y="1360"/>
                </a:lnTo>
                <a:lnTo>
                  <a:pt x="2159" y="1433"/>
                </a:lnTo>
                <a:lnTo>
                  <a:pt x="2248" y="1509"/>
                </a:lnTo>
                <a:lnTo>
                  <a:pt x="2328" y="1588"/>
                </a:lnTo>
                <a:lnTo>
                  <a:pt x="2400" y="1671"/>
                </a:lnTo>
                <a:lnTo>
                  <a:pt x="2464" y="1757"/>
                </a:lnTo>
                <a:lnTo>
                  <a:pt x="2522" y="1844"/>
                </a:lnTo>
                <a:lnTo>
                  <a:pt x="2571" y="1933"/>
                </a:lnTo>
                <a:lnTo>
                  <a:pt x="2613" y="2026"/>
                </a:lnTo>
                <a:lnTo>
                  <a:pt x="2649" y="2118"/>
                </a:lnTo>
                <a:lnTo>
                  <a:pt x="2679" y="2211"/>
                </a:lnTo>
                <a:lnTo>
                  <a:pt x="2704" y="2304"/>
                </a:lnTo>
                <a:lnTo>
                  <a:pt x="2722" y="2398"/>
                </a:lnTo>
                <a:lnTo>
                  <a:pt x="2737" y="2493"/>
                </a:lnTo>
                <a:lnTo>
                  <a:pt x="2746" y="2586"/>
                </a:lnTo>
                <a:lnTo>
                  <a:pt x="2751" y="2677"/>
                </a:lnTo>
                <a:lnTo>
                  <a:pt x="2753" y="2768"/>
                </a:lnTo>
                <a:lnTo>
                  <a:pt x="2751" y="2857"/>
                </a:lnTo>
                <a:lnTo>
                  <a:pt x="2746" y="2942"/>
                </a:lnTo>
                <a:lnTo>
                  <a:pt x="2739" y="3028"/>
                </a:lnTo>
                <a:lnTo>
                  <a:pt x="2728" y="3108"/>
                </a:lnTo>
                <a:lnTo>
                  <a:pt x="2715" y="3186"/>
                </a:lnTo>
                <a:lnTo>
                  <a:pt x="2702" y="3260"/>
                </a:lnTo>
                <a:lnTo>
                  <a:pt x="2688" y="3331"/>
                </a:lnTo>
                <a:lnTo>
                  <a:pt x="2671" y="3397"/>
                </a:lnTo>
                <a:lnTo>
                  <a:pt x="2657" y="3458"/>
                </a:lnTo>
                <a:lnTo>
                  <a:pt x="2640" y="3515"/>
                </a:lnTo>
                <a:lnTo>
                  <a:pt x="2624" y="3564"/>
                </a:lnTo>
                <a:lnTo>
                  <a:pt x="2609" y="3609"/>
                </a:lnTo>
                <a:lnTo>
                  <a:pt x="2597" y="3648"/>
                </a:lnTo>
                <a:lnTo>
                  <a:pt x="2584" y="3680"/>
                </a:lnTo>
                <a:lnTo>
                  <a:pt x="2573" y="3704"/>
                </a:lnTo>
                <a:lnTo>
                  <a:pt x="2566" y="3722"/>
                </a:lnTo>
                <a:lnTo>
                  <a:pt x="2560" y="3733"/>
                </a:lnTo>
                <a:lnTo>
                  <a:pt x="2533" y="3764"/>
                </a:lnTo>
                <a:lnTo>
                  <a:pt x="2499" y="3789"/>
                </a:lnTo>
                <a:lnTo>
                  <a:pt x="2459" y="3811"/>
                </a:lnTo>
                <a:lnTo>
                  <a:pt x="2415" y="3829"/>
                </a:lnTo>
                <a:lnTo>
                  <a:pt x="2368" y="3844"/>
                </a:lnTo>
                <a:lnTo>
                  <a:pt x="2319" y="3855"/>
                </a:lnTo>
                <a:lnTo>
                  <a:pt x="2269" y="3862"/>
                </a:lnTo>
                <a:lnTo>
                  <a:pt x="2220" y="3868"/>
                </a:lnTo>
                <a:lnTo>
                  <a:pt x="2133" y="3873"/>
                </a:lnTo>
                <a:lnTo>
                  <a:pt x="2046" y="3873"/>
                </a:lnTo>
                <a:lnTo>
                  <a:pt x="1959" y="3868"/>
                </a:lnTo>
                <a:lnTo>
                  <a:pt x="1871" y="3855"/>
                </a:lnTo>
                <a:lnTo>
                  <a:pt x="1784" y="3838"/>
                </a:lnTo>
                <a:lnTo>
                  <a:pt x="1699" y="3818"/>
                </a:lnTo>
                <a:lnTo>
                  <a:pt x="1613" y="3795"/>
                </a:lnTo>
                <a:lnTo>
                  <a:pt x="1531" y="3768"/>
                </a:lnTo>
                <a:lnTo>
                  <a:pt x="1449" y="3737"/>
                </a:lnTo>
                <a:lnTo>
                  <a:pt x="1369" y="3704"/>
                </a:lnTo>
                <a:lnTo>
                  <a:pt x="1293" y="3669"/>
                </a:lnTo>
                <a:lnTo>
                  <a:pt x="1219" y="3635"/>
                </a:lnTo>
                <a:lnTo>
                  <a:pt x="1146" y="3597"/>
                </a:lnTo>
                <a:lnTo>
                  <a:pt x="1079" y="3560"/>
                </a:lnTo>
                <a:lnTo>
                  <a:pt x="1015" y="3524"/>
                </a:lnTo>
                <a:lnTo>
                  <a:pt x="953" y="3488"/>
                </a:lnTo>
                <a:lnTo>
                  <a:pt x="899" y="3453"/>
                </a:lnTo>
                <a:lnTo>
                  <a:pt x="846" y="3420"/>
                </a:lnTo>
                <a:lnTo>
                  <a:pt x="800" y="3389"/>
                </a:lnTo>
                <a:lnTo>
                  <a:pt x="759" y="3360"/>
                </a:lnTo>
                <a:lnTo>
                  <a:pt x="722" y="3335"/>
                </a:lnTo>
                <a:lnTo>
                  <a:pt x="693" y="3313"/>
                </a:lnTo>
                <a:lnTo>
                  <a:pt x="669" y="3297"/>
                </a:lnTo>
                <a:lnTo>
                  <a:pt x="653" y="3284"/>
                </a:lnTo>
                <a:lnTo>
                  <a:pt x="642" y="3275"/>
                </a:lnTo>
                <a:lnTo>
                  <a:pt x="640" y="3273"/>
                </a:lnTo>
                <a:lnTo>
                  <a:pt x="644" y="3277"/>
                </a:lnTo>
                <a:lnTo>
                  <a:pt x="562" y="3206"/>
                </a:lnTo>
                <a:lnTo>
                  <a:pt x="482" y="3124"/>
                </a:lnTo>
                <a:lnTo>
                  <a:pt x="402" y="3033"/>
                </a:lnTo>
                <a:lnTo>
                  <a:pt x="326" y="2935"/>
                </a:lnTo>
                <a:lnTo>
                  <a:pt x="255" y="2829"/>
                </a:lnTo>
                <a:lnTo>
                  <a:pt x="189" y="2718"/>
                </a:lnTo>
                <a:lnTo>
                  <a:pt x="131" y="2604"/>
                </a:lnTo>
                <a:lnTo>
                  <a:pt x="82" y="2484"/>
                </a:lnTo>
                <a:lnTo>
                  <a:pt x="40" y="2362"/>
                </a:lnTo>
                <a:lnTo>
                  <a:pt x="11" y="2240"/>
                </a:lnTo>
                <a:lnTo>
                  <a:pt x="0" y="2148"/>
                </a:lnTo>
                <a:lnTo>
                  <a:pt x="0" y="2057"/>
                </a:lnTo>
                <a:lnTo>
                  <a:pt x="9" y="1969"/>
                </a:lnTo>
                <a:lnTo>
                  <a:pt x="26" y="1886"/>
                </a:lnTo>
                <a:lnTo>
                  <a:pt x="51" y="1804"/>
                </a:lnTo>
                <a:lnTo>
                  <a:pt x="79" y="1729"/>
                </a:lnTo>
                <a:lnTo>
                  <a:pt x="111" y="1658"/>
                </a:lnTo>
                <a:lnTo>
                  <a:pt x="146" y="1595"/>
                </a:lnTo>
                <a:lnTo>
                  <a:pt x="180" y="1537"/>
                </a:lnTo>
                <a:lnTo>
                  <a:pt x="197" y="1513"/>
                </a:lnTo>
                <a:lnTo>
                  <a:pt x="217" y="1491"/>
                </a:lnTo>
                <a:lnTo>
                  <a:pt x="237" y="1471"/>
                </a:lnTo>
                <a:lnTo>
                  <a:pt x="259" y="1451"/>
                </a:lnTo>
                <a:lnTo>
                  <a:pt x="279" y="1429"/>
                </a:lnTo>
                <a:lnTo>
                  <a:pt x="300" y="1406"/>
                </a:lnTo>
                <a:lnTo>
                  <a:pt x="319" y="1380"/>
                </a:lnTo>
                <a:lnTo>
                  <a:pt x="335" y="1349"/>
                </a:lnTo>
                <a:lnTo>
                  <a:pt x="349" y="1313"/>
                </a:lnTo>
                <a:lnTo>
                  <a:pt x="359" y="1269"/>
                </a:lnTo>
                <a:lnTo>
                  <a:pt x="364" y="1220"/>
                </a:lnTo>
                <a:lnTo>
                  <a:pt x="368" y="1135"/>
                </a:lnTo>
                <a:lnTo>
                  <a:pt x="366" y="1058"/>
                </a:lnTo>
                <a:lnTo>
                  <a:pt x="364" y="989"/>
                </a:lnTo>
                <a:lnTo>
                  <a:pt x="360" y="929"/>
                </a:lnTo>
                <a:lnTo>
                  <a:pt x="357" y="877"/>
                </a:lnTo>
                <a:lnTo>
                  <a:pt x="353" y="831"/>
                </a:lnTo>
                <a:lnTo>
                  <a:pt x="353" y="789"/>
                </a:lnTo>
                <a:lnTo>
                  <a:pt x="355" y="755"/>
                </a:lnTo>
                <a:lnTo>
                  <a:pt x="359" y="724"/>
                </a:lnTo>
                <a:lnTo>
                  <a:pt x="369" y="698"/>
                </a:lnTo>
                <a:lnTo>
                  <a:pt x="384" y="675"/>
                </a:lnTo>
                <a:lnTo>
                  <a:pt x="406" y="653"/>
                </a:lnTo>
                <a:lnTo>
                  <a:pt x="435" y="635"/>
                </a:lnTo>
                <a:lnTo>
                  <a:pt x="473" y="617"/>
                </a:lnTo>
                <a:lnTo>
                  <a:pt x="520" y="600"/>
                </a:lnTo>
                <a:lnTo>
                  <a:pt x="559" y="591"/>
                </a:lnTo>
                <a:lnTo>
                  <a:pt x="593" y="591"/>
                </a:lnTo>
                <a:lnTo>
                  <a:pt x="624" y="598"/>
                </a:lnTo>
                <a:lnTo>
                  <a:pt x="651" y="615"/>
                </a:lnTo>
                <a:lnTo>
                  <a:pt x="677" y="635"/>
                </a:lnTo>
                <a:lnTo>
                  <a:pt x="699" y="664"/>
                </a:lnTo>
                <a:lnTo>
                  <a:pt x="717" y="697"/>
                </a:lnTo>
                <a:lnTo>
                  <a:pt x="733" y="733"/>
                </a:lnTo>
                <a:lnTo>
                  <a:pt x="748" y="775"/>
                </a:lnTo>
                <a:lnTo>
                  <a:pt x="760" y="818"/>
                </a:lnTo>
                <a:lnTo>
                  <a:pt x="769" y="866"/>
                </a:lnTo>
                <a:lnTo>
                  <a:pt x="777" y="915"/>
                </a:lnTo>
                <a:lnTo>
                  <a:pt x="782" y="964"/>
                </a:lnTo>
                <a:lnTo>
                  <a:pt x="788" y="1015"/>
                </a:lnTo>
                <a:lnTo>
                  <a:pt x="789" y="1066"/>
                </a:lnTo>
                <a:lnTo>
                  <a:pt x="791" y="1115"/>
                </a:lnTo>
                <a:lnTo>
                  <a:pt x="791" y="1164"/>
                </a:lnTo>
                <a:lnTo>
                  <a:pt x="791" y="1420"/>
                </a:lnTo>
                <a:lnTo>
                  <a:pt x="884" y="1224"/>
                </a:lnTo>
                <a:lnTo>
                  <a:pt x="942" y="1137"/>
                </a:lnTo>
                <a:lnTo>
                  <a:pt x="1008" y="1053"/>
                </a:lnTo>
                <a:lnTo>
                  <a:pt x="1080" y="969"/>
                </a:lnTo>
                <a:lnTo>
                  <a:pt x="1160" y="893"/>
                </a:lnTo>
                <a:lnTo>
                  <a:pt x="1248" y="820"/>
                </a:lnTo>
                <a:lnTo>
                  <a:pt x="1339" y="757"/>
                </a:lnTo>
                <a:lnTo>
                  <a:pt x="1433" y="700"/>
                </a:lnTo>
                <a:lnTo>
                  <a:pt x="1531" y="657"/>
                </a:lnTo>
                <a:lnTo>
                  <a:pt x="1573" y="642"/>
                </a:lnTo>
                <a:lnTo>
                  <a:pt x="1622" y="628"/>
                </a:lnTo>
                <a:lnTo>
                  <a:pt x="1679" y="613"/>
                </a:lnTo>
                <a:lnTo>
                  <a:pt x="1737" y="600"/>
                </a:lnTo>
                <a:lnTo>
                  <a:pt x="1800" y="588"/>
                </a:lnTo>
                <a:lnTo>
                  <a:pt x="1866" y="577"/>
                </a:lnTo>
                <a:lnTo>
                  <a:pt x="1931" y="568"/>
                </a:lnTo>
                <a:lnTo>
                  <a:pt x="1999" y="562"/>
                </a:lnTo>
                <a:lnTo>
                  <a:pt x="2062" y="557"/>
                </a:lnTo>
                <a:lnTo>
                  <a:pt x="2122" y="555"/>
                </a:lnTo>
                <a:close/>
                <a:moveTo>
                  <a:pt x="1200" y="0"/>
                </a:moveTo>
                <a:lnTo>
                  <a:pt x="1231" y="2"/>
                </a:lnTo>
                <a:lnTo>
                  <a:pt x="1257" y="8"/>
                </a:lnTo>
                <a:lnTo>
                  <a:pt x="1277" y="18"/>
                </a:lnTo>
                <a:lnTo>
                  <a:pt x="1291" y="31"/>
                </a:lnTo>
                <a:lnTo>
                  <a:pt x="1300" y="48"/>
                </a:lnTo>
                <a:lnTo>
                  <a:pt x="1308" y="68"/>
                </a:lnTo>
                <a:lnTo>
                  <a:pt x="1311" y="89"/>
                </a:lnTo>
                <a:lnTo>
                  <a:pt x="1315" y="111"/>
                </a:lnTo>
                <a:lnTo>
                  <a:pt x="1315" y="137"/>
                </a:lnTo>
                <a:lnTo>
                  <a:pt x="1317" y="160"/>
                </a:lnTo>
                <a:lnTo>
                  <a:pt x="1320" y="186"/>
                </a:lnTo>
                <a:lnTo>
                  <a:pt x="1324" y="208"/>
                </a:lnTo>
                <a:lnTo>
                  <a:pt x="1329" y="229"/>
                </a:lnTo>
                <a:lnTo>
                  <a:pt x="1339" y="249"/>
                </a:lnTo>
                <a:lnTo>
                  <a:pt x="1349" y="266"/>
                </a:lnTo>
                <a:lnTo>
                  <a:pt x="1364" y="278"/>
                </a:lnTo>
                <a:lnTo>
                  <a:pt x="1375" y="278"/>
                </a:lnTo>
                <a:lnTo>
                  <a:pt x="1389" y="278"/>
                </a:lnTo>
                <a:lnTo>
                  <a:pt x="1400" y="280"/>
                </a:lnTo>
                <a:lnTo>
                  <a:pt x="1420" y="246"/>
                </a:lnTo>
                <a:lnTo>
                  <a:pt x="1439" y="209"/>
                </a:lnTo>
                <a:lnTo>
                  <a:pt x="1455" y="173"/>
                </a:lnTo>
                <a:lnTo>
                  <a:pt x="1471" y="138"/>
                </a:lnTo>
                <a:lnTo>
                  <a:pt x="1489" y="104"/>
                </a:lnTo>
                <a:lnTo>
                  <a:pt x="1511" y="71"/>
                </a:lnTo>
                <a:lnTo>
                  <a:pt x="1537" y="42"/>
                </a:lnTo>
                <a:lnTo>
                  <a:pt x="1568" y="18"/>
                </a:lnTo>
                <a:lnTo>
                  <a:pt x="1600" y="22"/>
                </a:lnTo>
                <a:lnTo>
                  <a:pt x="1626" y="29"/>
                </a:lnTo>
                <a:lnTo>
                  <a:pt x="1646" y="44"/>
                </a:lnTo>
                <a:lnTo>
                  <a:pt x="1659" y="62"/>
                </a:lnTo>
                <a:lnTo>
                  <a:pt x="1668" y="82"/>
                </a:lnTo>
                <a:lnTo>
                  <a:pt x="1671" y="108"/>
                </a:lnTo>
                <a:lnTo>
                  <a:pt x="1673" y="133"/>
                </a:lnTo>
                <a:lnTo>
                  <a:pt x="1669" y="162"/>
                </a:lnTo>
                <a:lnTo>
                  <a:pt x="1664" y="191"/>
                </a:lnTo>
                <a:lnTo>
                  <a:pt x="1657" y="220"/>
                </a:lnTo>
                <a:lnTo>
                  <a:pt x="1649" y="249"/>
                </a:lnTo>
                <a:lnTo>
                  <a:pt x="1640" y="278"/>
                </a:lnTo>
                <a:lnTo>
                  <a:pt x="1633" y="304"/>
                </a:lnTo>
                <a:lnTo>
                  <a:pt x="1626" y="329"/>
                </a:lnTo>
                <a:lnTo>
                  <a:pt x="1620" y="349"/>
                </a:lnTo>
                <a:lnTo>
                  <a:pt x="1666" y="408"/>
                </a:lnTo>
                <a:lnTo>
                  <a:pt x="1717" y="458"/>
                </a:lnTo>
                <a:lnTo>
                  <a:pt x="1771" y="502"/>
                </a:lnTo>
                <a:lnTo>
                  <a:pt x="1773" y="504"/>
                </a:lnTo>
                <a:lnTo>
                  <a:pt x="1773" y="508"/>
                </a:lnTo>
                <a:lnTo>
                  <a:pt x="1775" y="511"/>
                </a:lnTo>
                <a:lnTo>
                  <a:pt x="1775" y="515"/>
                </a:lnTo>
                <a:lnTo>
                  <a:pt x="1777" y="517"/>
                </a:lnTo>
                <a:lnTo>
                  <a:pt x="1686" y="535"/>
                </a:lnTo>
                <a:lnTo>
                  <a:pt x="1604" y="557"/>
                </a:lnTo>
                <a:lnTo>
                  <a:pt x="1529" y="580"/>
                </a:lnTo>
                <a:lnTo>
                  <a:pt x="1462" y="606"/>
                </a:lnTo>
                <a:lnTo>
                  <a:pt x="1400" y="635"/>
                </a:lnTo>
                <a:lnTo>
                  <a:pt x="1342" y="666"/>
                </a:lnTo>
                <a:lnTo>
                  <a:pt x="1289" y="700"/>
                </a:lnTo>
                <a:lnTo>
                  <a:pt x="1239" y="735"/>
                </a:lnTo>
                <a:lnTo>
                  <a:pt x="1189" y="773"/>
                </a:lnTo>
                <a:lnTo>
                  <a:pt x="1140" y="813"/>
                </a:lnTo>
                <a:lnTo>
                  <a:pt x="1091" y="857"/>
                </a:lnTo>
                <a:lnTo>
                  <a:pt x="1039" y="908"/>
                </a:lnTo>
                <a:lnTo>
                  <a:pt x="995" y="958"/>
                </a:lnTo>
                <a:lnTo>
                  <a:pt x="955" y="1009"/>
                </a:lnTo>
                <a:lnTo>
                  <a:pt x="919" y="1060"/>
                </a:lnTo>
                <a:lnTo>
                  <a:pt x="880" y="1111"/>
                </a:lnTo>
                <a:lnTo>
                  <a:pt x="877" y="1115"/>
                </a:lnTo>
                <a:lnTo>
                  <a:pt x="871" y="1124"/>
                </a:lnTo>
                <a:lnTo>
                  <a:pt x="866" y="1135"/>
                </a:lnTo>
                <a:lnTo>
                  <a:pt x="860" y="1146"/>
                </a:lnTo>
                <a:lnTo>
                  <a:pt x="855" y="1153"/>
                </a:lnTo>
                <a:lnTo>
                  <a:pt x="851" y="1157"/>
                </a:lnTo>
                <a:lnTo>
                  <a:pt x="855" y="1100"/>
                </a:lnTo>
                <a:lnTo>
                  <a:pt x="855" y="1038"/>
                </a:lnTo>
                <a:lnTo>
                  <a:pt x="851" y="977"/>
                </a:lnTo>
                <a:lnTo>
                  <a:pt x="844" y="913"/>
                </a:lnTo>
                <a:lnTo>
                  <a:pt x="835" y="853"/>
                </a:lnTo>
                <a:lnTo>
                  <a:pt x="826" y="798"/>
                </a:lnTo>
                <a:lnTo>
                  <a:pt x="813" y="751"/>
                </a:lnTo>
                <a:lnTo>
                  <a:pt x="800" y="713"/>
                </a:lnTo>
                <a:lnTo>
                  <a:pt x="809" y="698"/>
                </a:lnTo>
                <a:lnTo>
                  <a:pt x="822" y="678"/>
                </a:lnTo>
                <a:lnTo>
                  <a:pt x="837" y="658"/>
                </a:lnTo>
                <a:lnTo>
                  <a:pt x="853" y="637"/>
                </a:lnTo>
                <a:lnTo>
                  <a:pt x="869" y="615"/>
                </a:lnTo>
                <a:lnTo>
                  <a:pt x="882" y="593"/>
                </a:lnTo>
                <a:lnTo>
                  <a:pt x="891" y="573"/>
                </a:lnTo>
                <a:lnTo>
                  <a:pt x="897" y="555"/>
                </a:lnTo>
                <a:lnTo>
                  <a:pt x="897" y="540"/>
                </a:lnTo>
                <a:lnTo>
                  <a:pt x="840" y="511"/>
                </a:lnTo>
                <a:lnTo>
                  <a:pt x="788" y="484"/>
                </a:lnTo>
                <a:lnTo>
                  <a:pt x="742" y="460"/>
                </a:lnTo>
                <a:lnTo>
                  <a:pt x="704" y="437"/>
                </a:lnTo>
                <a:lnTo>
                  <a:pt x="669" y="415"/>
                </a:lnTo>
                <a:lnTo>
                  <a:pt x="644" y="393"/>
                </a:lnTo>
                <a:lnTo>
                  <a:pt x="624" y="371"/>
                </a:lnTo>
                <a:lnTo>
                  <a:pt x="613" y="348"/>
                </a:lnTo>
                <a:lnTo>
                  <a:pt x="609" y="320"/>
                </a:lnTo>
                <a:lnTo>
                  <a:pt x="615" y="291"/>
                </a:lnTo>
                <a:lnTo>
                  <a:pt x="628" y="258"/>
                </a:lnTo>
                <a:lnTo>
                  <a:pt x="646" y="233"/>
                </a:lnTo>
                <a:lnTo>
                  <a:pt x="666" y="215"/>
                </a:lnTo>
                <a:lnTo>
                  <a:pt x="691" y="206"/>
                </a:lnTo>
                <a:lnTo>
                  <a:pt x="720" y="202"/>
                </a:lnTo>
                <a:lnTo>
                  <a:pt x="755" y="206"/>
                </a:lnTo>
                <a:lnTo>
                  <a:pt x="793" y="215"/>
                </a:lnTo>
                <a:lnTo>
                  <a:pt x="837" y="231"/>
                </a:lnTo>
                <a:lnTo>
                  <a:pt x="886" y="251"/>
                </a:lnTo>
                <a:lnTo>
                  <a:pt x="940" y="277"/>
                </a:lnTo>
                <a:lnTo>
                  <a:pt x="1000" y="308"/>
                </a:lnTo>
                <a:lnTo>
                  <a:pt x="1066" y="340"/>
                </a:lnTo>
                <a:lnTo>
                  <a:pt x="1137" y="378"/>
                </a:lnTo>
                <a:lnTo>
                  <a:pt x="1144" y="375"/>
                </a:lnTo>
                <a:lnTo>
                  <a:pt x="1142" y="338"/>
                </a:lnTo>
                <a:lnTo>
                  <a:pt x="1137" y="302"/>
                </a:lnTo>
                <a:lnTo>
                  <a:pt x="1129" y="264"/>
                </a:lnTo>
                <a:lnTo>
                  <a:pt x="1122" y="228"/>
                </a:lnTo>
                <a:lnTo>
                  <a:pt x="1115" y="189"/>
                </a:lnTo>
                <a:lnTo>
                  <a:pt x="1109" y="155"/>
                </a:lnTo>
                <a:lnTo>
                  <a:pt x="1106" y="120"/>
                </a:lnTo>
                <a:lnTo>
                  <a:pt x="1106" y="89"/>
                </a:lnTo>
                <a:lnTo>
                  <a:pt x="1111" y="62"/>
                </a:lnTo>
                <a:lnTo>
                  <a:pt x="1120" y="38"/>
                </a:lnTo>
                <a:lnTo>
                  <a:pt x="1137" y="18"/>
                </a:lnTo>
                <a:lnTo>
                  <a:pt x="1160" y="4"/>
                </a:lnTo>
                <a:lnTo>
                  <a:pt x="12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5" name="Freeform 9">
            <a:extLst>
              <a:ext uri="{FF2B5EF4-FFF2-40B4-BE49-F238E27FC236}">
                <a16:creationId xmlns:a16="http://schemas.microsoft.com/office/drawing/2014/main" id="{265B912F-5F19-4002-859D-D8EFB4A5FF94}"/>
              </a:ext>
            </a:extLst>
          </p:cNvPr>
          <p:cNvSpPr>
            <a:spLocks noEditPoints="1"/>
          </p:cNvSpPr>
          <p:nvPr/>
        </p:nvSpPr>
        <p:spPr bwMode="auto">
          <a:xfrm>
            <a:off x="6537992" y="3122333"/>
            <a:ext cx="294903" cy="414878"/>
          </a:xfrm>
          <a:custGeom>
            <a:avLst/>
            <a:gdLst>
              <a:gd name="T0" fmla="*/ 2311 w 2753"/>
              <a:gd name="T1" fmla="*/ 580 h 3873"/>
              <a:gd name="T2" fmla="*/ 2433 w 2753"/>
              <a:gd name="T3" fmla="*/ 735 h 3873"/>
              <a:gd name="T4" fmla="*/ 2415 w 2753"/>
              <a:gd name="T5" fmla="*/ 948 h 3873"/>
              <a:gd name="T6" fmla="*/ 2253 w 2753"/>
              <a:gd name="T7" fmla="*/ 1073 h 3873"/>
              <a:gd name="T8" fmla="*/ 2037 w 2753"/>
              <a:gd name="T9" fmla="*/ 1138 h 3873"/>
              <a:gd name="T10" fmla="*/ 1946 w 2753"/>
              <a:gd name="T11" fmla="*/ 1260 h 3873"/>
              <a:gd name="T12" fmla="*/ 2039 w 2753"/>
              <a:gd name="T13" fmla="*/ 1346 h 3873"/>
              <a:gd name="T14" fmla="*/ 2400 w 2753"/>
              <a:gd name="T15" fmla="*/ 1671 h 3873"/>
              <a:gd name="T16" fmla="*/ 2649 w 2753"/>
              <a:gd name="T17" fmla="*/ 2118 h 3873"/>
              <a:gd name="T18" fmla="*/ 2746 w 2753"/>
              <a:gd name="T19" fmla="*/ 2586 h 3873"/>
              <a:gd name="T20" fmla="*/ 2739 w 2753"/>
              <a:gd name="T21" fmla="*/ 3028 h 3873"/>
              <a:gd name="T22" fmla="*/ 2671 w 2753"/>
              <a:gd name="T23" fmla="*/ 3397 h 3873"/>
              <a:gd name="T24" fmla="*/ 2597 w 2753"/>
              <a:gd name="T25" fmla="*/ 3648 h 3873"/>
              <a:gd name="T26" fmla="*/ 2533 w 2753"/>
              <a:gd name="T27" fmla="*/ 3764 h 3873"/>
              <a:gd name="T28" fmla="*/ 2319 w 2753"/>
              <a:gd name="T29" fmla="*/ 3855 h 3873"/>
              <a:gd name="T30" fmla="*/ 1959 w 2753"/>
              <a:gd name="T31" fmla="*/ 3868 h 3873"/>
              <a:gd name="T32" fmla="*/ 1531 w 2753"/>
              <a:gd name="T33" fmla="*/ 3768 h 3873"/>
              <a:gd name="T34" fmla="*/ 1146 w 2753"/>
              <a:gd name="T35" fmla="*/ 3597 h 3873"/>
              <a:gd name="T36" fmla="*/ 846 w 2753"/>
              <a:gd name="T37" fmla="*/ 3420 h 3873"/>
              <a:gd name="T38" fmla="*/ 669 w 2753"/>
              <a:gd name="T39" fmla="*/ 3297 h 3873"/>
              <a:gd name="T40" fmla="*/ 562 w 2753"/>
              <a:gd name="T41" fmla="*/ 3206 h 3873"/>
              <a:gd name="T42" fmla="*/ 189 w 2753"/>
              <a:gd name="T43" fmla="*/ 2718 h 3873"/>
              <a:gd name="T44" fmla="*/ 0 w 2753"/>
              <a:gd name="T45" fmla="*/ 2148 h 3873"/>
              <a:gd name="T46" fmla="*/ 79 w 2753"/>
              <a:gd name="T47" fmla="*/ 1729 h 3873"/>
              <a:gd name="T48" fmla="*/ 217 w 2753"/>
              <a:gd name="T49" fmla="*/ 1491 h 3873"/>
              <a:gd name="T50" fmla="*/ 319 w 2753"/>
              <a:gd name="T51" fmla="*/ 1380 h 3873"/>
              <a:gd name="T52" fmla="*/ 368 w 2753"/>
              <a:gd name="T53" fmla="*/ 1135 h 3873"/>
              <a:gd name="T54" fmla="*/ 353 w 2753"/>
              <a:gd name="T55" fmla="*/ 831 h 3873"/>
              <a:gd name="T56" fmla="*/ 384 w 2753"/>
              <a:gd name="T57" fmla="*/ 675 h 3873"/>
              <a:gd name="T58" fmla="*/ 559 w 2753"/>
              <a:gd name="T59" fmla="*/ 591 h 3873"/>
              <a:gd name="T60" fmla="*/ 699 w 2753"/>
              <a:gd name="T61" fmla="*/ 664 h 3873"/>
              <a:gd name="T62" fmla="*/ 769 w 2753"/>
              <a:gd name="T63" fmla="*/ 866 h 3873"/>
              <a:gd name="T64" fmla="*/ 791 w 2753"/>
              <a:gd name="T65" fmla="*/ 1115 h 3873"/>
              <a:gd name="T66" fmla="*/ 1008 w 2753"/>
              <a:gd name="T67" fmla="*/ 1053 h 3873"/>
              <a:gd name="T68" fmla="*/ 1433 w 2753"/>
              <a:gd name="T69" fmla="*/ 700 h 3873"/>
              <a:gd name="T70" fmla="*/ 1737 w 2753"/>
              <a:gd name="T71" fmla="*/ 600 h 3873"/>
              <a:gd name="T72" fmla="*/ 2062 w 2753"/>
              <a:gd name="T73" fmla="*/ 557 h 3873"/>
              <a:gd name="T74" fmla="*/ 1277 w 2753"/>
              <a:gd name="T75" fmla="*/ 18 h 3873"/>
              <a:gd name="T76" fmla="*/ 1315 w 2753"/>
              <a:gd name="T77" fmla="*/ 111 h 3873"/>
              <a:gd name="T78" fmla="*/ 1329 w 2753"/>
              <a:gd name="T79" fmla="*/ 229 h 3873"/>
              <a:gd name="T80" fmla="*/ 1389 w 2753"/>
              <a:gd name="T81" fmla="*/ 278 h 3873"/>
              <a:gd name="T82" fmla="*/ 1471 w 2753"/>
              <a:gd name="T83" fmla="*/ 138 h 3873"/>
              <a:gd name="T84" fmla="*/ 1600 w 2753"/>
              <a:gd name="T85" fmla="*/ 22 h 3873"/>
              <a:gd name="T86" fmla="*/ 1671 w 2753"/>
              <a:gd name="T87" fmla="*/ 108 h 3873"/>
              <a:gd name="T88" fmla="*/ 1649 w 2753"/>
              <a:gd name="T89" fmla="*/ 249 h 3873"/>
              <a:gd name="T90" fmla="*/ 1666 w 2753"/>
              <a:gd name="T91" fmla="*/ 408 h 3873"/>
              <a:gd name="T92" fmla="*/ 1775 w 2753"/>
              <a:gd name="T93" fmla="*/ 511 h 3873"/>
              <a:gd name="T94" fmla="*/ 1529 w 2753"/>
              <a:gd name="T95" fmla="*/ 580 h 3873"/>
              <a:gd name="T96" fmla="*/ 1239 w 2753"/>
              <a:gd name="T97" fmla="*/ 735 h 3873"/>
              <a:gd name="T98" fmla="*/ 995 w 2753"/>
              <a:gd name="T99" fmla="*/ 958 h 3873"/>
              <a:gd name="T100" fmla="*/ 871 w 2753"/>
              <a:gd name="T101" fmla="*/ 1124 h 3873"/>
              <a:gd name="T102" fmla="*/ 855 w 2753"/>
              <a:gd name="T103" fmla="*/ 1100 h 3873"/>
              <a:gd name="T104" fmla="*/ 826 w 2753"/>
              <a:gd name="T105" fmla="*/ 798 h 3873"/>
              <a:gd name="T106" fmla="*/ 837 w 2753"/>
              <a:gd name="T107" fmla="*/ 658 h 3873"/>
              <a:gd name="T108" fmla="*/ 897 w 2753"/>
              <a:gd name="T109" fmla="*/ 555 h 3873"/>
              <a:gd name="T110" fmla="*/ 704 w 2753"/>
              <a:gd name="T111" fmla="*/ 437 h 3873"/>
              <a:gd name="T112" fmla="*/ 609 w 2753"/>
              <a:gd name="T113" fmla="*/ 320 h 3873"/>
              <a:gd name="T114" fmla="*/ 691 w 2753"/>
              <a:gd name="T115" fmla="*/ 206 h 3873"/>
              <a:gd name="T116" fmla="*/ 886 w 2753"/>
              <a:gd name="T117" fmla="*/ 251 h 3873"/>
              <a:gd name="T118" fmla="*/ 1144 w 2753"/>
              <a:gd name="T119" fmla="*/ 375 h 3873"/>
              <a:gd name="T120" fmla="*/ 1115 w 2753"/>
              <a:gd name="T121" fmla="*/ 189 h 3873"/>
              <a:gd name="T122" fmla="*/ 1120 w 2753"/>
              <a:gd name="T123" fmla="*/ 38 h 3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753" h="3873">
                <a:moveTo>
                  <a:pt x="2122" y="555"/>
                </a:moveTo>
                <a:lnTo>
                  <a:pt x="2180" y="557"/>
                </a:lnTo>
                <a:lnTo>
                  <a:pt x="2231" y="560"/>
                </a:lnTo>
                <a:lnTo>
                  <a:pt x="2275" y="568"/>
                </a:lnTo>
                <a:lnTo>
                  <a:pt x="2311" y="580"/>
                </a:lnTo>
                <a:lnTo>
                  <a:pt x="2346" y="598"/>
                </a:lnTo>
                <a:lnTo>
                  <a:pt x="2375" y="626"/>
                </a:lnTo>
                <a:lnTo>
                  <a:pt x="2399" y="658"/>
                </a:lnTo>
                <a:lnTo>
                  <a:pt x="2419" y="695"/>
                </a:lnTo>
                <a:lnTo>
                  <a:pt x="2433" y="735"/>
                </a:lnTo>
                <a:lnTo>
                  <a:pt x="2442" y="777"/>
                </a:lnTo>
                <a:lnTo>
                  <a:pt x="2444" y="820"/>
                </a:lnTo>
                <a:lnTo>
                  <a:pt x="2440" y="864"/>
                </a:lnTo>
                <a:lnTo>
                  <a:pt x="2431" y="908"/>
                </a:lnTo>
                <a:lnTo>
                  <a:pt x="2415" y="948"/>
                </a:lnTo>
                <a:lnTo>
                  <a:pt x="2391" y="984"/>
                </a:lnTo>
                <a:lnTo>
                  <a:pt x="2364" y="1013"/>
                </a:lnTo>
                <a:lnTo>
                  <a:pt x="2331" y="1037"/>
                </a:lnTo>
                <a:lnTo>
                  <a:pt x="2293" y="1057"/>
                </a:lnTo>
                <a:lnTo>
                  <a:pt x="2253" y="1073"/>
                </a:lnTo>
                <a:lnTo>
                  <a:pt x="2211" y="1086"/>
                </a:lnTo>
                <a:lnTo>
                  <a:pt x="2166" y="1098"/>
                </a:lnTo>
                <a:lnTo>
                  <a:pt x="2122" y="1111"/>
                </a:lnTo>
                <a:lnTo>
                  <a:pt x="2079" y="1124"/>
                </a:lnTo>
                <a:lnTo>
                  <a:pt x="2037" y="1138"/>
                </a:lnTo>
                <a:lnTo>
                  <a:pt x="1999" y="1157"/>
                </a:lnTo>
                <a:lnTo>
                  <a:pt x="1962" y="1178"/>
                </a:lnTo>
                <a:lnTo>
                  <a:pt x="1931" y="1204"/>
                </a:lnTo>
                <a:lnTo>
                  <a:pt x="1935" y="1235"/>
                </a:lnTo>
                <a:lnTo>
                  <a:pt x="1946" y="1260"/>
                </a:lnTo>
                <a:lnTo>
                  <a:pt x="1959" y="1282"/>
                </a:lnTo>
                <a:lnTo>
                  <a:pt x="1977" y="1302"/>
                </a:lnTo>
                <a:lnTo>
                  <a:pt x="1997" y="1318"/>
                </a:lnTo>
                <a:lnTo>
                  <a:pt x="2019" y="1333"/>
                </a:lnTo>
                <a:lnTo>
                  <a:pt x="2039" y="1346"/>
                </a:lnTo>
                <a:lnTo>
                  <a:pt x="2060" y="1360"/>
                </a:lnTo>
                <a:lnTo>
                  <a:pt x="2159" y="1433"/>
                </a:lnTo>
                <a:lnTo>
                  <a:pt x="2248" y="1509"/>
                </a:lnTo>
                <a:lnTo>
                  <a:pt x="2328" y="1588"/>
                </a:lnTo>
                <a:lnTo>
                  <a:pt x="2400" y="1671"/>
                </a:lnTo>
                <a:lnTo>
                  <a:pt x="2464" y="1757"/>
                </a:lnTo>
                <a:lnTo>
                  <a:pt x="2522" y="1844"/>
                </a:lnTo>
                <a:lnTo>
                  <a:pt x="2571" y="1933"/>
                </a:lnTo>
                <a:lnTo>
                  <a:pt x="2613" y="2026"/>
                </a:lnTo>
                <a:lnTo>
                  <a:pt x="2649" y="2118"/>
                </a:lnTo>
                <a:lnTo>
                  <a:pt x="2679" y="2211"/>
                </a:lnTo>
                <a:lnTo>
                  <a:pt x="2704" y="2304"/>
                </a:lnTo>
                <a:lnTo>
                  <a:pt x="2722" y="2398"/>
                </a:lnTo>
                <a:lnTo>
                  <a:pt x="2737" y="2493"/>
                </a:lnTo>
                <a:lnTo>
                  <a:pt x="2746" y="2586"/>
                </a:lnTo>
                <a:lnTo>
                  <a:pt x="2751" y="2677"/>
                </a:lnTo>
                <a:lnTo>
                  <a:pt x="2753" y="2768"/>
                </a:lnTo>
                <a:lnTo>
                  <a:pt x="2751" y="2857"/>
                </a:lnTo>
                <a:lnTo>
                  <a:pt x="2746" y="2942"/>
                </a:lnTo>
                <a:lnTo>
                  <a:pt x="2739" y="3028"/>
                </a:lnTo>
                <a:lnTo>
                  <a:pt x="2728" y="3108"/>
                </a:lnTo>
                <a:lnTo>
                  <a:pt x="2715" y="3186"/>
                </a:lnTo>
                <a:lnTo>
                  <a:pt x="2702" y="3260"/>
                </a:lnTo>
                <a:lnTo>
                  <a:pt x="2688" y="3331"/>
                </a:lnTo>
                <a:lnTo>
                  <a:pt x="2671" y="3397"/>
                </a:lnTo>
                <a:lnTo>
                  <a:pt x="2657" y="3458"/>
                </a:lnTo>
                <a:lnTo>
                  <a:pt x="2640" y="3515"/>
                </a:lnTo>
                <a:lnTo>
                  <a:pt x="2624" y="3564"/>
                </a:lnTo>
                <a:lnTo>
                  <a:pt x="2609" y="3609"/>
                </a:lnTo>
                <a:lnTo>
                  <a:pt x="2597" y="3648"/>
                </a:lnTo>
                <a:lnTo>
                  <a:pt x="2584" y="3680"/>
                </a:lnTo>
                <a:lnTo>
                  <a:pt x="2573" y="3704"/>
                </a:lnTo>
                <a:lnTo>
                  <a:pt x="2566" y="3722"/>
                </a:lnTo>
                <a:lnTo>
                  <a:pt x="2560" y="3733"/>
                </a:lnTo>
                <a:lnTo>
                  <a:pt x="2533" y="3764"/>
                </a:lnTo>
                <a:lnTo>
                  <a:pt x="2499" y="3789"/>
                </a:lnTo>
                <a:lnTo>
                  <a:pt x="2459" y="3811"/>
                </a:lnTo>
                <a:lnTo>
                  <a:pt x="2415" y="3829"/>
                </a:lnTo>
                <a:lnTo>
                  <a:pt x="2368" y="3844"/>
                </a:lnTo>
                <a:lnTo>
                  <a:pt x="2319" y="3855"/>
                </a:lnTo>
                <a:lnTo>
                  <a:pt x="2269" y="3862"/>
                </a:lnTo>
                <a:lnTo>
                  <a:pt x="2220" y="3868"/>
                </a:lnTo>
                <a:lnTo>
                  <a:pt x="2133" y="3873"/>
                </a:lnTo>
                <a:lnTo>
                  <a:pt x="2046" y="3873"/>
                </a:lnTo>
                <a:lnTo>
                  <a:pt x="1959" y="3868"/>
                </a:lnTo>
                <a:lnTo>
                  <a:pt x="1871" y="3855"/>
                </a:lnTo>
                <a:lnTo>
                  <a:pt x="1784" y="3838"/>
                </a:lnTo>
                <a:lnTo>
                  <a:pt x="1699" y="3818"/>
                </a:lnTo>
                <a:lnTo>
                  <a:pt x="1613" y="3795"/>
                </a:lnTo>
                <a:lnTo>
                  <a:pt x="1531" y="3768"/>
                </a:lnTo>
                <a:lnTo>
                  <a:pt x="1449" y="3737"/>
                </a:lnTo>
                <a:lnTo>
                  <a:pt x="1369" y="3704"/>
                </a:lnTo>
                <a:lnTo>
                  <a:pt x="1293" y="3669"/>
                </a:lnTo>
                <a:lnTo>
                  <a:pt x="1219" y="3635"/>
                </a:lnTo>
                <a:lnTo>
                  <a:pt x="1146" y="3597"/>
                </a:lnTo>
                <a:lnTo>
                  <a:pt x="1079" y="3560"/>
                </a:lnTo>
                <a:lnTo>
                  <a:pt x="1015" y="3524"/>
                </a:lnTo>
                <a:lnTo>
                  <a:pt x="953" y="3488"/>
                </a:lnTo>
                <a:lnTo>
                  <a:pt x="899" y="3453"/>
                </a:lnTo>
                <a:lnTo>
                  <a:pt x="846" y="3420"/>
                </a:lnTo>
                <a:lnTo>
                  <a:pt x="800" y="3389"/>
                </a:lnTo>
                <a:lnTo>
                  <a:pt x="759" y="3360"/>
                </a:lnTo>
                <a:lnTo>
                  <a:pt x="722" y="3335"/>
                </a:lnTo>
                <a:lnTo>
                  <a:pt x="693" y="3313"/>
                </a:lnTo>
                <a:lnTo>
                  <a:pt x="669" y="3297"/>
                </a:lnTo>
                <a:lnTo>
                  <a:pt x="653" y="3284"/>
                </a:lnTo>
                <a:lnTo>
                  <a:pt x="642" y="3275"/>
                </a:lnTo>
                <a:lnTo>
                  <a:pt x="640" y="3273"/>
                </a:lnTo>
                <a:lnTo>
                  <a:pt x="644" y="3277"/>
                </a:lnTo>
                <a:lnTo>
                  <a:pt x="562" y="3206"/>
                </a:lnTo>
                <a:lnTo>
                  <a:pt x="482" y="3124"/>
                </a:lnTo>
                <a:lnTo>
                  <a:pt x="402" y="3033"/>
                </a:lnTo>
                <a:lnTo>
                  <a:pt x="326" y="2935"/>
                </a:lnTo>
                <a:lnTo>
                  <a:pt x="255" y="2829"/>
                </a:lnTo>
                <a:lnTo>
                  <a:pt x="189" y="2718"/>
                </a:lnTo>
                <a:lnTo>
                  <a:pt x="131" y="2604"/>
                </a:lnTo>
                <a:lnTo>
                  <a:pt x="82" y="2484"/>
                </a:lnTo>
                <a:lnTo>
                  <a:pt x="40" y="2362"/>
                </a:lnTo>
                <a:lnTo>
                  <a:pt x="11" y="2240"/>
                </a:lnTo>
                <a:lnTo>
                  <a:pt x="0" y="2148"/>
                </a:lnTo>
                <a:lnTo>
                  <a:pt x="0" y="2057"/>
                </a:lnTo>
                <a:lnTo>
                  <a:pt x="9" y="1969"/>
                </a:lnTo>
                <a:lnTo>
                  <a:pt x="26" y="1886"/>
                </a:lnTo>
                <a:lnTo>
                  <a:pt x="51" y="1804"/>
                </a:lnTo>
                <a:lnTo>
                  <a:pt x="79" y="1729"/>
                </a:lnTo>
                <a:lnTo>
                  <a:pt x="111" y="1658"/>
                </a:lnTo>
                <a:lnTo>
                  <a:pt x="146" y="1595"/>
                </a:lnTo>
                <a:lnTo>
                  <a:pt x="180" y="1537"/>
                </a:lnTo>
                <a:lnTo>
                  <a:pt x="197" y="1513"/>
                </a:lnTo>
                <a:lnTo>
                  <a:pt x="217" y="1491"/>
                </a:lnTo>
                <a:lnTo>
                  <a:pt x="237" y="1471"/>
                </a:lnTo>
                <a:lnTo>
                  <a:pt x="259" y="1451"/>
                </a:lnTo>
                <a:lnTo>
                  <a:pt x="279" y="1429"/>
                </a:lnTo>
                <a:lnTo>
                  <a:pt x="300" y="1406"/>
                </a:lnTo>
                <a:lnTo>
                  <a:pt x="319" y="1380"/>
                </a:lnTo>
                <a:lnTo>
                  <a:pt x="335" y="1349"/>
                </a:lnTo>
                <a:lnTo>
                  <a:pt x="349" y="1313"/>
                </a:lnTo>
                <a:lnTo>
                  <a:pt x="359" y="1269"/>
                </a:lnTo>
                <a:lnTo>
                  <a:pt x="364" y="1220"/>
                </a:lnTo>
                <a:lnTo>
                  <a:pt x="368" y="1135"/>
                </a:lnTo>
                <a:lnTo>
                  <a:pt x="366" y="1058"/>
                </a:lnTo>
                <a:lnTo>
                  <a:pt x="364" y="989"/>
                </a:lnTo>
                <a:lnTo>
                  <a:pt x="360" y="929"/>
                </a:lnTo>
                <a:lnTo>
                  <a:pt x="357" y="877"/>
                </a:lnTo>
                <a:lnTo>
                  <a:pt x="353" y="831"/>
                </a:lnTo>
                <a:lnTo>
                  <a:pt x="353" y="789"/>
                </a:lnTo>
                <a:lnTo>
                  <a:pt x="355" y="755"/>
                </a:lnTo>
                <a:lnTo>
                  <a:pt x="359" y="724"/>
                </a:lnTo>
                <a:lnTo>
                  <a:pt x="369" y="698"/>
                </a:lnTo>
                <a:lnTo>
                  <a:pt x="384" y="675"/>
                </a:lnTo>
                <a:lnTo>
                  <a:pt x="406" y="653"/>
                </a:lnTo>
                <a:lnTo>
                  <a:pt x="435" y="635"/>
                </a:lnTo>
                <a:lnTo>
                  <a:pt x="473" y="617"/>
                </a:lnTo>
                <a:lnTo>
                  <a:pt x="520" y="600"/>
                </a:lnTo>
                <a:lnTo>
                  <a:pt x="559" y="591"/>
                </a:lnTo>
                <a:lnTo>
                  <a:pt x="593" y="591"/>
                </a:lnTo>
                <a:lnTo>
                  <a:pt x="624" y="598"/>
                </a:lnTo>
                <a:lnTo>
                  <a:pt x="651" y="615"/>
                </a:lnTo>
                <a:lnTo>
                  <a:pt x="677" y="635"/>
                </a:lnTo>
                <a:lnTo>
                  <a:pt x="699" y="664"/>
                </a:lnTo>
                <a:lnTo>
                  <a:pt x="717" y="697"/>
                </a:lnTo>
                <a:lnTo>
                  <a:pt x="733" y="733"/>
                </a:lnTo>
                <a:lnTo>
                  <a:pt x="748" y="775"/>
                </a:lnTo>
                <a:lnTo>
                  <a:pt x="760" y="818"/>
                </a:lnTo>
                <a:lnTo>
                  <a:pt x="769" y="866"/>
                </a:lnTo>
                <a:lnTo>
                  <a:pt x="777" y="915"/>
                </a:lnTo>
                <a:lnTo>
                  <a:pt x="782" y="964"/>
                </a:lnTo>
                <a:lnTo>
                  <a:pt x="788" y="1015"/>
                </a:lnTo>
                <a:lnTo>
                  <a:pt x="789" y="1066"/>
                </a:lnTo>
                <a:lnTo>
                  <a:pt x="791" y="1115"/>
                </a:lnTo>
                <a:lnTo>
                  <a:pt x="791" y="1164"/>
                </a:lnTo>
                <a:lnTo>
                  <a:pt x="791" y="1420"/>
                </a:lnTo>
                <a:lnTo>
                  <a:pt x="884" y="1224"/>
                </a:lnTo>
                <a:lnTo>
                  <a:pt x="942" y="1137"/>
                </a:lnTo>
                <a:lnTo>
                  <a:pt x="1008" y="1053"/>
                </a:lnTo>
                <a:lnTo>
                  <a:pt x="1080" y="969"/>
                </a:lnTo>
                <a:lnTo>
                  <a:pt x="1160" y="893"/>
                </a:lnTo>
                <a:lnTo>
                  <a:pt x="1248" y="820"/>
                </a:lnTo>
                <a:lnTo>
                  <a:pt x="1339" y="757"/>
                </a:lnTo>
                <a:lnTo>
                  <a:pt x="1433" y="700"/>
                </a:lnTo>
                <a:lnTo>
                  <a:pt x="1531" y="657"/>
                </a:lnTo>
                <a:lnTo>
                  <a:pt x="1573" y="642"/>
                </a:lnTo>
                <a:lnTo>
                  <a:pt x="1622" y="628"/>
                </a:lnTo>
                <a:lnTo>
                  <a:pt x="1679" y="613"/>
                </a:lnTo>
                <a:lnTo>
                  <a:pt x="1737" y="600"/>
                </a:lnTo>
                <a:lnTo>
                  <a:pt x="1800" y="588"/>
                </a:lnTo>
                <a:lnTo>
                  <a:pt x="1866" y="577"/>
                </a:lnTo>
                <a:lnTo>
                  <a:pt x="1931" y="568"/>
                </a:lnTo>
                <a:lnTo>
                  <a:pt x="1999" y="562"/>
                </a:lnTo>
                <a:lnTo>
                  <a:pt x="2062" y="557"/>
                </a:lnTo>
                <a:lnTo>
                  <a:pt x="2122" y="555"/>
                </a:lnTo>
                <a:close/>
                <a:moveTo>
                  <a:pt x="1200" y="0"/>
                </a:moveTo>
                <a:lnTo>
                  <a:pt x="1231" y="2"/>
                </a:lnTo>
                <a:lnTo>
                  <a:pt x="1257" y="8"/>
                </a:lnTo>
                <a:lnTo>
                  <a:pt x="1277" y="18"/>
                </a:lnTo>
                <a:lnTo>
                  <a:pt x="1291" y="31"/>
                </a:lnTo>
                <a:lnTo>
                  <a:pt x="1300" y="48"/>
                </a:lnTo>
                <a:lnTo>
                  <a:pt x="1308" y="68"/>
                </a:lnTo>
                <a:lnTo>
                  <a:pt x="1311" y="89"/>
                </a:lnTo>
                <a:lnTo>
                  <a:pt x="1315" y="111"/>
                </a:lnTo>
                <a:lnTo>
                  <a:pt x="1315" y="137"/>
                </a:lnTo>
                <a:lnTo>
                  <a:pt x="1317" y="160"/>
                </a:lnTo>
                <a:lnTo>
                  <a:pt x="1320" y="186"/>
                </a:lnTo>
                <a:lnTo>
                  <a:pt x="1324" y="208"/>
                </a:lnTo>
                <a:lnTo>
                  <a:pt x="1329" y="229"/>
                </a:lnTo>
                <a:lnTo>
                  <a:pt x="1339" y="249"/>
                </a:lnTo>
                <a:lnTo>
                  <a:pt x="1349" y="266"/>
                </a:lnTo>
                <a:lnTo>
                  <a:pt x="1364" y="278"/>
                </a:lnTo>
                <a:lnTo>
                  <a:pt x="1375" y="278"/>
                </a:lnTo>
                <a:lnTo>
                  <a:pt x="1389" y="278"/>
                </a:lnTo>
                <a:lnTo>
                  <a:pt x="1400" y="280"/>
                </a:lnTo>
                <a:lnTo>
                  <a:pt x="1420" y="246"/>
                </a:lnTo>
                <a:lnTo>
                  <a:pt x="1439" y="209"/>
                </a:lnTo>
                <a:lnTo>
                  <a:pt x="1455" y="173"/>
                </a:lnTo>
                <a:lnTo>
                  <a:pt x="1471" y="138"/>
                </a:lnTo>
                <a:lnTo>
                  <a:pt x="1489" y="104"/>
                </a:lnTo>
                <a:lnTo>
                  <a:pt x="1511" y="71"/>
                </a:lnTo>
                <a:lnTo>
                  <a:pt x="1537" y="42"/>
                </a:lnTo>
                <a:lnTo>
                  <a:pt x="1568" y="18"/>
                </a:lnTo>
                <a:lnTo>
                  <a:pt x="1600" y="22"/>
                </a:lnTo>
                <a:lnTo>
                  <a:pt x="1626" y="29"/>
                </a:lnTo>
                <a:lnTo>
                  <a:pt x="1646" y="44"/>
                </a:lnTo>
                <a:lnTo>
                  <a:pt x="1659" y="62"/>
                </a:lnTo>
                <a:lnTo>
                  <a:pt x="1668" y="82"/>
                </a:lnTo>
                <a:lnTo>
                  <a:pt x="1671" y="108"/>
                </a:lnTo>
                <a:lnTo>
                  <a:pt x="1673" y="133"/>
                </a:lnTo>
                <a:lnTo>
                  <a:pt x="1669" y="162"/>
                </a:lnTo>
                <a:lnTo>
                  <a:pt x="1664" y="191"/>
                </a:lnTo>
                <a:lnTo>
                  <a:pt x="1657" y="220"/>
                </a:lnTo>
                <a:lnTo>
                  <a:pt x="1649" y="249"/>
                </a:lnTo>
                <a:lnTo>
                  <a:pt x="1640" y="278"/>
                </a:lnTo>
                <a:lnTo>
                  <a:pt x="1633" y="304"/>
                </a:lnTo>
                <a:lnTo>
                  <a:pt x="1626" y="329"/>
                </a:lnTo>
                <a:lnTo>
                  <a:pt x="1620" y="349"/>
                </a:lnTo>
                <a:lnTo>
                  <a:pt x="1666" y="408"/>
                </a:lnTo>
                <a:lnTo>
                  <a:pt x="1717" y="458"/>
                </a:lnTo>
                <a:lnTo>
                  <a:pt x="1771" y="502"/>
                </a:lnTo>
                <a:lnTo>
                  <a:pt x="1773" y="504"/>
                </a:lnTo>
                <a:lnTo>
                  <a:pt x="1773" y="508"/>
                </a:lnTo>
                <a:lnTo>
                  <a:pt x="1775" y="511"/>
                </a:lnTo>
                <a:lnTo>
                  <a:pt x="1775" y="515"/>
                </a:lnTo>
                <a:lnTo>
                  <a:pt x="1777" y="517"/>
                </a:lnTo>
                <a:lnTo>
                  <a:pt x="1686" y="535"/>
                </a:lnTo>
                <a:lnTo>
                  <a:pt x="1604" y="557"/>
                </a:lnTo>
                <a:lnTo>
                  <a:pt x="1529" y="580"/>
                </a:lnTo>
                <a:lnTo>
                  <a:pt x="1462" y="606"/>
                </a:lnTo>
                <a:lnTo>
                  <a:pt x="1400" y="635"/>
                </a:lnTo>
                <a:lnTo>
                  <a:pt x="1342" y="666"/>
                </a:lnTo>
                <a:lnTo>
                  <a:pt x="1289" y="700"/>
                </a:lnTo>
                <a:lnTo>
                  <a:pt x="1239" y="735"/>
                </a:lnTo>
                <a:lnTo>
                  <a:pt x="1189" y="773"/>
                </a:lnTo>
                <a:lnTo>
                  <a:pt x="1140" y="813"/>
                </a:lnTo>
                <a:lnTo>
                  <a:pt x="1091" y="857"/>
                </a:lnTo>
                <a:lnTo>
                  <a:pt x="1039" y="908"/>
                </a:lnTo>
                <a:lnTo>
                  <a:pt x="995" y="958"/>
                </a:lnTo>
                <a:lnTo>
                  <a:pt x="955" y="1009"/>
                </a:lnTo>
                <a:lnTo>
                  <a:pt x="919" y="1060"/>
                </a:lnTo>
                <a:lnTo>
                  <a:pt x="880" y="1111"/>
                </a:lnTo>
                <a:lnTo>
                  <a:pt x="877" y="1115"/>
                </a:lnTo>
                <a:lnTo>
                  <a:pt x="871" y="1124"/>
                </a:lnTo>
                <a:lnTo>
                  <a:pt x="866" y="1135"/>
                </a:lnTo>
                <a:lnTo>
                  <a:pt x="860" y="1146"/>
                </a:lnTo>
                <a:lnTo>
                  <a:pt x="855" y="1153"/>
                </a:lnTo>
                <a:lnTo>
                  <a:pt x="851" y="1157"/>
                </a:lnTo>
                <a:lnTo>
                  <a:pt x="855" y="1100"/>
                </a:lnTo>
                <a:lnTo>
                  <a:pt x="855" y="1038"/>
                </a:lnTo>
                <a:lnTo>
                  <a:pt x="851" y="977"/>
                </a:lnTo>
                <a:lnTo>
                  <a:pt x="844" y="913"/>
                </a:lnTo>
                <a:lnTo>
                  <a:pt x="835" y="853"/>
                </a:lnTo>
                <a:lnTo>
                  <a:pt x="826" y="798"/>
                </a:lnTo>
                <a:lnTo>
                  <a:pt x="813" y="751"/>
                </a:lnTo>
                <a:lnTo>
                  <a:pt x="800" y="713"/>
                </a:lnTo>
                <a:lnTo>
                  <a:pt x="809" y="698"/>
                </a:lnTo>
                <a:lnTo>
                  <a:pt x="822" y="678"/>
                </a:lnTo>
                <a:lnTo>
                  <a:pt x="837" y="658"/>
                </a:lnTo>
                <a:lnTo>
                  <a:pt x="853" y="637"/>
                </a:lnTo>
                <a:lnTo>
                  <a:pt x="869" y="615"/>
                </a:lnTo>
                <a:lnTo>
                  <a:pt x="882" y="593"/>
                </a:lnTo>
                <a:lnTo>
                  <a:pt x="891" y="573"/>
                </a:lnTo>
                <a:lnTo>
                  <a:pt x="897" y="555"/>
                </a:lnTo>
                <a:lnTo>
                  <a:pt x="897" y="540"/>
                </a:lnTo>
                <a:lnTo>
                  <a:pt x="840" y="511"/>
                </a:lnTo>
                <a:lnTo>
                  <a:pt x="788" y="484"/>
                </a:lnTo>
                <a:lnTo>
                  <a:pt x="742" y="460"/>
                </a:lnTo>
                <a:lnTo>
                  <a:pt x="704" y="437"/>
                </a:lnTo>
                <a:lnTo>
                  <a:pt x="669" y="415"/>
                </a:lnTo>
                <a:lnTo>
                  <a:pt x="644" y="393"/>
                </a:lnTo>
                <a:lnTo>
                  <a:pt x="624" y="371"/>
                </a:lnTo>
                <a:lnTo>
                  <a:pt x="613" y="348"/>
                </a:lnTo>
                <a:lnTo>
                  <a:pt x="609" y="320"/>
                </a:lnTo>
                <a:lnTo>
                  <a:pt x="615" y="291"/>
                </a:lnTo>
                <a:lnTo>
                  <a:pt x="628" y="258"/>
                </a:lnTo>
                <a:lnTo>
                  <a:pt x="646" y="233"/>
                </a:lnTo>
                <a:lnTo>
                  <a:pt x="666" y="215"/>
                </a:lnTo>
                <a:lnTo>
                  <a:pt x="691" y="206"/>
                </a:lnTo>
                <a:lnTo>
                  <a:pt x="720" y="202"/>
                </a:lnTo>
                <a:lnTo>
                  <a:pt x="755" y="206"/>
                </a:lnTo>
                <a:lnTo>
                  <a:pt x="793" y="215"/>
                </a:lnTo>
                <a:lnTo>
                  <a:pt x="837" y="231"/>
                </a:lnTo>
                <a:lnTo>
                  <a:pt x="886" y="251"/>
                </a:lnTo>
                <a:lnTo>
                  <a:pt x="940" y="277"/>
                </a:lnTo>
                <a:lnTo>
                  <a:pt x="1000" y="308"/>
                </a:lnTo>
                <a:lnTo>
                  <a:pt x="1066" y="340"/>
                </a:lnTo>
                <a:lnTo>
                  <a:pt x="1137" y="378"/>
                </a:lnTo>
                <a:lnTo>
                  <a:pt x="1144" y="375"/>
                </a:lnTo>
                <a:lnTo>
                  <a:pt x="1142" y="338"/>
                </a:lnTo>
                <a:lnTo>
                  <a:pt x="1137" y="302"/>
                </a:lnTo>
                <a:lnTo>
                  <a:pt x="1129" y="264"/>
                </a:lnTo>
                <a:lnTo>
                  <a:pt x="1122" y="228"/>
                </a:lnTo>
                <a:lnTo>
                  <a:pt x="1115" y="189"/>
                </a:lnTo>
                <a:lnTo>
                  <a:pt x="1109" y="155"/>
                </a:lnTo>
                <a:lnTo>
                  <a:pt x="1106" y="120"/>
                </a:lnTo>
                <a:lnTo>
                  <a:pt x="1106" y="89"/>
                </a:lnTo>
                <a:lnTo>
                  <a:pt x="1111" y="62"/>
                </a:lnTo>
                <a:lnTo>
                  <a:pt x="1120" y="38"/>
                </a:lnTo>
                <a:lnTo>
                  <a:pt x="1137" y="18"/>
                </a:lnTo>
                <a:lnTo>
                  <a:pt x="1160" y="4"/>
                </a:lnTo>
                <a:lnTo>
                  <a:pt x="12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76" name="그룹 112">
            <a:extLst>
              <a:ext uri="{FF2B5EF4-FFF2-40B4-BE49-F238E27FC236}">
                <a16:creationId xmlns:a16="http://schemas.microsoft.com/office/drawing/2014/main" id="{03A9B319-0669-48B5-8249-9014F8F1B23F}"/>
              </a:ext>
            </a:extLst>
          </p:cNvPr>
          <p:cNvGrpSpPr/>
          <p:nvPr/>
        </p:nvGrpSpPr>
        <p:grpSpPr>
          <a:xfrm>
            <a:off x="1873933" y="1725674"/>
            <a:ext cx="3892427" cy="827076"/>
            <a:chOff x="1832146" y="1840454"/>
            <a:chExt cx="3892427" cy="827076"/>
          </a:xfrm>
          <a:solidFill>
            <a:schemeClr val="bg1">
              <a:lumMod val="75000"/>
            </a:schemeClr>
          </a:solidFill>
        </p:grpSpPr>
        <p:sp>
          <p:nvSpPr>
            <p:cNvPr id="77" name="Round Same Side Corner Rectangle 8">
              <a:extLst>
                <a:ext uri="{FF2B5EF4-FFF2-40B4-BE49-F238E27FC236}">
                  <a16:creationId xmlns:a16="http://schemas.microsoft.com/office/drawing/2014/main" id="{9CBF4EE5-51EC-4001-8522-423390FC230F}"/>
                </a:ext>
              </a:extLst>
            </p:cNvPr>
            <p:cNvSpPr/>
            <p:nvPr/>
          </p:nvSpPr>
          <p:spPr>
            <a:xfrm>
              <a:off x="18321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78" name="Round Same Side Corner Rectangle 8">
              <a:extLst>
                <a:ext uri="{FF2B5EF4-FFF2-40B4-BE49-F238E27FC236}">
                  <a16:creationId xmlns:a16="http://schemas.microsoft.com/office/drawing/2014/main" id="{24C1DDED-ABA5-4C81-A9DD-297B329C8A3F}"/>
                </a:ext>
              </a:extLst>
            </p:cNvPr>
            <p:cNvSpPr/>
            <p:nvPr/>
          </p:nvSpPr>
          <p:spPr>
            <a:xfrm>
              <a:off x="22297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79" name="Round Same Side Corner Rectangle 8">
              <a:extLst>
                <a:ext uri="{FF2B5EF4-FFF2-40B4-BE49-F238E27FC236}">
                  <a16:creationId xmlns:a16="http://schemas.microsoft.com/office/drawing/2014/main" id="{831AE93F-101E-4036-A56B-0A2C3FB413F9}"/>
                </a:ext>
              </a:extLst>
            </p:cNvPr>
            <p:cNvSpPr/>
            <p:nvPr/>
          </p:nvSpPr>
          <p:spPr>
            <a:xfrm>
              <a:off x="42177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0" name="Round Same Side Corner Rectangle 8">
              <a:extLst>
                <a:ext uri="{FF2B5EF4-FFF2-40B4-BE49-F238E27FC236}">
                  <a16:creationId xmlns:a16="http://schemas.microsoft.com/office/drawing/2014/main" id="{D46E36C0-85BE-4F3A-A2C2-94B5BA8D93D9}"/>
                </a:ext>
              </a:extLst>
            </p:cNvPr>
            <p:cNvSpPr/>
            <p:nvPr/>
          </p:nvSpPr>
          <p:spPr>
            <a:xfrm>
              <a:off x="46153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1" name="Round Same Side Corner Rectangle 8">
              <a:extLst>
                <a:ext uri="{FF2B5EF4-FFF2-40B4-BE49-F238E27FC236}">
                  <a16:creationId xmlns:a16="http://schemas.microsoft.com/office/drawing/2014/main" id="{93AE5B77-871E-4790-93CA-F475F330540C}"/>
                </a:ext>
              </a:extLst>
            </p:cNvPr>
            <p:cNvSpPr/>
            <p:nvPr/>
          </p:nvSpPr>
          <p:spPr>
            <a:xfrm>
              <a:off x="5012946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2" name="Round Same Side Corner Rectangle 8">
              <a:extLst>
                <a:ext uri="{FF2B5EF4-FFF2-40B4-BE49-F238E27FC236}">
                  <a16:creationId xmlns:a16="http://schemas.microsoft.com/office/drawing/2014/main" id="{FAF27F3F-1CD4-4B8A-BA51-72B9500E4060}"/>
                </a:ext>
              </a:extLst>
            </p:cNvPr>
            <p:cNvSpPr/>
            <p:nvPr/>
          </p:nvSpPr>
          <p:spPr>
            <a:xfrm>
              <a:off x="5410543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3" name="Round Same Side Corner Rectangle 8">
              <a:extLst>
                <a:ext uri="{FF2B5EF4-FFF2-40B4-BE49-F238E27FC236}">
                  <a16:creationId xmlns:a16="http://schemas.microsoft.com/office/drawing/2014/main" id="{198CCEE1-27A0-44E3-BD40-8D3D8F168BA4}"/>
                </a:ext>
              </a:extLst>
            </p:cNvPr>
            <p:cNvSpPr/>
            <p:nvPr/>
          </p:nvSpPr>
          <p:spPr>
            <a:xfrm>
              <a:off x="3016748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4" name="Round Same Side Corner Rectangle 8">
              <a:extLst>
                <a:ext uri="{FF2B5EF4-FFF2-40B4-BE49-F238E27FC236}">
                  <a16:creationId xmlns:a16="http://schemas.microsoft.com/office/drawing/2014/main" id="{16BD2B64-72DC-4350-A7C5-2D9BEAC7AAE2}"/>
                </a:ext>
              </a:extLst>
            </p:cNvPr>
            <p:cNvSpPr/>
            <p:nvPr/>
          </p:nvSpPr>
          <p:spPr>
            <a:xfrm>
              <a:off x="3414348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Round Same Side Corner Rectangle 8">
              <a:extLst>
                <a:ext uri="{FF2B5EF4-FFF2-40B4-BE49-F238E27FC236}">
                  <a16:creationId xmlns:a16="http://schemas.microsoft.com/office/drawing/2014/main" id="{7E5558DC-7A64-476B-BD44-DA50C59FE738}"/>
                </a:ext>
              </a:extLst>
            </p:cNvPr>
            <p:cNvSpPr/>
            <p:nvPr/>
          </p:nvSpPr>
          <p:spPr>
            <a:xfrm>
              <a:off x="3811948" y="1840455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6" name="Round Same Side Corner Rectangle 8">
              <a:extLst>
                <a:ext uri="{FF2B5EF4-FFF2-40B4-BE49-F238E27FC236}">
                  <a16:creationId xmlns:a16="http://schemas.microsoft.com/office/drawing/2014/main" id="{627C26BC-1D44-41EC-B2B1-4B6759FE92EF}"/>
                </a:ext>
              </a:extLst>
            </p:cNvPr>
            <p:cNvSpPr/>
            <p:nvPr/>
          </p:nvSpPr>
          <p:spPr>
            <a:xfrm>
              <a:off x="2622012" y="1840454"/>
              <a:ext cx="314030" cy="82707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1DEE1990-122C-4547-904B-ACCB67FF37A8}"/>
              </a:ext>
            </a:extLst>
          </p:cNvPr>
          <p:cNvSpPr txBox="1"/>
          <p:nvPr/>
        </p:nvSpPr>
        <p:spPr>
          <a:xfrm>
            <a:off x="829725" y="1908379"/>
            <a:ext cx="87309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10</a:t>
            </a:r>
            <a:r>
              <a:rPr lang="en-US" altLang="ko-KR" sz="2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%</a:t>
            </a:r>
            <a:endParaRPr lang="ko-KR" altLang="en-US" sz="27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88" name="Group 59">
            <a:extLst>
              <a:ext uri="{FF2B5EF4-FFF2-40B4-BE49-F238E27FC236}">
                <a16:creationId xmlns:a16="http://schemas.microsoft.com/office/drawing/2014/main" id="{04BB64A3-C935-497D-901E-574717D8C11C}"/>
              </a:ext>
            </a:extLst>
          </p:cNvPr>
          <p:cNvGrpSpPr/>
          <p:nvPr/>
        </p:nvGrpSpPr>
        <p:grpSpPr>
          <a:xfrm>
            <a:off x="7034532" y="1769882"/>
            <a:ext cx="4398834" cy="738664"/>
            <a:chOff x="3017858" y="4283314"/>
            <a:chExt cx="2572466" cy="73866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967FC04-C706-4532-9E85-F2EECAF2A20E}"/>
                </a:ext>
              </a:extLst>
            </p:cNvPr>
            <p:cNvSpPr txBox="1"/>
            <p:nvPr/>
          </p:nvSpPr>
          <p:spPr>
            <a:xfrm>
              <a:off x="3021855" y="4560313"/>
              <a:ext cx="25684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10% людей имеют сниженный иммунитет, из-за чего болеют очень часто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F544060-ED59-4B53-B42B-975820FBB44A}"/>
                </a:ext>
              </a:extLst>
            </p:cNvPr>
            <p:cNvSpPr txBox="1"/>
            <p:nvPr/>
          </p:nvSpPr>
          <p:spPr>
            <a:xfrm>
              <a:off x="3017858" y="4283314"/>
              <a:ext cx="25684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Сниженный иммунитет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91" name="Freeform 9">
            <a:extLst>
              <a:ext uri="{FF2B5EF4-FFF2-40B4-BE49-F238E27FC236}">
                <a16:creationId xmlns:a16="http://schemas.microsoft.com/office/drawing/2014/main" id="{55F1CB71-CAAA-4584-B495-18354AC7B2AA}"/>
              </a:ext>
            </a:extLst>
          </p:cNvPr>
          <p:cNvSpPr>
            <a:spLocks noEditPoints="1"/>
          </p:cNvSpPr>
          <p:nvPr/>
        </p:nvSpPr>
        <p:spPr bwMode="auto">
          <a:xfrm>
            <a:off x="6579778" y="1931772"/>
            <a:ext cx="294903" cy="414878"/>
          </a:xfrm>
          <a:custGeom>
            <a:avLst/>
            <a:gdLst>
              <a:gd name="T0" fmla="*/ 2311 w 2753"/>
              <a:gd name="T1" fmla="*/ 580 h 3873"/>
              <a:gd name="T2" fmla="*/ 2433 w 2753"/>
              <a:gd name="T3" fmla="*/ 735 h 3873"/>
              <a:gd name="T4" fmla="*/ 2415 w 2753"/>
              <a:gd name="T5" fmla="*/ 948 h 3873"/>
              <a:gd name="T6" fmla="*/ 2253 w 2753"/>
              <a:gd name="T7" fmla="*/ 1073 h 3873"/>
              <a:gd name="T8" fmla="*/ 2037 w 2753"/>
              <a:gd name="T9" fmla="*/ 1138 h 3873"/>
              <a:gd name="T10" fmla="*/ 1946 w 2753"/>
              <a:gd name="T11" fmla="*/ 1260 h 3873"/>
              <a:gd name="T12" fmla="*/ 2039 w 2753"/>
              <a:gd name="T13" fmla="*/ 1346 h 3873"/>
              <a:gd name="T14" fmla="*/ 2400 w 2753"/>
              <a:gd name="T15" fmla="*/ 1671 h 3873"/>
              <a:gd name="T16" fmla="*/ 2649 w 2753"/>
              <a:gd name="T17" fmla="*/ 2118 h 3873"/>
              <a:gd name="T18" fmla="*/ 2746 w 2753"/>
              <a:gd name="T19" fmla="*/ 2586 h 3873"/>
              <a:gd name="T20" fmla="*/ 2739 w 2753"/>
              <a:gd name="T21" fmla="*/ 3028 h 3873"/>
              <a:gd name="T22" fmla="*/ 2671 w 2753"/>
              <a:gd name="T23" fmla="*/ 3397 h 3873"/>
              <a:gd name="T24" fmla="*/ 2597 w 2753"/>
              <a:gd name="T25" fmla="*/ 3648 h 3873"/>
              <a:gd name="T26" fmla="*/ 2533 w 2753"/>
              <a:gd name="T27" fmla="*/ 3764 h 3873"/>
              <a:gd name="T28" fmla="*/ 2319 w 2753"/>
              <a:gd name="T29" fmla="*/ 3855 h 3873"/>
              <a:gd name="T30" fmla="*/ 1959 w 2753"/>
              <a:gd name="T31" fmla="*/ 3868 h 3873"/>
              <a:gd name="T32" fmla="*/ 1531 w 2753"/>
              <a:gd name="T33" fmla="*/ 3768 h 3873"/>
              <a:gd name="T34" fmla="*/ 1146 w 2753"/>
              <a:gd name="T35" fmla="*/ 3597 h 3873"/>
              <a:gd name="T36" fmla="*/ 846 w 2753"/>
              <a:gd name="T37" fmla="*/ 3420 h 3873"/>
              <a:gd name="T38" fmla="*/ 669 w 2753"/>
              <a:gd name="T39" fmla="*/ 3297 h 3873"/>
              <a:gd name="T40" fmla="*/ 562 w 2753"/>
              <a:gd name="T41" fmla="*/ 3206 h 3873"/>
              <a:gd name="T42" fmla="*/ 189 w 2753"/>
              <a:gd name="T43" fmla="*/ 2718 h 3873"/>
              <a:gd name="T44" fmla="*/ 0 w 2753"/>
              <a:gd name="T45" fmla="*/ 2148 h 3873"/>
              <a:gd name="T46" fmla="*/ 79 w 2753"/>
              <a:gd name="T47" fmla="*/ 1729 h 3873"/>
              <a:gd name="T48" fmla="*/ 217 w 2753"/>
              <a:gd name="T49" fmla="*/ 1491 h 3873"/>
              <a:gd name="T50" fmla="*/ 319 w 2753"/>
              <a:gd name="T51" fmla="*/ 1380 h 3873"/>
              <a:gd name="T52" fmla="*/ 368 w 2753"/>
              <a:gd name="T53" fmla="*/ 1135 h 3873"/>
              <a:gd name="T54" fmla="*/ 353 w 2753"/>
              <a:gd name="T55" fmla="*/ 831 h 3873"/>
              <a:gd name="T56" fmla="*/ 384 w 2753"/>
              <a:gd name="T57" fmla="*/ 675 h 3873"/>
              <a:gd name="T58" fmla="*/ 559 w 2753"/>
              <a:gd name="T59" fmla="*/ 591 h 3873"/>
              <a:gd name="T60" fmla="*/ 699 w 2753"/>
              <a:gd name="T61" fmla="*/ 664 h 3873"/>
              <a:gd name="T62" fmla="*/ 769 w 2753"/>
              <a:gd name="T63" fmla="*/ 866 h 3873"/>
              <a:gd name="T64" fmla="*/ 791 w 2753"/>
              <a:gd name="T65" fmla="*/ 1115 h 3873"/>
              <a:gd name="T66" fmla="*/ 1008 w 2753"/>
              <a:gd name="T67" fmla="*/ 1053 h 3873"/>
              <a:gd name="T68" fmla="*/ 1433 w 2753"/>
              <a:gd name="T69" fmla="*/ 700 h 3873"/>
              <a:gd name="T70" fmla="*/ 1737 w 2753"/>
              <a:gd name="T71" fmla="*/ 600 h 3873"/>
              <a:gd name="T72" fmla="*/ 2062 w 2753"/>
              <a:gd name="T73" fmla="*/ 557 h 3873"/>
              <a:gd name="T74" fmla="*/ 1277 w 2753"/>
              <a:gd name="T75" fmla="*/ 18 h 3873"/>
              <a:gd name="T76" fmla="*/ 1315 w 2753"/>
              <a:gd name="T77" fmla="*/ 111 h 3873"/>
              <a:gd name="T78" fmla="*/ 1329 w 2753"/>
              <a:gd name="T79" fmla="*/ 229 h 3873"/>
              <a:gd name="T80" fmla="*/ 1389 w 2753"/>
              <a:gd name="T81" fmla="*/ 278 h 3873"/>
              <a:gd name="T82" fmla="*/ 1471 w 2753"/>
              <a:gd name="T83" fmla="*/ 138 h 3873"/>
              <a:gd name="T84" fmla="*/ 1600 w 2753"/>
              <a:gd name="T85" fmla="*/ 22 h 3873"/>
              <a:gd name="T86" fmla="*/ 1671 w 2753"/>
              <a:gd name="T87" fmla="*/ 108 h 3873"/>
              <a:gd name="T88" fmla="*/ 1649 w 2753"/>
              <a:gd name="T89" fmla="*/ 249 h 3873"/>
              <a:gd name="T90" fmla="*/ 1666 w 2753"/>
              <a:gd name="T91" fmla="*/ 408 h 3873"/>
              <a:gd name="T92" fmla="*/ 1775 w 2753"/>
              <a:gd name="T93" fmla="*/ 511 h 3873"/>
              <a:gd name="T94" fmla="*/ 1529 w 2753"/>
              <a:gd name="T95" fmla="*/ 580 h 3873"/>
              <a:gd name="T96" fmla="*/ 1239 w 2753"/>
              <a:gd name="T97" fmla="*/ 735 h 3873"/>
              <a:gd name="T98" fmla="*/ 995 w 2753"/>
              <a:gd name="T99" fmla="*/ 958 h 3873"/>
              <a:gd name="T100" fmla="*/ 871 w 2753"/>
              <a:gd name="T101" fmla="*/ 1124 h 3873"/>
              <a:gd name="T102" fmla="*/ 855 w 2753"/>
              <a:gd name="T103" fmla="*/ 1100 h 3873"/>
              <a:gd name="T104" fmla="*/ 826 w 2753"/>
              <a:gd name="T105" fmla="*/ 798 h 3873"/>
              <a:gd name="T106" fmla="*/ 837 w 2753"/>
              <a:gd name="T107" fmla="*/ 658 h 3873"/>
              <a:gd name="T108" fmla="*/ 897 w 2753"/>
              <a:gd name="T109" fmla="*/ 555 h 3873"/>
              <a:gd name="T110" fmla="*/ 704 w 2753"/>
              <a:gd name="T111" fmla="*/ 437 h 3873"/>
              <a:gd name="T112" fmla="*/ 609 w 2753"/>
              <a:gd name="T113" fmla="*/ 320 h 3873"/>
              <a:gd name="T114" fmla="*/ 691 w 2753"/>
              <a:gd name="T115" fmla="*/ 206 h 3873"/>
              <a:gd name="T116" fmla="*/ 886 w 2753"/>
              <a:gd name="T117" fmla="*/ 251 h 3873"/>
              <a:gd name="T118" fmla="*/ 1144 w 2753"/>
              <a:gd name="T119" fmla="*/ 375 h 3873"/>
              <a:gd name="T120" fmla="*/ 1115 w 2753"/>
              <a:gd name="T121" fmla="*/ 189 h 3873"/>
              <a:gd name="T122" fmla="*/ 1120 w 2753"/>
              <a:gd name="T123" fmla="*/ 38 h 3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753" h="3873">
                <a:moveTo>
                  <a:pt x="2122" y="555"/>
                </a:moveTo>
                <a:lnTo>
                  <a:pt x="2180" y="557"/>
                </a:lnTo>
                <a:lnTo>
                  <a:pt x="2231" y="560"/>
                </a:lnTo>
                <a:lnTo>
                  <a:pt x="2275" y="568"/>
                </a:lnTo>
                <a:lnTo>
                  <a:pt x="2311" y="580"/>
                </a:lnTo>
                <a:lnTo>
                  <a:pt x="2346" y="598"/>
                </a:lnTo>
                <a:lnTo>
                  <a:pt x="2375" y="626"/>
                </a:lnTo>
                <a:lnTo>
                  <a:pt x="2399" y="658"/>
                </a:lnTo>
                <a:lnTo>
                  <a:pt x="2419" y="695"/>
                </a:lnTo>
                <a:lnTo>
                  <a:pt x="2433" y="735"/>
                </a:lnTo>
                <a:lnTo>
                  <a:pt x="2442" y="777"/>
                </a:lnTo>
                <a:lnTo>
                  <a:pt x="2444" y="820"/>
                </a:lnTo>
                <a:lnTo>
                  <a:pt x="2440" y="864"/>
                </a:lnTo>
                <a:lnTo>
                  <a:pt x="2431" y="908"/>
                </a:lnTo>
                <a:lnTo>
                  <a:pt x="2415" y="948"/>
                </a:lnTo>
                <a:lnTo>
                  <a:pt x="2391" y="984"/>
                </a:lnTo>
                <a:lnTo>
                  <a:pt x="2364" y="1013"/>
                </a:lnTo>
                <a:lnTo>
                  <a:pt x="2331" y="1037"/>
                </a:lnTo>
                <a:lnTo>
                  <a:pt x="2293" y="1057"/>
                </a:lnTo>
                <a:lnTo>
                  <a:pt x="2253" y="1073"/>
                </a:lnTo>
                <a:lnTo>
                  <a:pt x="2211" y="1086"/>
                </a:lnTo>
                <a:lnTo>
                  <a:pt x="2166" y="1098"/>
                </a:lnTo>
                <a:lnTo>
                  <a:pt x="2122" y="1111"/>
                </a:lnTo>
                <a:lnTo>
                  <a:pt x="2079" y="1124"/>
                </a:lnTo>
                <a:lnTo>
                  <a:pt x="2037" y="1138"/>
                </a:lnTo>
                <a:lnTo>
                  <a:pt x="1999" y="1157"/>
                </a:lnTo>
                <a:lnTo>
                  <a:pt x="1962" y="1178"/>
                </a:lnTo>
                <a:lnTo>
                  <a:pt x="1931" y="1204"/>
                </a:lnTo>
                <a:lnTo>
                  <a:pt x="1935" y="1235"/>
                </a:lnTo>
                <a:lnTo>
                  <a:pt x="1946" y="1260"/>
                </a:lnTo>
                <a:lnTo>
                  <a:pt x="1959" y="1282"/>
                </a:lnTo>
                <a:lnTo>
                  <a:pt x="1977" y="1302"/>
                </a:lnTo>
                <a:lnTo>
                  <a:pt x="1997" y="1318"/>
                </a:lnTo>
                <a:lnTo>
                  <a:pt x="2019" y="1333"/>
                </a:lnTo>
                <a:lnTo>
                  <a:pt x="2039" y="1346"/>
                </a:lnTo>
                <a:lnTo>
                  <a:pt x="2060" y="1360"/>
                </a:lnTo>
                <a:lnTo>
                  <a:pt x="2159" y="1433"/>
                </a:lnTo>
                <a:lnTo>
                  <a:pt x="2248" y="1509"/>
                </a:lnTo>
                <a:lnTo>
                  <a:pt x="2328" y="1588"/>
                </a:lnTo>
                <a:lnTo>
                  <a:pt x="2400" y="1671"/>
                </a:lnTo>
                <a:lnTo>
                  <a:pt x="2464" y="1757"/>
                </a:lnTo>
                <a:lnTo>
                  <a:pt x="2522" y="1844"/>
                </a:lnTo>
                <a:lnTo>
                  <a:pt x="2571" y="1933"/>
                </a:lnTo>
                <a:lnTo>
                  <a:pt x="2613" y="2026"/>
                </a:lnTo>
                <a:lnTo>
                  <a:pt x="2649" y="2118"/>
                </a:lnTo>
                <a:lnTo>
                  <a:pt x="2679" y="2211"/>
                </a:lnTo>
                <a:lnTo>
                  <a:pt x="2704" y="2304"/>
                </a:lnTo>
                <a:lnTo>
                  <a:pt x="2722" y="2398"/>
                </a:lnTo>
                <a:lnTo>
                  <a:pt x="2737" y="2493"/>
                </a:lnTo>
                <a:lnTo>
                  <a:pt x="2746" y="2586"/>
                </a:lnTo>
                <a:lnTo>
                  <a:pt x="2751" y="2677"/>
                </a:lnTo>
                <a:lnTo>
                  <a:pt x="2753" y="2768"/>
                </a:lnTo>
                <a:lnTo>
                  <a:pt x="2751" y="2857"/>
                </a:lnTo>
                <a:lnTo>
                  <a:pt x="2746" y="2942"/>
                </a:lnTo>
                <a:lnTo>
                  <a:pt x="2739" y="3028"/>
                </a:lnTo>
                <a:lnTo>
                  <a:pt x="2728" y="3108"/>
                </a:lnTo>
                <a:lnTo>
                  <a:pt x="2715" y="3186"/>
                </a:lnTo>
                <a:lnTo>
                  <a:pt x="2702" y="3260"/>
                </a:lnTo>
                <a:lnTo>
                  <a:pt x="2688" y="3331"/>
                </a:lnTo>
                <a:lnTo>
                  <a:pt x="2671" y="3397"/>
                </a:lnTo>
                <a:lnTo>
                  <a:pt x="2657" y="3458"/>
                </a:lnTo>
                <a:lnTo>
                  <a:pt x="2640" y="3515"/>
                </a:lnTo>
                <a:lnTo>
                  <a:pt x="2624" y="3564"/>
                </a:lnTo>
                <a:lnTo>
                  <a:pt x="2609" y="3609"/>
                </a:lnTo>
                <a:lnTo>
                  <a:pt x="2597" y="3648"/>
                </a:lnTo>
                <a:lnTo>
                  <a:pt x="2584" y="3680"/>
                </a:lnTo>
                <a:lnTo>
                  <a:pt x="2573" y="3704"/>
                </a:lnTo>
                <a:lnTo>
                  <a:pt x="2566" y="3722"/>
                </a:lnTo>
                <a:lnTo>
                  <a:pt x="2560" y="3733"/>
                </a:lnTo>
                <a:lnTo>
                  <a:pt x="2533" y="3764"/>
                </a:lnTo>
                <a:lnTo>
                  <a:pt x="2499" y="3789"/>
                </a:lnTo>
                <a:lnTo>
                  <a:pt x="2459" y="3811"/>
                </a:lnTo>
                <a:lnTo>
                  <a:pt x="2415" y="3829"/>
                </a:lnTo>
                <a:lnTo>
                  <a:pt x="2368" y="3844"/>
                </a:lnTo>
                <a:lnTo>
                  <a:pt x="2319" y="3855"/>
                </a:lnTo>
                <a:lnTo>
                  <a:pt x="2269" y="3862"/>
                </a:lnTo>
                <a:lnTo>
                  <a:pt x="2220" y="3868"/>
                </a:lnTo>
                <a:lnTo>
                  <a:pt x="2133" y="3873"/>
                </a:lnTo>
                <a:lnTo>
                  <a:pt x="2046" y="3873"/>
                </a:lnTo>
                <a:lnTo>
                  <a:pt x="1959" y="3868"/>
                </a:lnTo>
                <a:lnTo>
                  <a:pt x="1871" y="3855"/>
                </a:lnTo>
                <a:lnTo>
                  <a:pt x="1784" y="3838"/>
                </a:lnTo>
                <a:lnTo>
                  <a:pt x="1699" y="3818"/>
                </a:lnTo>
                <a:lnTo>
                  <a:pt x="1613" y="3795"/>
                </a:lnTo>
                <a:lnTo>
                  <a:pt x="1531" y="3768"/>
                </a:lnTo>
                <a:lnTo>
                  <a:pt x="1449" y="3737"/>
                </a:lnTo>
                <a:lnTo>
                  <a:pt x="1369" y="3704"/>
                </a:lnTo>
                <a:lnTo>
                  <a:pt x="1293" y="3669"/>
                </a:lnTo>
                <a:lnTo>
                  <a:pt x="1219" y="3635"/>
                </a:lnTo>
                <a:lnTo>
                  <a:pt x="1146" y="3597"/>
                </a:lnTo>
                <a:lnTo>
                  <a:pt x="1079" y="3560"/>
                </a:lnTo>
                <a:lnTo>
                  <a:pt x="1015" y="3524"/>
                </a:lnTo>
                <a:lnTo>
                  <a:pt x="953" y="3488"/>
                </a:lnTo>
                <a:lnTo>
                  <a:pt x="899" y="3453"/>
                </a:lnTo>
                <a:lnTo>
                  <a:pt x="846" y="3420"/>
                </a:lnTo>
                <a:lnTo>
                  <a:pt x="800" y="3389"/>
                </a:lnTo>
                <a:lnTo>
                  <a:pt x="759" y="3360"/>
                </a:lnTo>
                <a:lnTo>
                  <a:pt x="722" y="3335"/>
                </a:lnTo>
                <a:lnTo>
                  <a:pt x="693" y="3313"/>
                </a:lnTo>
                <a:lnTo>
                  <a:pt x="669" y="3297"/>
                </a:lnTo>
                <a:lnTo>
                  <a:pt x="653" y="3284"/>
                </a:lnTo>
                <a:lnTo>
                  <a:pt x="642" y="3275"/>
                </a:lnTo>
                <a:lnTo>
                  <a:pt x="640" y="3273"/>
                </a:lnTo>
                <a:lnTo>
                  <a:pt x="644" y="3277"/>
                </a:lnTo>
                <a:lnTo>
                  <a:pt x="562" y="3206"/>
                </a:lnTo>
                <a:lnTo>
                  <a:pt x="482" y="3124"/>
                </a:lnTo>
                <a:lnTo>
                  <a:pt x="402" y="3033"/>
                </a:lnTo>
                <a:lnTo>
                  <a:pt x="326" y="2935"/>
                </a:lnTo>
                <a:lnTo>
                  <a:pt x="255" y="2829"/>
                </a:lnTo>
                <a:lnTo>
                  <a:pt x="189" y="2718"/>
                </a:lnTo>
                <a:lnTo>
                  <a:pt x="131" y="2604"/>
                </a:lnTo>
                <a:lnTo>
                  <a:pt x="82" y="2484"/>
                </a:lnTo>
                <a:lnTo>
                  <a:pt x="40" y="2362"/>
                </a:lnTo>
                <a:lnTo>
                  <a:pt x="11" y="2240"/>
                </a:lnTo>
                <a:lnTo>
                  <a:pt x="0" y="2148"/>
                </a:lnTo>
                <a:lnTo>
                  <a:pt x="0" y="2057"/>
                </a:lnTo>
                <a:lnTo>
                  <a:pt x="9" y="1969"/>
                </a:lnTo>
                <a:lnTo>
                  <a:pt x="26" y="1886"/>
                </a:lnTo>
                <a:lnTo>
                  <a:pt x="51" y="1804"/>
                </a:lnTo>
                <a:lnTo>
                  <a:pt x="79" y="1729"/>
                </a:lnTo>
                <a:lnTo>
                  <a:pt x="111" y="1658"/>
                </a:lnTo>
                <a:lnTo>
                  <a:pt x="146" y="1595"/>
                </a:lnTo>
                <a:lnTo>
                  <a:pt x="180" y="1537"/>
                </a:lnTo>
                <a:lnTo>
                  <a:pt x="197" y="1513"/>
                </a:lnTo>
                <a:lnTo>
                  <a:pt x="217" y="1491"/>
                </a:lnTo>
                <a:lnTo>
                  <a:pt x="237" y="1471"/>
                </a:lnTo>
                <a:lnTo>
                  <a:pt x="259" y="1451"/>
                </a:lnTo>
                <a:lnTo>
                  <a:pt x="279" y="1429"/>
                </a:lnTo>
                <a:lnTo>
                  <a:pt x="300" y="1406"/>
                </a:lnTo>
                <a:lnTo>
                  <a:pt x="319" y="1380"/>
                </a:lnTo>
                <a:lnTo>
                  <a:pt x="335" y="1349"/>
                </a:lnTo>
                <a:lnTo>
                  <a:pt x="349" y="1313"/>
                </a:lnTo>
                <a:lnTo>
                  <a:pt x="359" y="1269"/>
                </a:lnTo>
                <a:lnTo>
                  <a:pt x="364" y="1220"/>
                </a:lnTo>
                <a:lnTo>
                  <a:pt x="368" y="1135"/>
                </a:lnTo>
                <a:lnTo>
                  <a:pt x="366" y="1058"/>
                </a:lnTo>
                <a:lnTo>
                  <a:pt x="364" y="989"/>
                </a:lnTo>
                <a:lnTo>
                  <a:pt x="360" y="929"/>
                </a:lnTo>
                <a:lnTo>
                  <a:pt x="357" y="877"/>
                </a:lnTo>
                <a:lnTo>
                  <a:pt x="353" y="831"/>
                </a:lnTo>
                <a:lnTo>
                  <a:pt x="353" y="789"/>
                </a:lnTo>
                <a:lnTo>
                  <a:pt x="355" y="755"/>
                </a:lnTo>
                <a:lnTo>
                  <a:pt x="359" y="724"/>
                </a:lnTo>
                <a:lnTo>
                  <a:pt x="369" y="698"/>
                </a:lnTo>
                <a:lnTo>
                  <a:pt x="384" y="675"/>
                </a:lnTo>
                <a:lnTo>
                  <a:pt x="406" y="653"/>
                </a:lnTo>
                <a:lnTo>
                  <a:pt x="435" y="635"/>
                </a:lnTo>
                <a:lnTo>
                  <a:pt x="473" y="617"/>
                </a:lnTo>
                <a:lnTo>
                  <a:pt x="520" y="600"/>
                </a:lnTo>
                <a:lnTo>
                  <a:pt x="559" y="591"/>
                </a:lnTo>
                <a:lnTo>
                  <a:pt x="593" y="591"/>
                </a:lnTo>
                <a:lnTo>
                  <a:pt x="624" y="598"/>
                </a:lnTo>
                <a:lnTo>
                  <a:pt x="651" y="615"/>
                </a:lnTo>
                <a:lnTo>
                  <a:pt x="677" y="635"/>
                </a:lnTo>
                <a:lnTo>
                  <a:pt x="699" y="664"/>
                </a:lnTo>
                <a:lnTo>
                  <a:pt x="717" y="697"/>
                </a:lnTo>
                <a:lnTo>
                  <a:pt x="733" y="733"/>
                </a:lnTo>
                <a:lnTo>
                  <a:pt x="748" y="775"/>
                </a:lnTo>
                <a:lnTo>
                  <a:pt x="760" y="818"/>
                </a:lnTo>
                <a:lnTo>
                  <a:pt x="769" y="866"/>
                </a:lnTo>
                <a:lnTo>
                  <a:pt x="777" y="915"/>
                </a:lnTo>
                <a:lnTo>
                  <a:pt x="782" y="964"/>
                </a:lnTo>
                <a:lnTo>
                  <a:pt x="788" y="1015"/>
                </a:lnTo>
                <a:lnTo>
                  <a:pt x="789" y="1066"/>
                </a:lnTo>
                <a:lnTo>
                  <a:pt x="791" y="1115"/>
                </a:lnTo>
                <a:lnTo>
                  <a:pt x="791" y="1164"/>
                </a:lnTo>
                <a:lnTo>
                  <a:pt x="791" y="1420"/>
                </a:lnTo>
                <a:lnTo>
                  <a:pt x="884" y="1224"/>
                </a:lnTo>
                <a:lnTo>
                  <a:pt x="942" y="1137"/>
                </a:lnTo>
                <a:lnTo>
                  <a:pt x="1008" y="1053"/>
                </a:lnTo>
                <a:lnTo>
                  <a:pt x="1080" y="969"/>
                </a:lnTo>
                <a:lnTo>
                  <a:pt x="1160" y="893"/>
                </a:lnTo>
                <a:lnTo>
                  <a:pt x="1248" y="820"/>
                </a:lnTo>
                <a:lnTo>
                  <a:pt x="1339" y="757"/>
                </a:lnTo>
                <a:lnTo>
                  <a:pt x="1433" y="700"/>
                </a:lnTo>
                <a:lnTo>
                  <a:pt x="1531" y="657"/>
                </a:lnTo>
                <a:lnTo>
                  <a:pt x="1573" y="642"/>
                </a:lnTo>
                <a:lnTo>
                  <a:pt x="1622" y="628"/>
                </a:lnTo>
                <a:lnTo>
                  <a:pt x="1679" y="613"/>
                </a:lnTo>
                <a:lnTo>
                  <a:pt x="1737" y="600"/>
                </a:lnTo>
                <a:lnTo>
                  <a:pt x="1800" y="588"/>
                </a:lnTo>
                <a:lnTo>
                  <a:pt x="1866" y="577"/>
                </a:lnTo>
                <a:lnTo>
                  <a:pt x="1931" y="568"/>
                </a:lnTo>
                <a:lnTo>
                  <a:pt x="1999" y="562"/>
                </a:lnTo>
                <a:lnTo>
                  <a:pt x="2062" y="557"/>
                </a:lnTo>
                <a:lnTo>
                  <a:pt x="2122" y="555"/>
                </a:lnTo>
                <a:close/>
                <a:moveTo>
                  <a:pt x="1200" y="0"/>
                </a:moveTo>
                <a:lnTo>
                  <a:pt x="1231" y="2"/>
                </a:lnTo>
                <a:lnTo>
                  <a:pt x="1257" y="8"/>
                </a:lnTo>
                <a:lnTo>
                  <a:pt x="1277" y="18"/>
                </a:lnTo>
                <a:lnTo>
                  <a:pt x="1291" y="31"/>
                </a:lnTo>
                <a:lnTo>
                  <a:pt x="1300" y="48"/>
                </a:lnTo>
                <a:lnTo>
                  <a:pt x="1308" y="68"/>
                </a:lnTo>
                <a:lnTo>
                  <a:pt x="1311" y="89"/>
                </a:lnTo>
                <a:lnTo>
                  <a:pt x="1315" y="111"/>
                </a:lnTo>
                <a:lnTo>
                  <a:pt x="1315" y="137"/>
                </a:lnTo>
                <a:lnTo>
                  <a:pt x="1317" y="160"/>
                </a:lnTo>
                <a:lnTo>
                  <a:pt x="1320" y="186"/>
                </a:lnTo>
                <a:lnTo>
                  <a:pt x="1324" y="208"/>
                </a:lnTo>
                <a:lnTo>
                  <a:pt x="1329" y="229"/>
                </a:lnTo>
                <a:lnTo>
                  <a:pt x="1339" y="249"/>
                </a:lnTo>
                <a:lnTo>
                  <a:pt x="1349" y="266"/>
                </a:lnTo>
                <a:lnTo>
                  <a:pt x="1364" y="278"/>
                </a:lnTo>
                <a:lnTo>
                  <a:pt x="1375" y="278"/>
                </a:lnTo>
                <a:lnTo>
                  <a:pt x="1389" y="278"/>
                </a:lnTo>
                <a:lnTo>
                  <a:pt x="1400" y="280"/>
                </a:lnTo>
                <a:lnTo>
                  <a:pt x="1420" y="246"/>
                </a:lnTo>
                <a:lnTo>
                  <a:pt x="1439" y="209"/>
                </a:lnTo>
                <a:lnTo>
                  <a:pt x="1455" y="173"/>
                </a:lnTo>
                <a:lnTo>
                  <a:pt x="1471" y="138"/>
                </a:lnTo>
                <a:lnTo>
                  <a:pt x="1489" y="104"/>
                </a:lnTo>
                <a:lnTo>
                  <a:pt x="1511" y="71"/>
                </a:lnTo>
                <a:lnTo>
                  <a:pt x="1537" y="42"/>
                </a:lnTo>
                <a:lnTo>
                  <a:pt x="1568" y="18"/>
                </a:lnTo>
                <a:lnTo>
                  <a:pt x="1600" y="22"/>
                </a:lnTo>
                <a:lnTo>
                  <a:pt x="1626" y="29"/>
                </a:lnTo>
                <a:lnTo>
                  <a:pt x="1646" y="44"/>
                </a:lnTo>
                <a:lnTo>
                  <a:pt x="1659" y="62"/>
                </a:lnTo>
                <a:lnTo>
                  <a:pt x="1668" y="82"/>
                </a:lnTo>
                <a:lnTo>
                  <a:pt x="1671" y="108"/>
                </a:lnTo>
                <a:lnTo>
                  <a:pt x="1673" y="133"/>
                </a:lnTo>
                <a:lnTo>
                  <a:pt x="1669" y="162"/>
                </a:lnTo>
                <a:lnTo>
                  <a:pt x="1664" y="191"/>
                </a:lnTo>
                <a:lnTo>
                  <a:pt x="1657" y="220"/>
                </a:lnTo>
                <a:lnTo>
                  <a:pt x="1649" y="249"/>
                </a:lnTo>
                <a:lnTo>
                  <a:pt x="1640" y="278"/>
                </a:lnTo>
                <a:lnTo>
                  <a:pt x="1633" y="304"/>
                </a:lnTo>
                <a:lnTo>
                  <a:pt x="1626" y="329"/>
                </a:lnTo>
                <a:lnTo>
                  <a:pt x="1620" y="349"/>
                </a:lnTo>
                <a:lnTo>
                  <a:pt x="1666" y="408"/>
                </a:lnTo>
                <a:lnTo>
                  <a:pt x="1717" y="458"/>
                </a:lnTo>
                <a:lnTo>
                  <a:pt x="1771" y="502"/>
                </a:lnTo>
                <a:lnTo>
                  <a:pt x="1773" y="504"/>
                </a:lnTo>
                <a:lnTo>
                  <a:pt x="1773" y="508"/>
                </a:lnTo>
                <a:lnTo>
                  <a:pt x="1775" y="511"/>
                </a:lnTo>
                <a:lnTo>
                  <a:pt x="1775" y="515"/>
                </a:lnTo>
                <a:lnTo>
                  <a:pt x="1777" y="517"/>
                </a:lnTo>
                <a:lnTo>
                  <a:pt x="1686" y="535"/>
                </a:lnTo>
                <a:lnTo>
                  <a:pt x="1604" y="557"/>
                </a:lnTo>
                <a:lnTo>
                  <a:pt x="1529" y="580"/>
                </a:lnTo>
                <a:lnTo>
                  <a:pt x="1462" y="606"/>
                </a:lnTo>
                <a:lnTo>
                  <a:pt x="1400" y="635"/>
                </a:lnTo>
                <a:lnTo>
                  <a:pt x="1342" y="666"/>
                </a:lnTo>
                <a:lnTo>
                  <a:pt x="1289" y="700"/>
                </a:lnTo>
                <a:lnTo>
                  <a:pt x="1239" y="735"/>
                </a:lnTo>
                <a:lnTo>
                  <a:pt x="1189" y="773"/>
                </a:lnTo>
                <a:lnTo>
                  <a:pt x="1140" y="813"/>
                </a:lnTo>
                <a:lnTo>
                  <a:pt x="1091" y="857"/>
                </a:lnTo>
                <a:lnTo>
                  <a:pt x="1039" y="908"/>
                </a:lnTo>
                <a:lnTo>
                  <a:pt x="995" y="958"/>
                </a:lnTo>
                <a:lnTo>
                  <a:pt x="955" y="1009"/>
                </a:lnTo>
                <a:lnTo>
                  <a:pt x="919" y="1060"/>
                </a:lnTo>
                <a:lnTo>
                  <a:pt x="880" y="1111"/>
                </a:lnTo>
                <a:lnTo>
                  <a:pt x="877" y="1115"/>
                </a:lnTo>
                <a:lnTo>
                  <a:pt x="871" y="1124"/>
                </a:lnTo>
                <a:lnTo>
                  <a:pt x="866" y="1135"/>
                </a:lnTo>
                <a:lnTo>
                  <a:pt x="860" y="1146"/>
                </a:lnTo>
                <a:lnTo>
                  <a:pt x="855" y="1153"/>
                </a:lnTo>
                <a:lnTo>
                  <a:pt x="851" y="1157"/>
                </a:lnTo>
                <a:lnTo>
                  <a:pt x="855" y="1100"/>
                </a:lnTo>
                <a:lnTo>
                  <a:pt x="855" y="1038"/>
                </a:lnTo>
                <a:lnTo>
                  <a:pt x="851" y="977"/>
                </a:lnTo>
                <a:lnTo>
                  <a:pt x="844" y="913"/>
                </a:lnTo>
                <a:lnTo>
                  <a:pt x="835" y="853"/>
                </a:lnTo>
                <a:lnTo>
                  <a:pt x="826" y="798"/>
                </a:lnTo>
                <a:lnTo>
                  <a:pt x="813" y="751"/>
                </a:lnTo>
                <a:lnTo>
                  <a:pt x="800" y="713"/>
                </a:lnTo>
                <a:lnTo>
                  <a:pt x="809" y="698"/>
                </a:lnTo>
                <a:lnTo>
                  <a:pt x="822" y="678"/>
                </a:lnTo>
                <a:lnTo>
                  <a:pt x="837" y="658"/>
                </a:lnTo>
                <a:lnTo>
                  <a:pt x="853" y="637"/>
                </a:lnTo>
                <a:lnTo>
                  <a:pt x="869" y="615"/>
                </a:lnTo>
                <a:lnTo>
                  <a:pt x="882" y="593"/>
                </a:lnTo>
                <a:lnTo>
                  <a:pt x="891" y="573"/>
                </a:lnTo>
                <a:lnTo>
                  <a:pt x="897" y="555"/>
                </a:lnTo>
                <a:lnTo>
                  <a:pt x="897" y="540"/>
                </a:lnTo>
                <a:lnTo>
                  <a:pt x="840" y="511"/>
                </a:lnTo>
                <a:lnTo>
                  <a:pt x="788" y="484"/>
                </a:lnTo>
                <a:lnTo>
                  <a:pt x="742" y="460"/>
                </a:lnTo>
                <a:lnTo>
                  <a:pt x="704" y="437"/>
                </a:lnTo>
                <a:lnTo>
                  <a:pt x="669" y="415"/>
                </a:lnTo>
                <a:lnTo>
                  <a:pt x="644" y="393"/>
                </a:lnTo>
                <a:lnTo>
                  <a:pt x="624" y="371"/>
                </a:lnTo>
                <a:lnTo>
                  <a:pt x="613" y="348"/>
                </a:lnTo>
                <a:lnTo>
                  <a:pt x="609" y="320"/>
                </a:lnTo>
                <a:lnTo>
                  <a:pt x="615" y="291"/>
                </a:lnTo>
                <a:lnTo>
                  <a:pt x="628" y="258"/>
                </a:lnTo>
                <a:lnTo>
                  <a:pt x="646" y="233"/>
                </a:lnTo>
                <a:lnTo>
                  <a:pt x="666" y="215"/>
                </a:lnTo>
                <a:lnTo>
                  <a:pt x="691" y="206"/>
                </a:lnTo>
                <a:lnTo>
                  <a:pt x="720" y="202"/>
                </a:lnTo>
                <a:lnTo>
                  <a:pt x="755" y="206"/>
                </a:lnTo>
                <a:lnTo>
                  <a:pt x="793" y="215"/>
                </a:lnTo>
                <a:lnTo>
                  <a:pt x="837" y="231"/>
                </a:lnTo>
                <a:lnTo>
                  <a:pt x="886" y="251"/>
                </a:lnTo>
                <a:lnTo>
                  <a:pt x="940" y="277"/>
                </a:lnTo>
                <a:lnTo>
                  <a:pt x="1000" y="308"/>
                </a:lnTo>
                <a:lnTo>
                  <a:pt x="1066" y="340"/>
                </a:lnTo>
                <a:lnTo>
                  <a:pt x="1137" y="378"/>
                </a:lnTo>
                <a:lnTo>
                  <a:pt x="1144" y="375"/>
                </a:lnTo>
                <a:lnTo>
                  <a:pt x="1142" y="338"/>
                </a:lnTo>
                <a:lnTo>
                  <a:pt x="1137" y="302"/>
                </a:lnTo>
                <a:lnTo>
                  <a:pt x="1129" y="264"/>
                </a:lnTo>
                <a:lnTo>
                  <a:pt x="1122" y="228"/>
                </a:lnTo>
                <a:lnTo>
                  <a:pt x="1115" y="189"/>
                </a:lnTo>
                <a:lnTo>
                  <a:pt x="1109" y="155"/>
                </a:lnTo>
                <a:lnTo>
                  <a:pt x="1106" y="120"/>
                </a:lnTo>
                <a:lnTo>
                  <a:pt x="1106" y="89"/>
                </a:lnTo>
                <a:lnTo>
                  <a:pt x="1111" y="62"/>
                </a:lnTo>
                <a:lnTo>
                  <a:pt x="1120" y="38"/>
                </a:lnTo>
                <a:lnTo>
                  <a:pt x="1137" y="18"/>
                </a:lnTo>
                <a:lnTo>
                  <a:pt x="1160" y="4"/>
                </a:lnTo>
                <a:lnTo>
                  <a:pt x="120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83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3"/>
          <p:cNvSpPr txBox="1">
            <a:spLocks/>
          </p:cNvSpPr>
          <p:nvPr/>
        </p:nvSpPr>
        <p:spPr>
          <a:xfrm>
            <a:off x="650633" y="227312"/>
            <a:ext cx="4043532" cy="194421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altLang="ko-KR" sz="4800" b="1" dirty="0">
                <a:solidFill>
                  <a:schemeClr val="accent3"/>
                </a:solidFill>
                <a:latin typeface="+mj-lt"/>
                <a:cs typeface="Arial" pitchFamily="34" charset="0"/>
              </a:rPr>
              <a:t>Заключение</a:t>
            </a:r>
            <a:endParaRPr lang="en-US" altLang="ko-KR" sz="3600" b="1" dirty="0">
              <a:solidFill>
                <a:schemeClr val="accent4"/>
              </a:solidFill>
              <a:latin typeface="+mj-lt"/>
              <a:cs typeface="Arial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altLang="ko-KR" sz="2000" b="1" dirty="0">
                <a:solidFill>
                  <a:schemeClr val="accent2"/>
                </a:solidFill>
                <a:latin typeface="+mj-lt"/>
                <a:cs typeface="Arial" pitchFamily="34" charset="0"/>
              </a:rPr>
              <a:t>Иммунная система</a:t>
            </a:r>
            <a:endParaRPr lang="en-US" altLang="ko-KR" sz="2000" b="1" dirty="0">
              <a:solidFill>
                <a:schemeClr val="accent2"/>
              </a:solidFill>
              <a:latin typeface="+mj-lt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5918" y="2171528"/>
            <a:ext cx="49311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Иммунная система — ключевой защитный механизм организма. Знание принципов её работы необходимо каждому медицинскому специалисту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4" name="Rounded Rectangle 40">
            <a:extLst>
              <a:ext uri="{FF2B5EF4-FFF2-40B4-BE49-F238E27FC236}">
                <a16:creationId xmlns:a16="http://schemas.microsoft.com/office/drawing/2014/main" id="{D2DA6787-4846-4BC0-AE8B-7F03EEF35153}"/>
              </a:ext>
            </a:extLst>
          </p:cNvPr>
          <p:cNvSpPr/>
          <p:nvPr/>
        </p:nvSpPr>
        <p:spPr>
          <a:xfrm rot="2942052">
            <a:off x="6914529" y="897334"/>
            <a:ext cx="1379573" cy="1376583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214D849-1B5A-43D4-9500-F856234A6AF7}"/>
              </a:ext>
            </a:extLst>
          </p:cNvPr>
          <p:cNvSpPr/>
          <p:nvPr/>
        </p:nvSpPr>
        <p:spPr>
          <a:xfrm>
            <a:off x="9850974" y="4864030"/>
            <a:ext cx="1631945" cy="1457578"/>
          </a:xfrm>
          <a:custGeom>
            <a:avLst/>
            <a:gdLst>
              <a:gd name="connsiteX0" fmla="*/ 549912 w 1819275"/>
              <a:gd name="connsiteY0" fmla="*/ 1441204 h 1828800"/>
              <a:gd name="connsiteX1" fmla="*/ 387035 w 1819275"/>
              <a:gd name="connsiteY1" fmla="*/ 1605987 h 1828800"/>
              <a:gd name="connsiteX2" fmla="*/ 459424 w 1819275"/>
              <a:gd name="connsiteY2" fmla="*/ 1663137 h 1828800"/>
              <a:gd name="connsiteX3" fmla="*/ 460377 w 1819275"/>
              <a:gd name="connsiteY3" fmla="*/ 1738384 h 1828800"/>
              <a:gd name="connsiteX4" fmla="*/ 457519 w 1819275"/>
              <a:gd name="connsiteY4" fmla="*/ 1742194 h 1828800"/>
              <a:gd name="connsiteX5" fmla="*/ 251779 w 1819275"/>
              <a:gd name="connsiteY5" fmla="*/ 1747909 h 1828800"/>
              <a:gd name="connsiteX6" fmla="*/ 26037 w 1819275"/>
              <a:gd name="connsiteY6" fmla="*/ 1523119 h 1828800"/>
              <a:gd name="connsiteX7" fmla="*/ 24132 w 1819275"/>
              <a:gd name="connsiteY7" fmla="*/ 1435489 h 1828800"/>
              <a:gd name="connsiteX8" fmla="*/ 91759 w 1819275"/>
              <a:gd name="connsiteY8" fmla="*/ 1367862 h 1828800"/>
              <a:gd name="connsiteX9" fmla="*/ 162244 w 1819275"/>
              <a:gd name="connsiteY9" fmla="*/ 1365957 h 1828800"/>
              <a:gd name="connsiteX10" fmla="*/ 224157 w 1819275"/>
              <a:gd name="connsiteY10" fmla="*/ 1434537 h 1828800"/>
              <a:gd name="connsiteX11" fmla="*/ 386082 w 1819275"/>
              <a:gd name="connsiteY11" fmla="*/ 1270707 h 1828800"/>
              <a:gd name="connsiteX12" fmla="*/ 327027 w 1819275"/>
              <a:gd name="connsiteY12" fmla="*/ 1224987 h 1828800"/>
              <a:gd name="connsiteX13" fmla="*/ 327979 w 1819275"/>
              <a:gd name="connsiteY13" fmla="*/ 1130689 h 1828800"/>
              <a:gd name="connsiteX14" fmla="*/ 1042354 w 1819275"/>
              <a:gd name="connsiteY14" fmla="*/ 411552 h 1828800"/>
              <a:gd name="connsiteX15" fmla="*/ 1321437 w 1819275"/>
              <a:gd name="connsiteY15" fmla="*/ 265819 h 1828800"/>
              <a:gd name="connsiteX16" fmla="*/ 1538607 w 1819275"/>
              <a:gd name="connsiteY16" fmla="*/ 213432 h 1828800"/>
              <a:gd name="connsiteX17" fmla="*/ 1581469 w 1819275"/>
              <a:gd name="connsiteY17" fmla="*/ 186762 h 1828800"/>
              <a:gd name="connsiteX18" fmla="*/ 1739585 w 1819275"/>
              <a:gd name="connsiteY18" fmla="*/ 28646 h 1828800"/>
              <a:gd name="connsiteX19" fmla="*/ 1811974 w 1819275"/>
              <a:gd name="connsiteY19" fmla="*/ 13407 h 1828800"/>
              <a:gd name="connsiteX20" fmla="*/ 1797687 w 1819275"/>
              <a:gd name="connsiteY20" fmla="*/ 90559 h 1828800"/>
              <a:gd name="connsiteX21" fmla="*/ 1617665 w 1819275"/>
              <a:gd name="connsiteY21" fmla="*/ 294394 h 1828800"/>
              <a:gd name="connsiteX22" fmla="*/ 1547179 w 1819275"/>
              <a:gd name="connsiteY22" fmla="*/ 559189 h 1828800"/>
              <a:gd name="connsiteX23" fmla="*/ 1416687 w 1819275"/>
              <a:gd name="connsiteY23" fmla="*/ 783027 h 1828800"/>
              <a:gd name="connsiteX24" fmla="*/ 711837 w 1819275"/>
              <a:gd name="connsiteY24" fmla="*/ 1485019 h 1828800"/>
              <a:gd name="connsiteX25" fmla="*/ 586107 w 1819275"/>
              <a:gd name="connsiteY25" fmla="*/ 1485971 h 1828800"/>
              <a:gd name="connsiteX26" fmla="*/ 549912 w 1819275"/>
              <a:gd name="connsiteY26" fmla="*/ 1441204 h 1828800"/>
              <a:gd name="connsiteX27" fmla="*/ 643257 w 1819275"/>
              <a:gd name="connsiteY27" fmla="*/ 1421202 h 1828800"/>
              <a:gd name="connsiteX28" fmla="*/ 1397637 w 1819275"/>
              <a:gd name="connsiteY28" fmla="*/ 667774 h 1828800"/>
              <a:gd name="connsiteX29" fmla="*/ 1156654 w 1819275"/>
              <a:gd name="connsiteY29" fmla="*/ 418219 h 1828800"/>
              <a:gd name="connsiteX30" fmla="*/ 1109982 w 1819275"/>
              <a:gd name="connsiteY30" fmla="*/ 466796 h 1828800"/>
              <a:gd name="connsiteX31" fmla="*/ 1224282 w 1819275"/>
              <a:gd name="connsiteY31" fmla="*/ 576334 h 1828800"/>
              <a:gd name="connsiteX32" fmla="*/ 1236665 w 1819275"/>
              <a:gd name="connsiteY32" fmla="*/ 645866 h 1828800"/>
              <a:gd name="connsiteX33" fmla="*/ 1163322 w 1819275"/>
              <a:gd name="connsiteY33" fmla="*/ 634437 h 1828800"/>
              <a:gd name="connsiteX34" fmla="*/ 1062357 w 1819275"/>
              <a:gd name="connsiteY34" fmla="*/ 523946 h 1828800"/>
              <a:gd name="connsiteX35" fmla="*/ 983299 w 1819275"/>
              <a:gd name="connsiteY35" fmla="*/ 595384 h 1828800"/>
              <a:gd name="connsiteX36" fmla="*/ 1054737 w 1819275"/>
              <a:gd name="connsiteY36" fmla="*/ 662059 h 1828800"/>
              <a:gd name="connsiteX37" fmla="*/ 1061404 w 1819275"/>
              <a:gd name="connsiteY37" fmla="*/ 728734 h 1828800"/>
              <a:gd name="connsiteX38" fmla="*/ 994729 w 1819275"/>
              <a:gd name="connsiteY38" fmla="*/ 722066 h 1828800"/>
              <a:gd name="connsiteX39" fmla="*/ 932817 w 1819275"/>
              <a:gd name="connsiteY39" fmla="*/ 656344 h 1828800"/>
              <a:gd name="connsiteX40" fmla="*/ 861379 w 1819275"/>
              <a:gd name="connsiteY40" fmla="*/ 714446 h 1828800"/>
              <a:gd name="connsiteX41" fmla="*/ 985204 w 1819275"/>
              <a:gd name="connsiteY41" fmla="*/ 832557 h 1828800"/>
              <a:gd name="connsiteX42" fmla="*/ 991872 w 1819275"/>
              <a:gd name="connsiteY42" fmla="*/ 885896 h 1828800"/>
              <a:gd name="connsiteX43" fmla="*/ 943294 w 1819275"/>
              <a:gd name="connsiteY43" fmla="*/ 899232 h 1828800"/>
              <a:gd name="connsiteX44" fmla="*/ 909957 w 1819275"/>
              <a:gd name="connsiteY44" fmla="*/ 873514 h 1828800"/>
              <a:gd name="connsiteX45" fmla="*/ 814707 w 1819275"/>
              <a:gd name="connsiteY45" fmla="*/ 763024 h 1828800"/>
              <a:gd name="connsiteX46" fmla="*/ 803277 w 1819275"/>
              <a:gd name="connsiteY46" fmla="*/ 777312 h 1828800"/>
              <a:gd name="connsiteX47" fmla="*/ 731840 w 1819275"/>
              <a:gd name="connsiteY47" fmla="*/ 843034 h 1828800"/>
              <a:gd name="connsiteX48" fmla="*/ 806135 w 1819275"/>
              <a:gd name="connsiteY48" fmla="*/ 908757 h 1828800"/>
              <a:gd name="connsiteX49" fmla="*/ 813754 w 1819275"/>
              <a:gd name="connsiteY49" fmla="*/ 973527 h 1828800"/>
              <a:gd name="connsiteX50" fmla="*/ 748985 w 1819275"/>
              <a:gd name="connsiteY50" fmla="*/ 966859 h 1828800"/>
              <a:gd name="connsiteX51" fmla="*/ 686119 w 1819275"/>
              <a:gd name="connsiteY51" fmla="*/ 891612 h 1828800"/>
              <a:gd name="connsiteX52" fmla="*/ 673737 w 1819275"/>
              <a:gd name="connsiteY52" fmla="*/ 903041 h 1828800"/>
              <a:gd name="connsiteX53" fmla="*/ 613729 w 1819275"/>
              <a:gd name="connsiteY53" fmla="*/ 956382 h 1828800"/>
              <a:gd name="connsiteX54" fmla="*/ 733744 w 1819275"/>
              <a:gd name="connsiteY54" fmla="*/ 1067824 h 1828800"/>
              <a:gd name="connsiteX55" fmla="*/ 744222 w 1819275"/>
              <a:gd name="connsiteY55" fmla="*/ 1138309 h 1828800"/>
              <a:gd name="connsiteX56" fmla="*/ 674690 w 1819275"/>
              <a:gd name="connsiteY56" fmla="*/ 1126879 h 1828800"/>
              <a:gd name="connsiteX57" fmla="*/ 566104 w 1819275"/>
              <a:gd name="connsiteY57" fmla="*/ 1010674 h 1828800"/>
              <a:gd name="connsiteX58" fmla="*/ 490857 w 1819275"/>
              <a:gd name="connsiteY58" fmla="*/ 1087827 h 1828800"/>
              <a:gd name="connsiteX59" fmla="*/ 565152 w 1819275"/>
              <a:gd name="connsiteY59" fmla="*/ 1155454 h 1828800"/>
              <a:gd name="connsiteX60" fmla="*/ 568010 w 1819275"/>
              <a:gd name="connsiteY60" fmla="*/ 1221177 h 1828800"/>
              <a:gd name="connsiteX61" fmla="*/ 507049 w 1819275"/>
              <a:gd name="connsiteY61" fmla="*/ 1212604 h 1828800"/>
              <a:gd name="connsiteX62" fmla="*/ 436565 w 1819275"/>
              <a:gd name="connsiteY62" fmla="*/ 1137357 h 1828800"/>
              <a:gd name="connsiteX63" fmla="*/ 398465 w 1819275"/>
              <a:gd name="connsiteY63" fmla="*/ 1172599 h 1828800"/>
              <a:gd name="connsiteX64" fmla="*/ 417515 w 1819275"/>
              <a:gd name="connsiteY64" fmla="*/ 1196412 h 1828800"/>
              <a:gd name="connsiteX65" fmla="*/ 643257 w 1819275"/>
              <a:gd name="connsiteY65" fmla="*/ 1421202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19275" h="1828800">
                <a:moveTo>
                  <a:pt x="549912" y="1441204"/>
                </a:moveTo>
                <a:cubicBezTo>
                  <a:pt x="494667" y="1497402"/>
                  <a:pt x="447042" y="1545979"/>
                  <a:pt x="387035" y="1605987"/>
                </a:cubicBezTo>
                <a:cubicBezTo>
                  <a:pt x="409894" y="1624084"/>
                  <a:pt x="435612" y="1642182"/>
                  <a:pt x="459424" y="1663137"/>
                </a:cubicBezTo>
                <a:cubicBezTo>
                  <a:pt x="485142" y="1686949"/>
                  <a:pt x="484190" y="1712666"/>
                  <a:pt x="460377" y="1738384"/>
                </a:cubicBezTo>
                <a:cubicBezTo>
                  <a:pt x="459424" y="1739337"/>
                  <a:pt x="458472" y="1740289"/>
                  <a:pt x="457519" y="1742194"/>
                </a:cubicBezTo>
                <a:cubicBezTo>
                  <a:pt x="341315" y="1857446"/>
                  <a:pt x="361317" y="1858399"/>
                  <a:pt x="251779" y="1747909"/>
                </a:cubicBezTo>
                <a:cubicBezTo>
                  <a:pt x="177484" y="1672662"/>
                  <a:pt x="102237" y="1596462"/>
                  <a:pt x="26037" y="1523119"/>
                </a:cubicBezTo>
                <a:cubicBezTo>
                  <a:pt x="-5396" y="1492639"/>
                  <a:pt x="-11110" y="1466921"/>
                  <a:pt x="24132" y="1435489"/>
                </a:cubicBezTo>
                <a:cubicBezTo>
                  <a:pt x="47944" y="1414534"/>
                  <a:pt x="69852" y="1391674"/>
                  <a:pt x="91759" y="1367862"/>
                </a:cubicBezTo>
                <a:cubicBezTo>
                  <a:pt x="115572" y="1343096"/>
                  <a:pt x="139384" y="1345002"/>
                  <a:pt x="162244" y="1365957"/>
                </a:cubicBezTo>
                <a:cubicBezTo>
                  <a:pt x="185104" y="1387864"/>
                  <a:pt x="205107" y="1412629"/>
                  <a:pt x="224157" y="1434537"/>
                </a:cubicBezTo>
                <a:cubicBezTo>
                  <a:pt x="278449" y="1380244"/>
                  <a:pt x="327027" y="1330714"/>
                  <a:pt x="386082" y="1270707"/>
                </a:cubicBezTo>
                <a:cubicBezTo>
                  <a:pt x="368937" y="1257371"/>
                  <a:pt x="346077" y="1243084"/>
                  <a:pt x="327027" y="1224987"/>
                </a:cubicBezTo>
                <a:cubicBezTo>
                  <a:pt x="287974" y="1186887"/>
                  <a:pt x="288927" y="1169741"/>
                  <a:pt x="327979" y="1130689"/>
                </a:cubicBezTo>
                <a:cubicBezTo>
                  <a:pt x="567057" y="891612"/>
                  <a:pt x="809944" y="656344"/>
                  <a:pt x="1042354" y="411552"/>
                </a:cubicBezTo>
                <a:cubicBezTo>
                  <a:pt x="1122365" y="326779"/>
                  <a:pt x="1215710" y="290584"/>
                  <a:pt x="1321437" y="265819"/>
                </a:cubicBezTo>
                <a:cubicBezTo>
                  <a:pt x="1393827" y="248674"/>
                  <a:pt x="1466217" y="232482"/>
                  <a:pt x="1538607" y="213432"/>
                </a:cubicBezTo>
                <a:cubicBezTo>
                  <a:pt x="1554799" y="209621"/>
                  <a:pt x="1570040" y="198191"/>
                  <a:pt x="1581469" y="186762"/>
                </a:cubicBezTo>
                <a:cubicBezTo>
                  <a:pt x="1634810" y="135327"/>
                  <a:pt x="1687197" y="81987"/>
                  <a:pt x="1739585" y="28646"/>
                </a:cubicBezTo>
                <a:cubicBezTo>
                  <a:pt x="1760540" y="7691"/>
                  <a:pt x="1783399" y="-15168"/>
                  <a:pt x="1811974" y="13407"/>
                </a:cubicBezTo>
                <a:cubicBezTo>
                  <a:pt x="1841502" y="42934"/>
                  <a:pt x="1819594" y="66746"/>
                  <a:pt x="1797687" y="90559"/>
                </a:cubicBezTo>
                <a:cubicBezTo>
                  <a:pt x="1735774" y="157234"/>
                  <a:pt x="1659574" y="216289"/>
                  <a:pt x="1617665" y="294394"/>
                </a:cubicBezTo>
                <a:cubicBezTo>
                  <a:pt x="1575754" y="373452"/>
                  <a:pt x="1564324" y="469654"/>
                  <a:pt x="1547179" y="559189"/>
                </a:cubicBezTo>
                <a:cubicBezTo>
                  <a:pt x="1529082" y="650629"/>
                  <a:pt x="1483362" y="719209"/>
                  <a:pt x="1416687" y="783027"/>
                </a:cubicBezTo>
                <a:cubicBezTo>
                  <a:pt x="1179515" y="1014484"/>
                  <a:pt x="947104" y="1250704"/>
                  <a:pt x="711837" y="1485019"/>
                </a:cubicBezTo>
                <a:cubicBezTo>
                  <a:pt x="652782" y="1544074"/>
                  <a:pt x="645162" y="1545027"/>
                  <a:pt x="586107" y="1485971"/>
                </a:cubicBezTo>
                <a:cubicBezTo>
                  <a:pt x="574677" y="1471684"/>
                  <a:pt x="563247" y="1456444"/>
                  <a:pt x="549912" y="1441204"/>
                </a:cubicBezTo>
                <a:close/>
                <a:moveTo>
                  <a:pt x="643257" y="1421202"/>
                </a:moveTo>
                <a:cubicBezTo>
                  <a:pt x="899479" y="1165932"/>
                  <a:pt x="1151892" y="912566"/>
                  <a:pt x="1397637" y="667774"/>
                </a:cubicBezTo>
                <a:cubicBezTo>
                  <a:pt x="1319532" y="586812"/>
                  <a:pt x="1239522" y="503944"/>
                  <a:pt x="1156654" y="418219"/>
                </a:cubicBezTo>
                <a:cubicBezTo>
                  <a:pt x="1142367" y="433459"/>
                  <a:pt x="1128079" y="448699"/>
                  <a:pt x="1109982" y="466796"/>
                </a:cubicBezTo>
                <a:cubicBezTo>
                  <a:pt x="1150940" y="505849"/>
                  <a:pt x="1187135" y="541091"/>
                  <a:pt x="1224282" y="576334"/>
                </a:cubicBezTo>
                <a:cubicBezTo>
                  <a:pt x="1245237" y="596337"/>
                  <a:pt x="1261429" y="620149"/>
                  <a:pt x="1236665" y="645866"/>
                </a:cubicBezTo>
                <a:cubicBezTo>
                  <a:pt x="1209994" y="673489"/>
                  <a:pt x="1185229" y="657296"/>
                  <a:pt x="1163322" y="634437"/>
                </a:cubicBezTo>
                <a:cubicBezTo>
                  <a:pt x="1128079" y="596337"/>
                  <a:pt x="1092837" y="558237"/>
                  <a:pt x="1062357" y="523946"/>
                </a:cubicBezTo>
                <a:cubicBezTo>
                  <a:pt x="1030924" y="552521"/>
                  <a:pt x="1009017" y="572524"/>
                  <a:pt x="983299" y="595384"/>
                </a:cubicBezTo>
                <a:cubicBezTo>
                  <a:pt x="1008065" y="619196"/>
                  <a:pt x="1031877" y="640152"/>
                  <a:pt x="1054737" y="662059"/>
                </a:cubicBezTo>
                <a:cubicBezTo>
                  <a:pt x="1075692" y="682062"/>
                  <a:pt x="1084265" y="705874"/>
                  <a:pt x="1061404" y="728734"/>
                </a:cubicBezTo>
                <a:cubicBezTo>
                  <a:pt x="1039497" y="750641"/>
                  <a:pt x="1014732" y="743021"/>
                  <a:pt x="994729" y="722066"/>
                </a:cubicBezTo>
                <a:cubicBezTo>
                  <a:pt x="972822" y="698254"/>
                  <a:pt x="949962" y="674441"/>
                  <a:pt x="932817" y="656344"/>
                </a:cubicBezTo>
                <a:cubicBezTo>
                  <a:pt x="907099" y="677299"/>
                  <a:pt x="888049" y="692539"/>
                  <a:pt x="861379" y="714446"/>
                </a:cubicBezTo>
                <a:cubicBezTo>
                  <a:pt x="906147" y="756357"/>
                  <a:pt x="948057" y="792552"/>
                  <a:pt x="985204" y="832557"/>
                </a:cubicBezTo>
                <a:cubicBezTo>
                  <a:pt x="995682" y="843987"/>
                  <a:pt x="998540" y="871609"/>
                  <a:pt x="991872" y="885896"/>
                </a:cubicBezTo>
                <a:cubicBezTo>
                  <a:pt x="987110" y="896374"/>
                  <a:pt x="960440" y="900184"/>
                  <a:pt x="943294" y="899232"/>
                </a:cubicBezTo>
                <a:cubicBezTo>
                  <a:pt x="931865" y="898279"/>
                  <a:pt x="919482" y="883991"/>
                  <a:pt x="909957" y="873514"/>
                </a:cubicBezTo>
                <a:cubicBezTo>
                  <a:pt x="877572" y="837319"/>
                  <a:pt x="846140" y="800171"/>
                  <a:pt x="814707" y="763024"/>
                </a:cubicBezTo>
                <a:cubicBezTo>
                  <a:pt x="810897" y="767787"/>
                  <a:pt x="807087" y="772549"/>
                  <a:pt x="803277" y="777312"/>
                </a:cubicBezTo>
                <a:cubicBezTo>
                  <a:pt x="781369" y="797314"/>
                  <a:pt x="760415" y="817316"/>
                  <a:pt x="731840" y="843034"/>
                </a:cubicBezTo>
                <a:cubicBezTo>
                  <a:pt x="758510" y="866846"/>
                  <a:pt x="782322" y="887802"/>
                  <a:pt x="806135" y="908757"/>
                </a:cubicBezTo>
                <a:cubicBezTo>
                  <a:pt x="828042" y="928759"/>
                  <a:pt x="836615" y="956382"/>
                  <a:pt x="813754" y="973527"/>
                </a:cubicBezTo>
                <a:cubicBezTo>
                  <a:pt x="800419" y="983052"/>
                  <a:pt x="764224" y="978289"/>
                  <a:pt x="748985" y="966859"/>
                </a:cubicBezTo>
                <a:cubicBezTo>
                  <a:pt x="723267" y="947809"/>
                  <a:pt x="707074" y="917329"/>
                  <a:pt x="686119" y="891612"/>
                </a:cubicBezTo>
                <a:cubicBezTo>
                  <a:pt x="682310" y="895421"/>
                  <a:pt x="677547" y="899232"/>
                  <a:pt x="673737" y="903041"/>
                </a:cubicBezTo>
                <a:cubicBezTo>
                  <a:pt x="656592" y="918282"/>
                  <a:pt x="638494" y="934474"/>
                  <a:pt x="613729" y="956382"/>
                </a:cubicBezTo>
                <a:cubicBezTo>
                  <a:pt x="656592" y="996387"/>
                  <a:pt x="695644" y="1031629"/>
                  <a:pt x="733744" y="1067824"/>
                </a:cubicBezTo>
                <a:cubicBezTo>
                  <a:pt x="755652" y="1088779"/>
                  <a:pt x="768035" y="1113544"/>
                  <a:pt x="744222" y="1138309"/>
                </a:cubicBezTo>
                <a:cubicBezTo>
                  <a:pt x="719457" y="1163074"/>
                  <a:pt x="694692" y="1148787"/>
                  <a:pt x="674690" y="1126879"/>
                </a:cubicBezTo>
                <a:cubicBezTo>
                  <a:pt x="639447" y="1088779"/>
                  <a:pt x="603252" y="1050679"/>
                  <a:pt x="566104" y="1010674"/>
                </a:cubicBezTo>
                <a:cubicBezTo>
                  <a:pt x="538482" y="1038296"/>
                  <a:pt x="518479" y="1060204"/>
                  <a:pt x="490857" y="1087827"/>
                </a:cubicBezTo>
                <a:cubicBezTo>
                  <a:pt x="516574" y="1110687"/>
                  <a:pt x="541340" y="1132594"/>
                  <a:pt x="565152" y="1155454"/>
                </a:cubicBezTo>
                <a:cubicBezTo>
                  <a:pt x="586107" y="1175457"/>
                  <a:pt x="592774" y="1204032"/>
                  <a:pt x="568010" y="1221177"/>
                </a:cubicBezTo>
                <a:cubicBezTo>
                  <a:pt x="554674" y="1229749"/>
                  <a:pt x="522290" y="1224034"/>
                  <a:pt x="507049" y="1212604"/>
                </a:cubicBezTo>
                <a:cubicBezTo>
                  <a:pt x="481332" y="1193554"/>
                  <a:pt x="461329" y="1164979"/>
                  <a:pt x="436565" y="1137357"/>
                </a:cubicBezTo>
                <a:cubicBezTo>
                  <a:pt x="419419" y="1153549"/>
                  <a:pt x="409894" y="1162121"/>
                  <a:pt x="398465" y="1172599"/>
                </a:cubicBezTo>
                <a:cubicBezTo>
                  <a:pt x="407990" y="1184029"/>
                  <a:pt x="412752" y="1190696"/>
                  <a:pt x="417515" y="1196412"/>
                </a:cubicBezTo>
                <a:cubicBezTo>
                  <a:pt x="495619" y="1272612"/>
                  <a:pt x="571819" y="1348812"/>
                  <a:pt x="643257" y="142120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FAE114E7-A774-4056-B921-288A320D5BBB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62" r="26062"/>
          <a:stretch>
            <a:fillRect/>
          </a:stretch>
        </p:blipFill>
        <p:spPr/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FC06E1-5C74-42FF-AD18-D58036A971D4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3" r="26143"/>
          <a:stretch>
            <a:fillRect/>
          </a:stretch>
        </p:blipFill>
        <p:spPr/>
      </p:pic>
      <p:grpSp>
        <p:nvGrpSpPr>
          <p:cNvPr id="13" name="Group 26">
            <a:extLst>
              <a:ext uri="{FF2B5EF4-FFF2-40B4-BE49-F238E27FC236}">
                <a16:creationId xmlns:a16="http://schemas.microsoft.com/office/drawing/2014/main" id="{59A55BC2-2B92-4005-884F-0998D609C8EF}"/>
              </a:ext>
            </a:extLst>
          </p:cNvPr>
          <p:cNvGrpSpPr/>
          <p:nvPr/>
        </p:nvGrpSpPr>
        <p:grpSpPr>
          <a:xfrm flipH="1">
            <a:off x="-134531" y="2405239"/>
            <a:ext cx="1655613" cy="4307871"/>
            <a:chOff x="9855906" y="1144710"/>
            <a:chExt cx="1908906" cy="5427531"/>
          </a:xfrm>
        </p:grpSpPr>
        <p:sp>
          <p:nvSpPr>
            <p:cNvPr id="15" name="Freeform: Shape 27">
              <a:extLst>
                <a:ext uri="{FF2B5EF4-FFF2-40B4-BE49-F238E27FC236}">
                  <a16:creationId xmlns:a16="http://schemas.microsoft.com/office/drawing/2014/main" id="{1EDD0BD6-9CFC-4572-BD00-54B0300ECED7}"/>
                </a:ext>
              </a:extLst>
            </p:cNvPr>
            <p:cNvSpPr/>
            <p:nvPr/>
          </p:nvSpPr>
          <p:spPr>
            <a:xfrm flipH="1">
              <a:off x="9884349" y="3396339"/>
              <a:ext cx="1449514" cy="3175902"/>
            </a:xfrm>
            <a:custGeom>
              <a:avLst/>
              <a:gdLst>
                <a:gd name="connsiteX0" fmla="*/ 1304660 w 1831086"/>
                <a:gd name="connsiteY0" fmla="*/ 1554179 h 4011930"/>
                <a:gd name="connsiteX1" fmla="*/ 1220992 w 1831086"/>
                <a:gd name="connsiteY1" fmla="*/ 2856514 h 4011930"/>
                <a:gd name="connsiteX2" fmla="*/ 1216191 w 1831086"/>
                <a:gd name="connsiteY2" fmla="*/ 2967613 h 4011930"/>
                <a:gd name="connsiteX3" fmla="*/ 1234708 w 1831086"/>
                <a:gd name="connsiteY3" fmla="*/ 3161695 h 4011930"/>
                <a:gd name="connsiteX4" fmla="*/ 1294373 w 1831086"/>
                <a:gd name="connsiteY4" fmla="*/ 3304341 h 4011930"/>
                <a:gd name="connsiteX5" fmla="*/ 1413016 w 1831086"/>
                <a:gd name="connsiteY5" fmla="*/ 3487450 h 4011930"/>
                <a:gd name="connsiteX6" fmla="*/ 1618756 w 1831086"/>
                <a:gd name="connsiteY6" fmla="*/ 3602664 h 4011930"/>
                <a:gd name="connsiteX7" fmla="*/ 1779919 w 1831086"/>
                <a:gd name="connsiteY7" fmla="*/ 3664386 h 4011930"/>
                <a:gd name="connsiteX8" fmla="*/ 1827239 w 1831086"/>
                <a:gd name="connsiteY8" fmla="*/ 3761770 h 4011930"/>
                <a:gd name="connsiteX9" fmla="*/ 1823810 w 1831086"/>
                <a:gd name="connsiteY9" fmla="*/ 3772057 h 4011930"/>
                <a:gd name="connsiteX10" fmla="*/ 1797064 w 1831086"/>
                <a:gd name="connsiteY10" fmla="*/ 3795374 h 4011930"/>
                <a:gd name="connsiteX11" fmla="*/ 1795692 w 1831086"/>
                <a:gd name="connsiteY11" fmla="*/ 3797431 h 4011930"/>
                <a:gd name="connsiteX12" fmla="*/ 1506285 w 1831086"/>
                <a:gd name="connsiteY12" fmla="*/ 3813890 h 4011930"/>
                <a:gd name="connsiteX13" fmla="*/ 1244995 w 1831086"/>
                <a:gd name="connsiteY13" fmla="*/ 3784401 h 4011930"/>
                <a:gd name="connsiteX14" fmla="*/ 1169557 w 1831086"/>
                <a:gd name="connsiteY14" fmla="*/ 3729537 h 4011930"/>
                <a:gd name="connsiteX15" fmla="*/ 1153784 w 1831086"/>
                <a:gd name="connsiteY15" fmla="*/ 3777543 h 4011930"/>
                <a:gd name="connsiteX16" fmla="*/ 1066687 w 1831086"/>
                <a:gd name="connsiteY16" fmla="*/ 3787144 h 4011930"/>
                <a:gd name="connsiteX17" fmla="*/ 851346 w 1831086"/>
                <a:gd name="connsiteY17" fmla="*/ 3750797 h 4011930"/>
                <a:gd name="connsiteX18" fmla="*/ 821857 w 1831086"/>
                <a:gd name="connsiteY18" fmla="*/ 3593063 h 4011930"/>
                <a:gd name="connsiteX19" fmla="*/ 804712 w 1831086"/>
                <a:gd name="connsiteY19" fmla="*/ 3368120 h 4011930"/>
                <a:gd name="connsiteX20" fmla="*/ 784138 w 1831086"/>
                <a:gd name="connsiteY20" fmla="*/ 2921665 h 4011930"/>
                <a:gd name="connsiteX21" fmla="*/ 731331 w 1831086"/>
                <a:gd name="connsiteY21" fmla="*/ 2075387 h 4011930"/>
                <a:gd name="connsiteX22" fmla="*/ 688126 w 1831086"/>
                <a:gd name="connsiteY22" fmla="*/ 1612472 h 4011930"/>
                <a:gd name="connsiteX23" fmla="*/ 587313 w 1831086"/>
                <a:gd name="connsiteY23" fmla="*/ 2187173 h 4011930"/>
                <a:gd name="connsiteX24" fmla="*/ 557824 w 1831086"/>
                <a:gd name="connsiteY24" fmla="*/ 2378511 h 4011930"/>
                <a:gd name="connsiteX25" fmla="*/ 537935 w 1831086"/>
                <a:gd name="connsiteY25" fmla="*/ 2530073 h 4011930"/>
                <a:gd name="connsiteX26" fmla="*/ 538621 w 1831086"/>
                <a:gd name="connsiteY26" fmla="*/ 3224788 h 4011930"/>
                <a:gd name="connsiteX27" fmla="*/ 550280 w 1831086"/>
                <a:gd name="connsiteY27" fmla="*/ 3420927 h 4011930"/>
                <a:gd name="connsiteX28" fmla="*/ 528334 w 1831086"/>
                <a:gd name="connsiteY28" fmla="*/ 3635582 h 4011930"/>
                <a:gd name="connsiteX29" fmla="*/ 519419 w 1831086"/>
                <a:gd name="connsiteY29" fmla="*/ 3728165 h 4011930"/>
                <a:gd name="connsiteX30" fmla="*/ 568111 w 1831086"/>
                <a:gd name="connsiteY30" fmla="*/ 3818005 h 4011930"/>
                <a:gd name="connsiteX31" fmla="*/ 568796 w 1831086"/>
                <a:gd name="connsiteY31" fmla="*/ 3986712 h 4011930"/>
                <a:gd name="connsiteX32" fmla="*/ 500216 w 1831086"/>
                <a:gd name="connsiteY32" fmla="*/ 4008658 h 4011930"/>
                <a:gd name="connsiteX33" fmla="*/ 368543 w 1831086"/>
                <a:gd name="connsiteY33" fmla="*/ 4011401 h 4011930"/>
                <a:gd name="connsiteX34" fmla="*/ 116854 w 1831086"/>
                <a:gd name="connsiteY34" fmla="*/ 3837893 h 4011930"/>
                <a:gd name="connsiteX35" fmla="*/ 116168 w 1831086"/>
                <a:gd name="connsiteY35" fmla="*/ 3700733 h 4011930"/>
                <a:gd name="connsiteX36" fmla="*/ 13984 w 1831086"/>
                <a:gd name="connsiteY36" fmla="*/ 3615694 h 4011930"/>
                <a:gd name="connsiteX37" fmla="*/ 8498 w 1831086"/>
                <a:gd name="connsiteY37" fmla="*/ 3427785 h 4011930"/>
                <a:gd name="connsiteX38" fmla="*/ 19471 w 1831086"/>
                <a:gd name="connsiteY38" fmla="*/ 2896976 h 4011930"/>
                <a:gd name="connsiteX39" fmla="*/ 96280 w 1831086"/>
                <a:gd name="connsiteY39" fmla="*/ 1501372 h 4011930"/>
                <a:gd name="connsiteX40" fmla="*/ 172404 w 1831086"/>
                <a:gd name="connsiteY40" fmla="*/ 607775 h 4011930"/>
                <a:gd name="connsiteX41" fmla="*/ 213552 w 1831086"/>
                <a:gd name="connsiteY41" fmla="*/ 216183 h 4011930"/>
                <a:gd name="connsiteX42" fmla="*/ 247156 w 1831086"/>
                <a:gd name="connsiteY42" fmla="*/ 17987 h 4011930"/>
                <a:gd name="connsiteX43" fmla="*/ 950101 w 1831086"/>
                <a:gd name="connsiteY43" fmla="*/ 18673 h 4011930"/>
                <a:gd name="connsiteX44" fmla="*/ 982334 w 1831086"/>
                <a:gd name="connsiteY44" fmla="*/ 9758 h 4011930"/>
                <a:gd name="connsiteX45" fmla="*/ 1121551 w 1831086"/>
                <a:gd name="connsiteY45" fmla="*/ 156 h 4011930"/>
                <a:gd name="connsiteX46" fmla="*/ 1299859 w 1831086"/>
                <a:gd name="connsiteY46" fmla="*/ 26903 h 4011930"/>
                <a:gd name="connsiteX47" fmla="*/ 1304660 w 1831086"/>
                <a:gd name="connsiteY47" fmla="*/ 1554179 h 401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831086" h="4011930">
                  <a:moveTo>
                    <a:pt x="1304660" y="1554179"/>
                  </a:moveTo>
                  <a:cubicBezTo>
                    <a:pt x="1273799" y="2008179"/>
                    <a:pt x="1218935" y="2403200"/>
                    <a:pt x="1220992" y="2856514"/>
                  </a:cubicBezTo>
                  <a:cubicBezTo>
                    <a:pt x="1220992" y="2862000"/>
                    <a:pt x="1216191" y="2962127"/>
                    <a:pt x="1216191" y="2967613"/>
                  </a:cubicBezTo>
                  <a:cubicBezTo>
                    <a:pt x="1218935" y="3019048"/>
                    <a:pt x="1233336" y="3123290"/>
                    <a:pt x="1234708" y="3161695"/>
                  </a:cubicBezTo>
                  <a:cubicBezTo>
                    <a:pt x="1238137" y="3242619"/>
                    <a:pt x="1254596" y="3217244"/>
                    <a:pt x="1294373" y="3304341"/>
                  </a:cubicBezTo>
                  <a:cubicBezTo>
                    <a:pt x="1330034" y="3382522"/>
                    <a:pt x="1368439" y="3414755"/>
                    <a:pt x="1413016" y="3487450"/>
                  </a:cubicBezTo>
                  <a:cubicBezTo>
                    <a:pt x="1457593" y="3560144"/>
                    <a:pt x="1539203" y="3582090"/>
                    <a:pt x="1618756" y="3602664"/>
                  </a:cubicBezTo>
                  <a:cubicBezTo>
                    <a:pt x="1685279" y="3619123"/>
                    <a:pt x="1713396" y="3647241"/>
                    <a:pt x="1779919" y="3664386"/>
                  </a:cubicBezTo>
                  <a:cubicBezTo>
                    <a:pt x="1819010" y="3677416"/>
                    <a:pt x="1843013" y="3730909"/>
                    <a:pt x="1827239" y="3761770"/>
                  </a:cubicBezTo>
                  <a:lnTo>
                    <a:pt x="1823810" y="3772057"/>
                  </a:lnTo>
                  <a:cubicBezTo>
                    <a:pt x="1821067" y="3785087"/>
                    <a:pt x="1797064" y="3795374"/>
                    <a:pt x="1797064" y="3795374"/>
                  </a:cubicBezTo>
                  <a:lnTo>
                    <a:pt x="1795692" y="3797431"/>
                  </a:lnTo>
                  <a:cubicBezTo>
                    <a:pt x="1786777" y="3815262"/>
                    <a:pt x="1517943" y="3820063"/>
                    <a:pt x="1506285" y="3813890"/>
                  </a:cubicBezTo>
                  <a:cubicBezTo>
                    <a:pt x="1424675" y="3805661"/>
                    <a:pt x="1244995" y="3784401"/>
                    <a:pt x="1244995" y="3784401"/>
                  </a:cubicBezTo>
                  <a:cubicBezTo>
                    <a:pt x="1244309" y="3781658"/>
                    <a:pt x="1241566" y="3726108"/>
                    <a:pt x="1169557" y="3729537"/>
                  </a:cubicBezTo>
                  <a:cubicBezTo>
                    <a:pt x="1144183" y="3730909"/>
                    <a:pt x="1170243" y="3765199"/>
                    <a:pt x="1153784" y="3777543"/>
                  </a:cubicBezTo>
                  <a:cubicBezTo>
                    <a:pt x="1135267" y="3791259"/>
                    <a:pt x="1089319" y="3787830"/>
                    <a:pt x="1066687" y="3787144"/>
                  </a:cubicBezTo>
                  <a:cubicBezTo>
                    <a:pt x="1026225" y="3785773"/>
                    <a:pt x="849289" y="3803603"/>
                    <a:pt x="851346" y="3750797"/>
                  </a:cubicBezTo>
                  <a:cubicBezTo>
                    <a:pt x="856147" y="3690446"/>
                    <a:pt x="814313" y="3649298"/>
                    <a:pt x="821857" y="3593063"/>
                  </a:cubicBezTo>
                  <a:cubicBezTo>
                    <a:pt x="830772" y="3525854"/>
                    <a:pt x="790996" y="3438758"/>
                    <a:pt x="804712" y="3368120"/>
                  </a:cubicBezTo>
                  <a:cubicBezTo>
                    <a:pt x="813627" y="3324915"/>
                    <a:pt x="795796" y="3063625"/>
                    <a:pt x="784138" y="2921665"/>
                  </a:cubicBezTo>
                  <a:cubicBezTo>
                    <a:pt x="761506" y="2637058"/>
                    <a:pt x="753962" y="2359994"/>
                    <a:pt x="731331" y="2075387"/>
                  </a:cubicBezTo>
                  <a:cubicBezTo>
                    <a:pt x="727216" y="2023952"/>
                    <a:pt x="688126" y="1623445"/>
                    <a:pt x="688126" y="1612472"/>
                  </a:cubicBezTo>
                  <a:cubicBezTo>
                    <a:pt x="670981" y="1621387"/>
                    <a:pt x="587999" y="2181001"/>
                    <a:pt x="587313" y="2187173"/>
                  </a:cubicBezTo>
                  <a:cubicBezTo>
                    <a:pt x="559195" y="2231750"/>
                    <a:pt x="564682" y="2326390"/>
                    <a:pt x="557824" y="2378511"/>
                  </a:cubicBezTo>
                  <a:cubicBezTo>
                    <a:pt x="557824" y="2427889"/>
                    <a:pt x="544108" y="2480695"/>
                    <a:pt x="537935" y="2530073"/>
                  </a:cubicBezTo>
                  <a:cubicBezTo>
                    <a:pt x="507760" y="2759816"/>
                    <a:pt x="525591" y="2995045"/>
                    <a:pt x="538621" y="3224788"/>
                  </a:cubicBezTo>
                  <a:cubicBezTo>
                    <a:pt x="542736" y="3289939"/>
                    <a:pt x="546165" y="3355776"/>
                    <a:pt x="550280" y="3420927"/>
                  </a:cubicBezTo>
                  <a:cubicBezTo>
                    <a:pt x="553023" y="3470305"/>
                    <a:pt x="570168" y="3603350"/>
                    <a:pt x="528334" y="3635582"/>
                  </a:cubicBezTo>
                  <a:cubicBezTo>
                    <a:pt x="474842" y="3676730"/>
                    <a:pt x="477585" y="3669872"/>
                    <a:pt x="519419" y="3728165"/>
                  </a:cubicBezTo>
                  <a:cubicBezTo>
                    <a:pt x="539307" y="3756283"/>
                    <a:pt x="552337" y="3787830"/>
                    <a:pt x="568111" y="3818005"/>
                  </a:cubicBezTo>
                  <a:cubicBezTo>
                    <a:pt x="590056" y="3858467"/>
                    <a:pt x="640120" y="3975053"/>
                    <a:pt x="568796" y="3986712"/>
                  </a:cubicBezTo>
                  <a:cubicBezTo>
                    <a:pt x="537935" y="3999742"/>
                    <a:pt x="537935" y="3999742"/>
                    <a:pt x="500216" y="4008658"/>
                  </a:cubicBezTo>
                  <a:cubicBezTo>
                    <a:pt x="467298" y="4016201"/>
                    <a:pt x="401461" y="4014830"/>
                    <a:pt x="368543" y="4011401"/>
                  </a:cubicBezTo>
                  <a:cubicBezTo>
                    <a:pt x="267730" y="4000428"/>
                    <a:pt x="118226" y="3964081"/>
                    <a:pt x="116854" y="3837893"/>
                  </a:cubicBezTo>
                  <a:cubicBezTo>
                    <a:pt x="116168" y="3792631"/>
                    <a:pt x="124398" y="3745996"/>
                    <a:pt x="116168" y="3700733"/>
                  </a:cubicBezTo>
                  <a:cubicBezTo>
                    <a:pt x="107253" y="3652727"/>
                    <a:pt x="40045" y="3654785"/>
                    <a:pt x="13984" y="3615694"/>
                  </a:cubicBezTo>
                  <a:cubicBezTo>
                    <a:pt x="-15505" y="3569746"/>
                    <a:pt x="11241" y="3481963"/>
                    <a:pt x="8498" y="3427785"/>
                  </a:cubicBezTo>
                  <a:cubicBezTo>
                    <a:pt x="-2475" y="3250849"/>
                    <a:pt x="9869" y="3073912"/>
                    <a:pt x="19471" y="2896976"/>
                  </a:cubicBezTo>
                  <a:cubicBezTo>
                    <a:pt x="44159" y="2432003"/>
                    <a:pt x="59933" y="1965659"/>
                    <a:pt x="96280" y="1501372"/>
                  </a:cubicBezTo>
                  <a:cubicBezTo>
                    <a:pt x="119597" y="1203736"/>
                    <a:pt x="144286" y="905412"/>
                    <a:pt x="172404" y="607775"/>
                  </a:cubicBezTo>
                  <a:cubicBezTo>
                    <a:pt x="184748" y="477473"/>
                    <a:pt x="197779" y="346485"/>
                    <a:pt x="213552" y="216183"/>
                  </a:cubicBezTo>
                  <a:cubicBezTo>
                    <a:pt x="221096" y="154461"/>
                    <a:pt x="220410" y="75594"/>
                    <a:pt x="247156" y="17987"/>
                  </a:cubicBezTo>
                  <a:cubicBezTo>
                    <a:pt x="248528" y="14558"/>
                    <a:pt x="949415" y="22102"/>
                    <a:pt x="950101" y="18673"/>
                  </a:cubicBezTo>
                  <a:cubicBezTo>
                    <a:pt x="959017" y="9758"/>
                    <a:pt x="970675" y="10443"/>
                    <a:pt x="982334" y="9758"/>
                  </a:cubicBezTo>
                  <a:cubicBezTo>
                    <a:pt x="1028968" y="7014"/>
                    <a:pt x="1075603" y="3585"/>
                    <a:pt x="1121551" y="156"/>
                  </a:cubicBezTo>
                  <a:cubicBezTo>
                    <a:pt x="1139382" y="-1215"/>
                    <a:pt x="1286143" y="6329"/>
                    <a:pt x="1299859" y="26903"/>
                  </a:cubicBezTo>
                  <a:cubicBezTo>
                    <a:pt x="1298487" y="42676"/>
                    <a:pt x="1305345" y="1537034"/>
                    <a:pt x="1304660" y="1554179"/>
                  </a:cubicBezTo>
                  <a:close/>
                </a:path>
              </a:pathLst>
            </a:custGeom>
            <a:solidFill>
              <a:schemeClr val="tx1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28">
              <a:extLst>
                <a:ext uri="{FF2B5EF4-FFF2-40B4-BE49-F238E27FC236}">
                  <a16:creationId xmlns:a16="http://schemas.microsoft.com/office/drawing/2014/main" id="{6A3B99A4-278F-4CB9-B1E2-51FD41546735}"/>
                </a:ext>
              </a:extLst>
            </p:cNvPr>
            <p:cNvSpPr/>
            <p:nvPr/>
          </p:nvSpPr>
          <p:spPr>
            <a:xfrm flipH="1">
              <a:off x="10400920" y="1840542"/>
              <a:ext cx="591749" cy="1563521"/>
            </a:xfrm>
            <a:custGeom>
              <a:avLst/>
              <a:gdLst>
                <a:gd name="connsiteX0" fmla="*/ 750892 w 747522"/>
                <a:gd name="connsiteY0" fmla="*/ 1914068 h 1975104"/>
                <a:gd name="connsiteX1" fmla="*/ 743348 w 747522"/>
                <a:gd name="connsiteY1" fmla="*/ 1778279 h 1975104"/>
                <a:gd name="connsiteX2" fmla="*/ 669967 w 747522"/>
                <a:gd name="connsiteY2" fmla="*/ 969721 h 1975104"/>
                <a:gd name="connsiteX3" fmla="*/ 565726 w 747522"/>
                <a:gd name="connsiteY3" fmla="*/ 469087 h 1975104"/>
                <a:gd name="connsiteX4" fmla="*/ 518406 w 747522"/>
                <a:gd name="connsiteY4" fmla="*/ 98069 h 1975104"/>
                <a:gd name="connsiteX5" fmla="*/ 508804 w 747522"/>
                <a:gd name="connsiteY5" fmla="*/ 85725 h 1975104"/>
                <a:gd name="connsiteX6" fmla="*/ 491659 w 747522"/>
                <a:gd name="connsiteY6" fmla="*/ 107671 h 1975104"/>
                <a:gd name="connsiteX7" fmla="*/ 409363 w 747522"/>
                <a:gd name="connsiteY7" fmla="*/ 263347 h 1975104"/>
                <a:gd name="connsiteX8" fmla="*/ 357243 w 747522"/>
                <a:gd name="connsiteY8" fmla="*/ 269519 h 1975104"/>
                <a:gd name="connsiteX9" fmla="*/ 102125 w 747522"/>
                <a:gd name="connsiteY9" fmla="*/ 59665 h 1975104"/>
                <a:gd name="connsiteX10" fmla="*/ 67835 w 747522"/>
                <a:gd name="connsiteY10" fmla="*/ 0 h 1975104"/>
                <a:gd name="connsiteX11" fmla="*/ 17772 w 747522"/>
                <a:gd name="connsiteY11" fmla="*/ 43205 h 1975104"/>
                <a:gd name="connsiteX12" fmla="*/ 1312 w 747522"/>
                <a:gd name="connsiteY12" fmla="*/ 95326 h 1975104"/>
                <a:gd name="connsiteX13" fmla="*/ 36288 w 747522"/>
                <a:gd name="connsiteY13" fmla="*/ 135788 h 1975104"/>
                <a:gd name="connsiteX14" fmla="*/ 93895 w 747522"/>
                <a:gd name="connsiteY14" fmla="*/ 211912 h 1975104"/>
                <a:gd name="connsiteX15" fmla="*/ 323638 w 747522"/>
                <a:gd name="connsiteY15" fmla="*/ 756437 h 1975104"/>
                <a:gd name="connsiteX16" fmla="*/ 368901 w 747522"/>
                <a:gd name="connsiteY16" fmla="*/ 984809 h 1975104"/>
                <a:gd name="connsiteX17" fmla="*/ 415536 w 747522"/>
                <a:gd name="connsiteY17" fmla="*/ 1261186 h 1975104"/>
                <a:gd name="connsiteX18" fmla="*/ 458055 w 747522"/>
                <a:gd name="connsiteY18" fmla="*/ 1675409 h 1975104"/>
                <a:gd name="connsiteX19" fmla="*/ 472457 w 747522"/>
                <a:gd name="connsiteY19" fmla="*/ 1942186 h 1975104"/>
                <a:gd name="connsiteX20" fmla="*/ 474514 w 747522"/>
                <a:gd name="connsiteY20" fmla="*/ 1981276 h 1975104"/>
                <a:gd name="connsiteX21" fmla="*/ 713173 w 747522"/>
                <a:gd name="connsiteY21" fmla="*/ 1971675 h 1975104"/>
                <a:gd name="connsiteX22" fmla="*/ 746091 w 747522"/>
                <a:gd name="connsiteY22" fmla="*/ 1970303 h 1975104"/>
                <a:gd name="connsiteX23" fmla="*/ 750892 w 747522"/>
                <a:gd name="connsiteY23" fmla="*/ 1914068 h 197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7522" h="1975104">
                  <a:moveTo>
                    <a:pt x="750892" y="1914068"/>
                  </a:moveTo>
                  <a:cubicBezTo>
                    <a:pt x="750206" y="1900352"/>
                    <a:pt x="745405" y="1810512"/>
                    <a:pt x="743348" y="1778279"/>
                  </a:cubicBezTo>
                  <a:cubicBezTo>
                    <a:pt x="739919" y="1715186"/>
                    <a:pt x="675454" y="1010183"/>
                    <a:pt x="669967" y="969721"/>
                  </a:cubicBezTo>
                  <a:cubicBezTo>
                    <a:pt x="648022" y="801700"/>
                    <a:pt x="597273" y="635737"/>
                    <a:pt x="565726" y="469087"/>
                  </a:cubicBezTo>
                  <a:cubicBezTo>
                    <a:pt x="547895" y="375133"/>
                    <a:pt x="518406" y="100127"/>
                    <a:pt x="518406" y="98069"/>
                  </a:cubicBezTo>
                  <a:cubicBezTo>
                    <a:pt x="514977" y="93955"/>
                    <a:pt x="517034" y="86411"/>
                    <a:pt x="508804" y="85725"/>
                  </a:cubicBezTo>
                  <a:cubicBezTo>
                    <a:pt x="499203" y="90526"/>
                    <a:pt x="496460" y="100127"/>
                    <a:pt x="491659" y="107671"/>
                  </a:cubicBezTo>
                  <a:cubicBezTo>
                    <a:pt x="471085" y="145390"/>
                    <a:pt x="427880" y="224257"/>
                    <a:pt x="409363" y="263347"/>
                  </a:cubicBezTo>
                  <a:cubicBezTo>
                    <a:pt x="402505" y="277063"/>
                    <a:pt x="381246" y="272948"/>
                    <a:pt x="357243" y="269519"/>
                  </a:cubicBezTo>
                  <a:cubicBezTo>
                    <a:pt x="351070" y="269519"/>
                    <a:pt x="178249" y="119329"/>
                    <a:pt x="102125" y="59665"/>
                  </a:cubicBezTo>
                  <a:cubicBezTo>
                    <a:pt x="81551" y="43891"/>
                    <a:pt x="64406" y="28804"/>
                    <a:pt x="67835" y="0"/>
                  </a:cubicBezTo>
                  <a:cubicBezTo>
                    <a:pt x="42460" y="3429"/>
                    <a:pt x="21886" y="9601"/>
                    <a:pt x="17772" y="43205"/>
                  </a:cubicBezTo>
                  <a:cubicBezTo>
                    <a:pt x="17086" y="71323"/>
                    <a:pt x="6799" y="76124"/>
                    <a:pt x="1312" y="95326"/>
                  </a:cubicBezTo>
                  <a:cubicBezTo>
                    <a:pt x="-5546" y="117958"/>
                    <a:pt x="15714" y="122758"/>
                    <a:pt x="36288" y="135788"/>
                  </a:cubicBezTo>
                  <a:cubicBezTo>
                    <a:pt x="59605" y="150876"/>
                    <a:pt x="76750" y="190652"/>
                    <a:pt x="93895" y="211912"/>
                  </a:cubicBezTo>
                  <a:cubicBezTo>
                    <a:pt x="199509" y="341528"/>
                    <a:pt x="315409" y="719404"/>
                    <a:pt x="323638" y="756437"/>
                  </a:cubicBezTo>
                  <a:cubicBezTo>
                    <a:pt x="340098" y="831875"/>
                    <a:pt x="355185" y="907999"/>
                    <a:pt x="368901" y="984809"/>
                  </a:cubicBezTo>
                  <a:cubicBezTo>
                    <a:pt x="386046" y="1076706"/>
                    <a:pt x="401820" y="1168603"/>
                    <a:pt x="415536" y="1261186"/>
                  </a:cubicBezTo>
                  <a:cubicBezTo>
                    <a:pt x="436110" y="1398346"/>
                    <a:pt x="448454" y="1536878"/>
                    <a:pt x="458055" y="1675409"/>
                  </a:cubicBezTo>
                  <a:cubicBezTo>
                    <a:pt x="464227" y="1763878"/>
                    <a:pt x="468342" y="1853032"/>
                    <a:pt x="472457" y="1942186"/>
                  </a:cubicBezTo>
                  <a:cubicBezTo>
                    <a:pt x="473143" y="1954530"/>
                    <a:pt x="460113" y="1974418"/>
                    <a:pt x="474514" y="1981276"/>
                  </a:cubicBezTo>
                  <a:cubicBezTo>
                    <a:pt x="480687" y="1984019"/>
                    <a:pt x="656251" y="1973732"/>
                    <a:pt x="713173" y="1971675"/>
                  </a:cubicBezTo>
                  <a:cubicBezTo>
                    <a:pt x="718659" y="1971675"/>
                    <a:pt x="740605" y="1973047"/>
                    <a:pt x="746091" y="1970303"/>
                  </a:cubicBezTo>
                  <a:cubicBezTo>
                    <a:pt x="757750" y="1964817"/>
                    <a:pt x="752263" y="1925726"/>
                    <a:pt x="750892" y="191406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9">
              <a:extLst>
                <a:ext uri="{FF2B5EF4-FFF2-40B4-BE49-F238E27FC236}">
                  <a16:creationId xmlns:a16="http://schemas.microsoft.com/office/drawing/2014/main" id="{584A254C-4EF3-4ED3-B853-CE33AAE1698B}"/>
                </a:ext>
              </a:extLst>
            </p:cNvPr>
            <p:cNvSpPr/>
            <p:nvPr/>
          </p:nvSpPr>
          <p:spPr>
            <a:xfrm flipH="1">
              <a:off x="9855906" y="1954549"/>
              <a:ext cx="722043" cy="2660158"/>
            </a:xfrm>
            <a:custGeom>
              <a:avLst/>
              <a:gdLst>
                <a:gd name="connsiteX0" fmla="*/ 0 w 912114"/>
                <a:gd name="connsiteY0" fmla="*/ 0 h 3360420"/>
                <a:gd name="connsiteX1" fmla="*/ 11659 w 912114"/>
                <a:gd name="connsiteY1" fmla="*/ 10287 h 3360420"/>
                <a:gd name="connsiteX2" fmla="*/ 32233 w 912114"/>
                <a:gd name="connsiteY2" fmla="*/ 99441 h 3360420"/>
                <a:gd name="connsiteX3" fmla="*/ 355244 w 912114"/>
                <a:gd name="connsiteY3" fmla="*/ 221513 h 3360420"/>
                <a:gd name="connsiteX4" fmla="*/ 639851 w 912114"/>
                <a:gd name="connsiteY4" fmla="*/ 691972 h 3360420"/>
                <a:gd name="connsiteX5" fmla="*/ 844220 w 912114"/>
                <a:gd name="connsiteY5" fmla="*/ 1599971 h 3360420"/>
                <a:gd name="connsiteX6" fmla="*/ 918286 w 912114"/>
                <a:gd name="connsiteY6" fmla="*/ 2125294 h 3360420"/>
                <a:gd name="connsiteX7" fmla="*/ 593903 w 912114"/>
                <a:gd name="connsiteY7" fmla="*/ 2111578 h 3360420"/>
                <a:gd name="connsiteX8" fmla="*/ 477317 w 912114"/>
                <a:gd name="connsiteY8" fmla="*/ 1719986 h 3360420"/>
                <a:gd name="connsiteX9" fmla="*/ 571271 w 912114"/>
                <a:gd name="connsiteY9" fmla="*/ 3339846 h 3360420"/>
                <a:gd name="connsiteX10" fmla="*/ 281178 w 912114"/>
                <a:gd name="connsiteY10" fmla="*/ 3367278 h 3360420"/>
                <a:gd name="connsiteX11" fmla="*/ 212598 w 912114"/>
                <a:gd name="connsiteY11" fmla="*/ 2028596 h 3360420"/>
                <a:gd name="connsiteX12" fmla="*/ 128245 w 912114"/>
                <a:gd name="connsiteY12" fmla="*/ 866851 h 3360420"/>
                <a:gd name="connsiteX13" fmla="*/ 0 w 912114"/>
                <a:gd name="connsiteY13" fmla="*/ 0 h 3360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2114" h="3360420">
                  <a:moveTo>
                    <a:pt x="0" y="0"/>
                  </a:moveTo>
                  <a:cubicBezTo>
                    <a:pt x="12344" y="7544"/>
                    <a:pt x="11659" y="10287"/>
                    <a:pt x="11659" y="10287"/>
                  </a:cubicBezTo>
                  <a:lnTo>
                    <a:pt x="32233" y="99441"/>
                  </a:lnTo>
                  <a:cubicBezTo>
                    <a:pt x="32233" y="99441"/>
                    <a:pt x="237973" y="151562"/>
                    <a:pt x="355244" y="221513"/>
                  </a:cubicBezTo>
                  <a:cubicBezTo>
                    <a:pt x="472516" y="291465"/>
                    <a:pt x="619277" y="590474"/>
                    <a:pt x="639851" y="691972"/>
                  </a:cubicBezTo>
                  <a:cubicBezTo>
                    <a:pt x="660425" y="793471"/>
                    <a:pt x="799643" y="1282446"/>
                    <a:pt x="844220" y="1599971"/>
                  </a:cubicBezTo>
                  <a:cubicBezTo>
                    <a:pt x="888797" y="1917497"/>
                    <a:pt x="918286" y="2125294"/>
                    <a:pt x="918286" y="2125294"/>
                  </a:cubicBezTo>
                  <a:lnTo>
                    <a:pt x="593903" y="2111578"/>
                  </a:lnTo>
                  <a:lnTo>
                    <a:pt x="477317" y="1719986"/>
                  </a:lnTo>
                  <a:lnTo>
                    <a:pt x="571271" y="3339846"/>
                  </a:lnTo>
                  <a:lnTo>
                    <a:pt x="281178" y="3367278"/>
                  </a:lnTo>
                  <a:cubicBezTo>
                    <a:pt x="281178" y="3367278"/>
                    <a:pt x="236601" y="2406472"/>
                    <a:pt x="212598" y="2028596"/>
                  </a:cubicBezTo>
                  <a:cubicBezTo>
                    <a:pt x="188595" y="1654150"/>
                    <a:pt x="193396" y="1313993"/>
                    <a:pt x="128245" y="866851"/>
                  </a:cubicBezTo>
                  <a:cubicBezTo>
                    <a:pt x="81610" y="545211"/>
                    <a:pt x="5486" y="220142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6854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30">
              <a:extLst>
                <a:ext uri="{FF2B5EF4-FFF2-40B4-BE49-F238E27FC236}">
                  <a16:creationId xmlns:a16="http://schemas.microsoft.com/office/drawing/2014/main" id="{7F2D980C-C710-4870-9A71-EDD0420B94F4}"/>
                </a:ext>
              </a:extLst>
            </p:cNvPr>
            <p:cNvSpPr/>
            <p:nvPr/>
          </p:nvSpPr>
          <p:spPr>
            <a:xfrm flipH="1">
              <a:off x="10485116" y="1158441"/>
              <a:ext cx="515745" cy="895767"/>
            </a:xfrm>
            <a:custGeom>
              <a:avLst/>
              <a:gdLst>
                <a:gd name="connsiteX0" fmla="*/ 622706 w 651510"/>
                <a:gd name="connsiteY0" fmla="*/ 160770 h 1131570"/>
                <a:gd name="connsiteX1" fmla="*/ 226314 w 651510"/>
                <a:gd name="connsiteY1" fmla="*/ 21553 h 1131570"/>
                <a:gd name="connsiteX2" fmla="*/ 23317 w 651510"/>
                <a:gd name="connsiteY2" fmla="*/ 235522 h 1131570"/>
                <a:gd name="connsiteX3" fmla="*/ 26746 w 651510"/>
                <a:gd name="connsiteY3" fmla="*/ 410401 h 1131570"/>
                <a:gd name="connsiteX4" fmla="*/ 0 w 651510"/>
                <a:gd name="connsiteY4" fmla="*/ 465951 h 1131570"/>
                <a:gd name="connsiteX5" fmla="*/ 74066 w 651510"/>
                <a:gd name="connsiteY5" fmla="*/ 652489 h 1131570"/>
                <a:gd name="connsiteX6" fmla="*/ 92583 w 651510"/>
                <a:gd name="connsiteY6" fmla="*/ 697751 h 1131570"/>
                <a:gd name="connsiteX7" fmla="*/ 73381 w 651510"/>
                <a:gd name="connsiteY7" fmla="*/ 863029 h 1131570"/>
                <a:gd name="connsiteX8" fmla="*/ 104242 w 651510"/>
                <a:gd name="connsiteY8" fmla="*/ 925437 h 1131570"/>
                <a:gd name="connsiteX9" fmla="*/ 306553 w 651510"/>
                <a:gd name="connsiteY9" fmla="*/ 1084543 h 1131570"/>
                <a:gd name="connsiteX10" fmla="*/ 367589 w 651510"/>
                <a:gd name="connsiteY10" fmla="*/ 1132549 h 1131570"/>
                <a:gd name="connsiteX11" fmla="*/ 434111 w 651510"/>
                <a:gd name="connsiteY11" fmla="*/ 1107860 h 1131570"/>
                <a:gd name="connsiteX12" fmla="*/ 517093 w 651510"/>
                <a:gd name="connsiteY12" fmla="*/ 959041 h 1131570"/>
                <a:gd name="connsiteX13" fmla="*/ 509549 w 651510"/>
                <a:gd name="connsiteY13" fmla="*/ 887032 h 1131570"/>
                <a:gd name="connsiteX14" fmla="*/ 643966 w 651510"/>
                <a:gd name="connsiteY14" fmla="*/ 576365 h 1131570"/>
                <a:gd name="connsiteX15" fmla="*/ 649453 w 651510"/>
                <a:gd name="connsiteY15" fmla="*/ 461150 h 1131570"/>
                <a:gd name="connsiteX16" fmla="*/ 622706 w 651510"/>
                <a:gd name="connsiteY16" fmla="*/ 160770 h 1131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51510" h="1131570">
                  <a:moveTo>
                    <a:pt x="622706" y="160770"/>
                  </a:moveTo>
                  <a:cubicBezTo>
                    <a:pt x="554812" y="8522"/>
                    <a:pt x="386105" y="-29882"/>
                    <a:pt x="226314" y="21553"/>
                  </a:cubicBezTo>
                  <a:cubicBezTo>
                    <a:pt x="124130" y="54471"/>
                    <a:pt x="45949" y="123051"/>
                    <a:pt x="23317" y="235522"/>
                  </a:cubicBezTo>
                  <a:cubicBezTo>
                    <a:pt x="12344" y="289700"/>
                    <a:pt x="28118" y="410401"/>
                    <a:pt x="26746" y="410401"/>
                  </a:cubicBezTo>
                  <a:cubicBezTo>
                    <a:pt x="4115" y="413830"/>
                    <a:pt x="0" y="440576"/>
                    <a:pt x="0" y="465951"/>
                  </a:cubicBezTo>
                  <a:cubicBezTo>
                    <a:pt x="0" y="540017"/>
                    <a:pt x="20574" y="613398"/>
                    <a:pt x="74066" y="652489"/>
                  </a:cubicBezTo>
                  <a:cubicBezTo>
                    <a:pt x="89154" y="663461"/>
                    <a:pt x="93269" y="678549"/>
                    <a:pt x="92583" y="697751"/>
                  </a:cubicBezTo>
                  <a:cubicBezTo>
                    <a:pt x="89840" y="789649"/>
                    <a:pt x="72009" y="851371"/>
                    <a:pt x="73381" y="863029"/>
                  </a:cubicBezTo>
                  <a:cubicBezTo>
                    <a:pt x="70637" y="890461"/>
                    <a:pt x="82982" y="908978"/>
                    <a:pt x="104242" y="925437"/>
                  </a:cubicBezTo>
                  <a:cubicBezTo>
                    <a:pt x="171450" y="978244"/>
                    <a:pt x="240716" y="1030364"/>
                    <a:pt x="306553" y="1084543"/>
                  </a:cubicBezTo>
                  <a:cubicBezTo>
                    <a:pt x="316840" y="1092772"/>
                    <a:pt x="357988" y="1124319"/>
                    <a:pt x="367589" y="1132549"/>
                  </a:cubicBezTo>
                  <a:cubicBezTo>
                    <a:pt x="373075" y="1135978"/>
                    <a:pt x="416966" y="1144207"/>
                    <a:pt x="434111" y="1107860"/>
                  </a:cubicBezTo>
                  <a:cubicBezTo>
                    <a:pt x="460172" y="1052996"/>
                    <a:pt x="486232" y="1011848"/>
                    <a:pt x="517093" y="959041"/>
                  </a:cubicBezTo>
                  <a:cubicBezTo>
                    <a:pt x="517093" y="954926"/>
                    <a:pt x="481432" y="924751"/>
                    <a:pt x="509549" y="887032"/>
                  </a:cubicBezTo>
                  <a:cubicBezTo>
                    <a:pt x="565099" y="812966"/>
                    <a:pt x="637794" y="593510"/>
                    <a:pt x="643966" y="576365"/>
                  </a:cubicBezTo>
                  <a:cubicBezTo>
                    <a:pt x="655625" y="527673"/>
                    <a:pt x="643280" y="489954"/>
                    <a:pt x="649453" y="461150"/>
                  </a:cubicBezTo>
                  <a:cubicBezTo>
                    <a:pt x="665912" y="398743"/>
                    <a:pt x="659054" y="226607"/>
                    <a:pt x="622706" y="160770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D7BABD8A-B331-417E-AF4C-23736EFAB84D}"/>
                </a:ext>
              </a:extLst>
            </p:cNvPr>
            <p:cNvSpPr/>
            <p:nvPr/>
          </p:nvSpPr>
          <p:spPr>
            <a:xfrm flipH="1">
              <a:off x="10593150" y="1786253"/>
              <a:ext cx="276874" cy="271445"/>
            </a:xfrm>
            <a:custGeom>
              <a:avLst/>
              <a:gdLst>
                <a:gd name="connsiteX0" fmla="*/ 351815 w 349758"/>
                <a:gd name="connsiteY0" fmla="*/ 165278 h 342900"/>
                <a:gd name="connsiteX1" fmla="*/ 266776 w 349758"/>
                <a:gd name="connsiteY1" fmla="*/ 317525 h 342900"/>
                <a:gd name="connsiteX2" fmla="*/ 183794 w 349758"/>
                <a:gd name="connsiteY2" fmla="*/ 309982 h 342900"/>
                <a:gd name="connsiteX3" fmla="*/ 121387 w 349758"/>
                <a:gd name="connsiteY3" fmla="*/ 210541 h 342900"/>
                <a:gd name="connsiteX4" fmla="*/ 0 w 349758"/>
                <a:gd name="connsiteY4" fmla="*/ 0 h 342900"/>
                <a:gd name="connsiteX5" fmla="*/ 111785 w 349758"/>
                <a:gd name="connsiteY5" fmla="*/ 93955 h 342900"/>
                <a:gd name="connsiteX6" fmla="*/ 336728 w 349758"/>
                <a:gd name="connsiteY6" fmla="*/ 106985 h 342900"/>
                <a:gd name="connsiteX7" fmla="*/ 351815 w 349758"/>
                <a:gd name="connsiteY7" fmla="*/ 165278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9758" h="342900">
                  <a:moveTo>
                    <a:pt x="351815" y="165278"/>
                  </a:moveTo>
                  <a:cubicBezTo>
                    <a:pt x="320954" y="218084"/>
                    <a:pt x="295580" y="264033"/>
                    <a:pt x="266776" y="317525"/>
                  </a:cubicBezTo>
                  <a:cubicBezTo>
                    <a:pt x="245516" y="353873"/>
                    <a:pt x="215341" y="361417"/>
                    <a:pt x="183794" y="309982"/>
                  </a:cubicBezTo>
                  <a:cubicBezTo>
                    <a:pt x="159791" y="275006"/>
                    <a:pt x="139903" y="242773"/>
                    <a:pt x="121387" y="210541"/>
                  </a:cubicBezTo>
                  <a:cubicBezTo>
                    <a:pt x="84353" y="145390"/>
                    <a:pt x="4115" y="10287"/>
                    <a:pt x="0" y="0"/>
                  </a:cubicBezTo>
                  <a:cubicBezTo>
                    <a:pt x="37719" y="39776"/>
                    <a:pt x="76810" y="66523"/>
                    <a:pt x="111785" y="93955"/>
                  </a:cubicBezTo>
                  <a:cubicBezTo>
                    <a:pt x="183109" y="150876"/>
                    <a:pt x="262661" y="165964"/>
                    <a:pt x="336728" y="106985"/>
                  </a:cubicBezTo>
                  <a:cubicBezTo>
                    <a:pt x="338099" y="160477"/>
                    <a:pt x="351130" y="161849"/>
                    <a:pt x="351815" y="16527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32">
              <a:extLst>
                <a:ext uri="{FF2B5EF4-FFF2-40B4-BE49-F238E27FC236}">
                  <a16:creationId xmlns:a16="http://schemas.microsoft.com/office/drawing/2014/main" id="{C1825B8C-0A96-467E-A1F1-FC1AF68D802D}"/>
                </a:ext>
              </a:extLst>
            </p:cNvPr>
            <p:cNvSpPr/>
            <p:nvPr/>
          </p:nvSpPr>
          <p:spPr>
            <a:xfrm flipH="1">
              <a:off x="9859845" y="3741599"/>
              <a:ext cx="228013" cy="407167"/>
            </a:xfrm>
            <a:custGeom>
              <a:avLst/>
              <a:gdLst>
                <a:gd name="connsiteX0" fmla="*/ 288211 w 288036"/>
                <a:gd name="connsiteY0" fmla="*/ 224436 h 514350"/>
                <a:gd name="connsiteX1" fmla="*/ 288896 w 288036"/>
                <a:gd name="connsiteY1" fmla="*/ 286843 h 514350"/>
                <a:gd name="connsiteX2" fmla="*/ 113332 w 288036"/>
                <a:gd name="connsiteY2" fmla="*/ 504928 h 514350"/>
                <a:gd name="connsiteX3" fmla="*/ 52981 w 288036"/>
                <a:gd name="connsiteY3" fmla="*/ 481611 h 514350"/>
                <a:gd name="connsiteX4" fmla="*/ 61897 w 288036"/>
                <a:gd name="connsiteY4" fmla="*/ 441148 h 514350"/>
                <a:gd name="connsiteX5" fmla="*/ 82471 w 288036"/>
                <a:gd name="connsiteY5" fmla="*/ 380798 h 514350"/>
                <a:gd name="connsiteX6" fmla="*/ 133906 w 288036"/>
                <a:gd name="connsiteY6" fmla="*/ 195632 h 514350"/>
                <a:gd name="connsiteX7" fmla="*/ 87271 w 288036"/>
                <a:gd name="connsiteY7" fmla="*/ 246381 h 514350"/>
                <a:gd name="connsiteX8" fmla="*/ 82471 w 288036"/>
                <a:gd name="connsiteY8" fmla="*/ 303988 h 514350"/>
                <a:gd name="connsiteX9" fmla="*/ 40637 w 288036"/>
                <a:gd name="connsiteY9" fmla="*/ 382170 h 514350"/>
                <a:gd name="connsiteX10" fmla="*/ 1546 w 288036"/>
                <a:gd name="connsiteY10" fmla="*/ 373254 h 514350"/>
                <a:gd name="connsiteX11" fmla="*/ 7718 w 288036"/>
                <a:gd name="connsiteY11" fmla="*/ 80418 h 514350"/>
                <a:gd name="connsiteX12" fmla="*/ 42008 w 288036"/>
                <a:gd name="connsiteY12" fmla="*/ 6351 h 514350"/>
                <a:gd name="connsiteX13" fmla="*/ 66011 w 288036"/>
                <a:gd name="connsiteY13" fmla="*/ 865 h 514350"/>
                <a:gd name="connsiteX14" fmla="*/ 252549 w 288036"/>
                <a:gd name="connsiteY14" fmla="*/ 27611 h 514350"/>
                <a:gd name="connsiteX15" fmla="*/ 272437 w 288036"/>
                <a:gd name="connsiteY15" fmla="*/ 37898 h 514350"/>
                <a:gd name="connsiteX16" fmla="*/ 288211 w 288036"/>
                <a:gd name="connsiteY16" fmla="*/ 224436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88036" h="514350">
                  <a:moveTo>
                    <a:pt x="288211" y="224436"/>
                  </a:moveTo>
                  <a:cubicBezTo>
                    <a:pt x="288211" y="234037"/>
                    <a:pt x="293011" y="275871"/>
                    <a:pt x="288896" y="286843"/>
                  </a:cubicBezTo>
                  <a:cubicBezTo>
                    <a:pt x="253921" y="378741"/>
                    <a:pt x="192199" y="449378"/>
                    <a:pt x="113332" y="504928"/>
                  </a:cubicBezTo>
                  <a:cubicBezTo>
                    <a:pt x="81099" y="527559"/>
                    <a:pt x="61211" y="517272"/>
                    <a:pt x="52981" y="481611"/>
                  </a:cubicBezTo>
                  <a:cubicBezTo>
                    <a:pt x="53667" y="463780"/>
                    <a:pt x="57782" y="452121"/>
                    <a:pt x="61897" y="441148"/>
                  </a:cubicBezTo>
                  <a:cubicBezTo>
                    <a:pt x="63268" y="416460"/>
                    <a:pt x="64640" y="393142"/>
                    <a:pt x="82471" y="380798"/>
                  </a:cubicBezTo>
                  <a:cubicBezTo>
                    <a:pt x="133220" y="345136"/>
                    <a:pt x="172996" y="202490"/>
                    <a:pt x="133906" y="195632"/>
                  </a:cubicBezTo>
                  <a:cubicBezTo>
                    <a:pt x="93443" y="194946"/>
                    <a:pt x="89329" y="213463"/>
                    <a:pt x="87271" y="246381"/>
                  </a:cubicBezTo>
                  <a:cubicBezTo>
                    <a:pt x="84528" y="273813"/>
                    <a:pt x="88643" y="285472"/>
                    <a:pt x="82471" y="303988"/>
                  </a:cubicBezTo>
                  <a:cubicBezTo>
                    <a:pt x="75613" y="333478"/>
                    <a:pt x="68069" y="363653"/>
                    <a:pt x="40637" y="382170"/>
                  </a:cubicBezTo>
                  <a:cubicBezTo>
                    <a:pt x="24178" y="393142"/>
                    <a:pt x="9090" y="398629"/>
                    <a:pt x="1546" y="373254"/>
                  </a:cubicBezTo>
                  <a:cubicBezTo>
                    <a:pt x="-2569" y="341022"/>
                    <a:pt x="2232" y="96191"/>
                    <a:pt x="7718" y="80418"/>
                  </a:cubicBezTo>
                  <a:cubicBezTo>
                    <a:pt x="11833" y="52300"/>
                    <a:pt x="22120" y="26925"/>
                    <a:pt x="42008" y="6351"/>
                  </a:cubicBezTo>
                  <a:cubicBezTo>
                    <a:pt x="48866" y="-1192"/>
                    <a:pt x="57096" y="-507"/>
                    <a:pt x="66011" y="865"/>
                  </a:cubicBezTo>
                  <a:cubicBezTo>
                    <a:pt x="128419" y="9095"/>
                    <a:pt x="190141" y="18010"/>
                    <a:pt x="252549" y="27611"/>
                  </a:cubicBezTo>
                  <a:cubicBezTo>
                    <a:pt x="260093" y="28983"/>
                    <a:pt x="267637" y="31040"/>
                    <a:pt x="272437" y="37898"/>
                  </a:cubicBezTo>
                  <a:cubicBezTo>
                    <a:pt x="277238" y="49557"/>
                    <a:pt x="279981" y="203862"/>
                    <a:pt x="288211" y="224436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33">
              <a:extLst>
                <a:ext uri="{FF2B5EF4-FFF2-40B4-BE49-F238E27FC236}">
                  <a16:creationId xmlns:a16="http://schemas.microsoft.com/office/drawing/2014/main" id="{59D2A9EC-345F-451D-B4B5-41D715C8679B}"/>
                </a:ext>
              </a:extLst>
            </p:cNvPr>
            <p:cNvSpPr/>
            <p:nvPr/>
          </p:nvSpPr>
          <p:spPr>
            <a:xfrm flipH="1">
              <a:off x="9869542" y="3583162"/>
              <a:ext cx="200869" cy="190011"/>
            </a:xfrm>
            <a:custGeom>
              <a:avLst/>
              <a:gdLst>
                <a:gd name="connsiteX0" fmla="*/ 249025 w 253746"/>
                <a:gd name="connsiteY0" fmla="*/ 240785 h 240030"/>
                <a:gd name="connsiteX1" fmla="*/ 61116 w 253746"/>
                <a:gd name="connsiteY1" fmla="*/ 211981 h 240030"/>
                <a:gd name="connsiteX2" fmla="*/ 18596 w 253746"/>
                <a:gd name="connsiteY2" fmla="*/ 206495 h 240030"/>
                <a:gd name="connsiteX3" fmla="*/ 13110 w 253746"/>
                <a:gd name="connsiteY3" fmla="*/ 205809 h 240030"/>
                <a:gd name="connsiteX4" fmla="*/ 6938 w 253746"/>
                <a:gd name="connsiteY4" fmla="*/ 159860 h 240030"/>
                <a:gd name="connsiteX5" fmla="*/ 6252 w 253746"/>
                <a:gd name="connsiteY5" fmla="*/ 131742 h 240030"/>
                <a:gd name="connsiteX6" fmla="*/ 765 w 253746"/>
                <a:gd name="connsiteY6" fmla="*/ 74135 h 240030"/>
                <a:gd name="connsiteX7" fmla="*/ 22711 w 253746"/>
                <a:gd name="connsiteY7" fmla="*/ 32987 h 240030"/>
                <a:gd name="connsiteX8" fmla="*/ 244224 w 253746"/>
                <a:gd name="connsiteY8" fmla="*/ 50132 h 240030"/>
                <a:gd name="connsiteX9" fmla="*/ 253140 w 253746"/>
                <a:gd name="connsiteY9" fmla="*/ 75507 h 240030"/>
                <a:gd name="connsiteX10" fmla="*/ 253826 w 253746"/>
                <a:gd name="connsiteY10" fmla="*/ 155745 h 240030"/>
                <a:gd name="connsiteX11" fmla="*/ 253140 w 253746"/>
                <a:gd name="connsiteY11" fmla="*/ 241470 h 240030"/>
                <a:gd name="connsiteX12" fmla="*/ 253140 w 253746"/>
                <a:gd name="connsiteY12" fmla="*/ 241470 h 240030"/>
                <a:gd name="connsiteX13" fmla="*/ 249025 w 253746"/>
                <a:gd name="connsiteY13" fmla="*/ 240785 h 24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746" h="240030">
                  <a:moveTo>
                    <a:pt x="249025" y="240785"/>
                  </a:moveTo>
                  <a:cubicBezTo>
                    <a:pt x="186617" y="231183"/>
                    <a:pt x="123524" y="221582"/>
                    <a:pt x="61116" y="211981"/>
                  </a:cubicBezTo>
                  <a:cubicBezTo>
                    <a:pt x="47400" y="209924"/>
                    <a:pt x="32998" y="208552"/>
                    <a:pt x="18596" y="206495"/>
                  </a:cubicBezTo>
                  <a:cubicBezTo>
                    <a:pt x="16539" y="205809"/>
                    <a:pt x="15167" y="205809"/>
                    <a:pt x="13110" y="205809"/>
                  </a:cubicBezTo>
                  <a:cubicBezTo>
                    <a:pt x="4194" y="191407"/>
                    <a:pt x="14481" y="174262"/>
                    <a:pt x="6938" y="159860"/>
                  </a:cubicBezTo>
                  <a:cubicBezTo>
                    <a:pt x="6938" y="150259"/>
                    <a:pt x="6252" y="140658"/>
                    <a:pt x="6252" y="131742"/>
                  </a:cubicBezTo>
                  <a:cubicBezTo>
                    <a:pt x="-606" y="113226"/>
                    <a:pt x="8309" y="92652"/>
                    <a:pt x="765" y="74135"/>
                  </a:cubicBezTo>
                  <a:cubicBezTo>
                    <a:pt x="-2664" y="54933"/>
                    <a:pt x="5566" y="42588"/>
                    <a:pt x="22711" y="32987"/>
                  </a:cubicBezTo>
                  <a:cubicBezTo>
                    <a:pt x="108436" y="-15705"/>
                    <a:pt x="159185" y="-10904"/>
                    <a:pt x="244224" y="50132"/>
                  </a:cubicBezTo>
                  <a:cubicBezTo>
                    <a:pt x="253826" y="56990"/>
                    <a:pt x="253140" y="65906"/>
                    <a:pt x="253140" y="75507"/>
                  </a:cubicBezTo>
                  <a:cubicBezTo>
                    <a:pt x="253826" y="102253"/>
                    <a:pt x="253826" y="128999"/>
                    <a:pt x="253826" y="155745"/>
                  </a:cubicBezTo>
                  <a:cubicBezTo>
                    <a:pt x="257255" y="184549"/>
                    <a:pt x="258626" y="212667"/>
                    <a:pt x="253140" y="241470"/>
                  </a:cubicBezTo>
                  <a:lnTo>
                    <a:pt x="253140" y="241470"/>
                  </a:lnTo>
                  <a:cubicBezTo>
                    <a:pt x="252454" y="243528"/>
                    <a:pt x="251082" y="243528"/>
                    <a:pt x="249025" y="24078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34">
              <a:extLst>
                <a:ext uri="{FF2B5EF4-FFF2-40B4-BE49-F238E27FC236}">
                  <a16:creationId xmlns:a16="http://schemas.microsoft.com/office/drawing/2014/main" id="{52418C24-18AC-4281-A3B9-4D33DCF41A1E}"/>
                </a:ext>
              </a:extLst>
            </p:cNvPr>
            <p:cNvSpPr/>
            <p:nvPr/>
          </p:nvSpPr>
          <p:spPr>
            <a:xfrm flipH="1">
              <a:off x="10395539" y="2270153"/>
              <a:ext cx="114007" cy="244300"/>
            </a:xfrm>
            <a:custGeom>
              <a:avLst/>
              <a:gdLst>
                <a:gd name="connsiteX0" fmla="*/ 0 w 144018"/>
                <a:gd name="connsiteY0" fmla="*/ 4566 h 308610"/>
                <a:gd name="connsiteX1" fmla="*/ 19888 w 144018"/>
                <a:gd name="connsiteY1" fmla="*/ 7309 h 308610"/>
                <a:gd name="connsiteX2" fmla="*/ 28804 w 144018"/>
                <a:gd name="connsiteY2" fmla="*/ 73146 h 308610"/>
                <a:gd name="connsiteX3" fmla="*/ 75438 w 144018"/>
                <a:gd name="connsiteY3" fmla="*/ 239109 h 308610"/>
                <a:gd name="connsiteX4" fmla="*/ 104242 w 144018"/>
                <a:gd name="connsiteY4" fmla="*/ 280943 h 308610"/>
                <a:gd name="connsiteX5" fmla="*/ 143332 w 144018"/>
                <a:gd name="connsiteY5" fmla="*/ 297402 h 308610"/>
                <a:gd name="connsiteX6" fmla="*/ 143332 w 144018"/>
                <a:gd name="connsiteY6" fmla="*/ 314547 h 308610"/>
                <a:gd name="connsiteX7" fmla="*/ 60350 w 144018"/>
                <a:gd name="connsiteY7" fmla="*/ 243910 h 308610"/>
                <a:gd name="connsiteX8" fmla="*/ 4115 w 144018"/>
                <a:gd name="connsiteY8" fmla="*/ 29940 h 308610"/>
                <a:gd name="connsiteX9" fmla="*/ 0 w 144018"/>
                <a:gd name="connsiteY9" fmla="*/ 4566 h 3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018" h="308610">
                  <a:moveTo>
                    <a:pt x="0" y="4566"/>
                  </a:moveTo>
                  <a:cubicBezTo>
                    <a:pt x="9601" y="-3664"/>
                    <a:pt x="13716" y="451"/>
                    <a:pt x="19888" y="7309"/>
                  </a:cubicBezTo>
                  <a:cubicBezTo>
                    <a:pt x="21260" y="32684"/>
                    <a:pt x="24689" y="52572"/>
                    <a:pt x="28804" y="73146"/>
                  </a:cubicBezTo>
                  <a:cubicBezTo>
                    <a:pt x="40462" y="129381"/>
                    <a:pt x="58979" y="202762"/>
                    <a:pt x="75438" y="239109"/>
                  </a:cubicBezTo>
                  <a:cubicBezTo>
                    <a:pt x="80924" y="250082"/>
                    <a:pt x="97384" y="274085"/>
                    <a:pt x="104242" y="280943"/>
                  </a:cubicBezTo>
                  <a:cubicBezTo>
                    <a:pt x="114529" y="289173"/>
                    <a:pt x="128930" y="297402"/>
                    <a:pt x="143332" y="297402"/>
                  </a:cubicBezTo>
                  <a:cubicBezTo>
                    <a:pt x="148133" y="302889"/>
                    <a:pt x="148133" y="309061"/>
                    <a:pt x="143332" y="314547"/>
                  </a:cubicBezTo>
                  <a:cubicBezTo>
                    <a:pt x="102184" y="307004"/>
                    <a:pt x="76810" y="280257"/>
                    <a:pt x="60350" y="243910"/>
                  </a:cubicBezTo>
                  <a:cubicBezTo>
                    <a:pt x="31547" y="174644"/>
                    <a:pt x="14402" y="104007"/>
                    <a:pt x="4115" y="29940"/>
                  </a:cubicBezTo>
                  <a:cubicBezTo>
                    <a:pt x="3429" y="21711"/>
                    <a:pt x="2057" y="12110"/>
                    <a:pt x="0" y="4566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35">
              <a:extLst>
                <a:ext uri="{FF2B5EF4-FFF2-40B4-BE49-F238E27FC236}">
                  <a16:creationId xmlns:a16="http://schemas.microsoft.com/office/drawing/2014/main" id="{27B5D745-0BB1-45A5-BD00-D0AFF6C7FFB4}"/>
                </a:ext>
              </a:extLst>
            </p:cNvPr>
            <p:cNvSpPr/>
            <p:nvPr/>
          </p:nvSpPr>
          <p:spPr>
            <a:xfrm flipH="1">
              <a:off x="10259273" y="2247709"/>
              <a:ext cx="59718" cy="244300"/>
            </a:xfrm>
            <a:custGeom>
              <a:avLst/>
              <a:gdLst>
                <a:gd name="connsiteX0" fmla="*/ 0 w 75438"/>
                <a:gd name="connsiteY0" fmla="*/ 9601 h 308610"/>
                <a:gd name="connsiteX1" fmla="*/ 17145 w 75438"/>
                <a:gd name="connsiteY1" fmla="*/ 0 h 308610"/>
                <a:gd name="connsiteX2" fmla="*/ 75438 w 75438"/>
                <a:gd name="connsiteY2" fmla="*/ 233858 h 308610"/>
                <a:gd name="connsiteX3" fmla="*/ 75438 w 75438"/>
                <a:gd name="connsiteY3" fmla="*/ 279121 h 308610"/>
                <a:gd name="connsiteX4" fmla="*/ 65151 w 75438"/>
                <a:gd name="connsiteY4" fmla="*/ 311353 h 308610"/>
                <a:gd name="connsiteX5" fmla="*/ 47320 w 75438"/>
                <a:gd name="connsiteY5" fmla="*/ 296951 h 308610"/>
                <a:gd name="connsiteX6" fmla="*/ 61722 w 75438"/>
                <a:gd name="connsiteY6" fmla="*/ 256489 h 308610"/>
                <a:gd name="connsiteX7" fmla="*/ 57607 w 75438"/>
                <a:gd name="connsiteY7" fmla="*/ 225628 h 308610"/>
                <a:gd name="connsiteX8" fmla="*/ 5487 w 75438"/>
                <a:gd name="connsiteY8" fmla="*/ 25375 h 308610"/>
                <a:gd name="connsiteX9" fmla="*/ 0 w 75438"/>
                <a:gd name="connsiteY9" fmla="*/ 9601 h 3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438" h="308610">
                  <a:moveTo>
                    <a:pt x="0" y="9601"/>
                  </a:moveTo>
                  <a:cubicBezTo>
                    <a:pt x="6172" y="3429"/>
                    <a:pt x="11659" y="6172"/>
                    <a:pt x="17145" y="0"/>
                  </a:cubicBezTo>
                  <a:cubicBezTo>
                    <a:pt x="45263" y="100127"/>
                    <a:pt x="62408" y="153619"/>
                    <a:pt x="75438" y="233858"/>
                  </a:cubicBezTo>
                  <a:cubicBezTo>
                    <a:pt x="78181" y="248945"/>
                    <a:pt x="78181" y="264033"/>
                    <a:pt x="75438" y="279121"/>
                  </a:cubicBezTo>
                  <a:cubicBezTo>
                    <a:pt x="71323" y="292837"/>
                    <a:pt x="69266" y="297637"/>
                    <a:pt x="65151" y="311353"/>
                  </a:cubicBezTo>
                  <a:cubicBezTo>
                    <a:pt x="56236" y="314782"/>
                    <a:pt x="53493" y="304495"/>
                    <a:pt x="47320" y="296951"/>
                  </a:cubicBezTo>
                  <a:cubicBezTo>
                    <a:pt x="58293" y="285979"/>
                    <a:pt x="61036" y="277749"/>
                    <a:pt x="61722" y="256489"/>
                  </a:cubicBezTo>
                  <a:cubicBezTo>
                    <a:pt x="59665" y="243459"/>
                    <a:pt x="60351" y="233172"/>
                    <a:pt x="57607" y="225628"/>
                  </a:cubicBezTo>
                  <a:cubicBezTo>
                    <a:pt x="44577" y="157734"/>
                    <a:pt x="28804" y="100127"/>
                    <a:pt x="5487" y="25375"/>
                  </a:cubicBezTo>
                  <a:cubicBezTo>
                    <a:pt x="4801" y="21946"/>
                    <a:pt x="2058" y="13030"/>
                    <a:pt x="0" y="960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36">
              <a:extLst>
                <a:ext uri="{FF2B5EF4-FFF2-40B4-BE49-F238E27FC236}">
                  <a16:creationId xmlns:a16="http://schemas.microsoft.com/office/drawing/2014/main" id="{5F5107A7-5C58-4626-9CC5-3922FDBA257E}"/>
                </a:ext>
              </a:extLst>
            </p:cNvPr>
            <p:cNvSpPr/>
            <p:nvPr/>
          </p:nvSpPr>
          <p:spPr>
            <a:xfrm flipH="1">
              <a:off x="10374365" y="2499739"/>
              <a:ext cx="21716" cy="21716"/>
            </a:xfrm>
            <a:custGeom>
              <a:avLst/>
              <a:gdLst>
                <a:gd name="connsiteX0" fmla="*/ 0 w 27432"/>
                <a:gd name="connsiteY0" fmla="*/ 24526 h 27432"/>
                <a:gd name="connsiteX1" fmla="*/ 0 w 27432"/>
                <a:gd name="connsiteY1" fmla="*/ 7381 h 27432"/>
                <a:gd name="connsiteX2" fmla="*/ 30861 w 27432"/>
                <a:gd name="connsiteY2" fmla="*/ 8067 h 27432"/>
                <a:gd name="connsiteX3" fmla="*/ 30861 w 27432"/>
                <a:gd name="connsiteY3" fmla="*/ 23154 h 27432"/>
                <a:gd name="connsiteX4" fmla="*/ 0 w 27432"/>
                <a:gd name="connsiteY4" fmla="*/ 24526 h 2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" h="27432">
                  <a:moveTo>
                    <a:pt x="0" y="24526"/>
                  </a:moveTo>
                  <a:cubicBezTo>
                    <a:pt x="0" y="19040"/>
                    <a:pt x="0" y="12867"/>
                    <a:pt x="0" y="7381"/>
                  </a:cubicBezTo>
                  <a:cubicBezTo>
                    <a:pt x="10287" y="-2906"/>
                    <a:pt x="21260" y="-2220"/>
                    <a:pt x="30861" y="8067"/>
                  </a:cubicBezTo>
                  <a:cubicBezTo>
                    <a:pt x="35662" y="12867"/>
                    <a:pt x="34976" y="18354"/>
                    <a:pt x="30861" y="23154"/>
                  </a:cubicBezTo>
                  <a:cubicBezTo>
                    <a:pt x="21260" y="34127"/>
                    <a:pt x="10287" y="34127"/>
                    <a:pt x="0" y="24526"/>
                  </a:cubicBezTo>
                  <a:close/>
                </a:path>
              </a:pathLst>
            </a:custGeom>
            <a:solidFill>
              <a:schemeClr val="tx1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37">
              <a:extLst>
                <a:ext uri="{FF2B5EF4-FFF2-40B4-BE49-F238E27FC236}">
                  <a16:creationId xmlns:a16="http://schemas.microsoft.com/office/drawing/2014/main" id="{D745AD2D-71E6-4822-962A-B104ADF3FB84}"/>
                </a:ext>
              </a:extLst>
            </p:cNvPr>
            <p:cNvSpPr/>
            <p:nvPr/>
          </p:nvSpPr>
          <p:spPr>
            <a:xfrm flipH="1">
              <a:off x="10269294" y="2479523"/>
              <a:ext cx="27144" cy="27144"/>
            </a:xfrm>
            <a:custGeom>
              <a:avLst/>
              <a:gdLst>
                <a:gd name="connsiteX0" fmla="*/ 16088 w 34290"/>
                <a:gd name="connsiteY0" fmla="*/ 0 h 34290"/>
                <a:gd name="connsiteX1" fmla="*/ 38719 w 34290"/>
                <a:gd name="connsiteY1" fmla="*/ 6172 h 34290"/>
                <a:gd name="connsiteX2" fmla="*/ 18831 w 34290"/>
                <a:gd name="connsiteY2" fmla="*/ 35662 h 34290"/>
                <a:gd name="connsiteX3" fmla="*/ 314 w 34290"/>
                <a:gd name="connsiteY3" fmla="*/ 28804 h 34290"/>
                <a:gd name="connsiteX4" fmla="*/ 16088 w 34290"/>
                <a:gd name="connsiteY4" fmla="*/ 0 h 34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90" h="34290">
                  <a:moveTo>
                    <a:pt x="16088" y="0"/>
                  </a:moveTo>
                  <a:cubicBezTo>
                    <a:pt x="23631" y="1372"/>
                    <a:pt x="32547" y="-686"/>
                    <a:pt x="38719" y="6172"/>
                  </a:cubicBezTo>
                  <a:cubicBezTo>
                    <a:pt x="40776" y="17145"/>
                    <a:pt x="32547" y="34290"/>
                    <a:pt x="18831" y="35662"/>
                  </a:cubicBezTo>
                  <a:cubicBezTo>
                    <a:pt x="11973" y="36347"/>
                    <a:pt x="2372" y="39091"/>
                    <a:pt x="314" y="28804"/>
                  </a:cubicBezTo>
                  <a:cubicBezTo>
                    <a:pt x="-1057" y="19202"/>
                    <a:pt x="1686" y="2057"/>
                    <a:pt x="16088" y="0"/>
                  </a:cubicBezTo>
                  <a:close/>
                </a:path>
              </a:pathLst>
            </a:custGeom>
            <a:solidFill>
              <a:schemeClr val="tx1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38">
              <a:extLst>
                <a:ext uri="{FF2B5EF4-FFF2-40B4-BE49-F238E27FC236}">
                  <a16:creationId xmlns:a16="http://schemas.microsoft.com/office/drawing/2014/main" id="{6EB4F010-AE19-4B5B-8834-8F8194ABE508}"/>
                </a:ext>
              </a:extLst>
            </p:cNvPr>
            <p:cNvSpPr/>
            <p:nvPr/>
          </p:nvSpPr>
          <p:spPr>
            <a:xfrm flipH="1">
              <a:off x="10404240" y="3355747"/>
              <a:ext cx="5429" cy="38002"/>
            </a:xfrm>
            <a:custGeom>
              <a:avLst/>
              <a:gdLst>
                <a:gd name="connsiteX0" fmla="*/ 5506 w 0"/>
                <a:gd name="connsiteY0" fmla="*/ 52121 h 48006"/>
                <a:gd name="connsiteX1" fmla="*/ 706 w 0"/>
                <a:gd name="connsiteY1" fmla="*/ 0 h 48006"/>
                <a:gd name="connsiteX2" fmla="*/ 5506 w 0"/>
                <a:gd name="connsiteY2" fmla="*/ 52121 h 48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h="48006">
                  <a:moveTo>
                    <a:pt x="5506" y="52121"/>
                  </a:moveTo>
                  <a:cubicBezTo>
                    <a:pt x="-4095" y="35661"/>
                    <a:pt x="2077" y="17145"/>
                    <a:pt x="706" y="0"/>
                  </a:cubicBezTo>
                  <a:cubicBezTo>
                    <a:pt x="10993" y="16459"/>
                    <a:pt x="3449" y="34976"/>
                    <a:pt x="5506" y="52121"/>
                  </a:cubicBezTo>
                  <a:close/>
                </a:path>
              </a:pathLst>
            </a:custGeom>
            <a:solidFill>
              <a:srgbClr val="FDFDFD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39">
              <a:extLst>
                <a:ext uri="{FF2B5EF4-FFF2-40B4-BE49-F238E27FC236}">
                  <a16:creationId xmlns:a16="http://schemas.microsoft.com/office/drawing/2014/main" id="{2D224178-CABA-4339-BE6C-AADBEC0EEAE5}"/>
                </a:ext>
              </a:extLst>
            </p:cNvPr>
            <p:cNvSpPr/>
            <p:nvPr/>
          </p:nvSpPr>
          <p:spPr>
            <a:xfrm flipH="1">
              <a:off x="10786706" y="4757486"/>
              <a:ext cx="5429" cy="38002"/>
            </a:xfrm>
            <a:custGeom>
              <a:avLst/>
              <a:gdLst>
                <a:gd name="connsiteX0" fmla="*/ 1048 w 0"/>
                <a:gd name="connsiteY0" fmla="*/ 0 h 48006"/>
                <a:gd name="connsiteX1" fmla="*/ 5849 w 0"/>
                <a:gd name="connsiteY1" fmla="*/ 49377 h 48006"/>
                <a:gd name="connsiteX2" fmla="*/ 1048 w 0"/>
                <a:gd name="connsiteY2" fmla="*/ 0 h 48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h="48006">
                  <a:moveTo>
                    <a:pt x="1048" y="0"/>
                  </a:moveTo>
                  <a:cubicBezTo>
                    <a:pt x="7906" y="15773"/>
                    <a:pt x="6535" y="32918"/>
                    <a:pt x="5849" y="49377"/>
                  </a:cubicBezTo>
                  <a:cubicBezTo>
                    <a:pt x="-5124" y="33604"/>
                    <a:pt x="3106" y="16459"/>
                    <a:pt x="1048" y="0"/>
                  </a:cubicBezTo>
                  <a:close/>
                </a:path>
              </a:pathLst>
            </a:custGeom>
            <a:solidFill>
              <a:srgbClr val="FDFDFD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40">
              <a:extLst>
                <a:ext uri="{FF2B5EF4-FFF2-40B4-BE49-F238E27FC236}">
                  <a16:creationId xmlns:a16="http://schemas.microsoft.com/office/drawing/2014/main" id="{9C8D2634-B5D8-4F74-8CFD-F644A7AE0056}"/>
                </a:ext>
              </a:extLst>
            </p:cNvPr>
            <p:cNvSpPr/>
            <p:nvPr/>
          </p:nvSpPr>
          <p:spPr>
            <a:xfrm flipH="1">
              <a:off x="10790402" y="4815033"/>
              <a:ext cx="5429" cy="27144"/>
            </a:xfrm>
            <a:custGeom>
              <a:avLst/>
              <a:gdLst>
                <a:gd name="connsiteX0" fmla="*/ 4346 w 0"/>
                <a:gd name="connsiteY0" fmla="*/ 0 h 34290"/>
                <a:gd name="connsiteX1" fmla="*/ 4346 w 0"/>
                <a:gd name="connsiteY1" fmla="*/ 36347 h 34290"/>
                <a:gd name="connsiteX2" fmla="*/ 4346 w 0"/>
                <a:gd name="connsiteY2" fmla="*/ 0 h 34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h="34290">
                  <a:moveTo>
                    <a:pt x="4346" y="0"/>
                  </a:moveTo>
                  <a:cubicBezTo>
                    <a:pt x="4346" y="10973"/>
                    <a:pt x="4346" y="21260"/>
                    <a:pt x="4346" y="36347"/>
                  </a:cubicBezTo>
                  <a:cubicBezTo>
                    <a:pt x="-3883" y="22631"/>
                    <a:pt x="1603" y="11659"/>
                    <a:pt x="4346" y="0"/>
                  </a:cubicBezTo>
                  <a:close/>
                </a:path>
              </a:pathLst>
            </a:custGeom>
            <a:solidFill>
              <a:srgbClr val="FDFDFD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41">
              <a:extLst>
                <a:ext uri="{FF2B5EF4-FFF2-40B4-BE49-F238E27FC236}">
                  <a16:creationId xmlns:a16="http://schemas.microsoft.com/office/drawing/2014/main" id="{6FE2C641-D1E4-4EBA-A4A6-E0C9E5782A0C}"/>
                </a:ext>
              </a:extLst>
            </p:cNvPr>
            <p:cNvSpPr/>
            <p:nvPr/>
          </p:nvSpPr>
          <p:spPr>
            <a:xfrm flipH="1">
              <a:off x="10490752" y="1627729"/>
              <a:ext cx="5429" cy="27144"/>
            </a:xfrm>
            <a:custGeom>
              <a:avLst/>
              <a:gdLst>
                <a:gd name="connsiteX0" fmla="*/ 948 w 0"/>
                <a:gd name="connsiteY0" fmla="*/ 40462 h 34290"/>
                <a:gd name="connsiteX1" fmla="*/ 5748 w 0"/>
                <a:gd name="connsiteY1" fmla="*/ 0 h 34290"/>
                <a:gd name="connsiteX2" fmla="*/ 948 w 0"/>
                <a:gd name="connsiteY2" fmla="*/ 40462 h 34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h="34290">
                  <a:moveTo>
                    <a:pt x="948" y="40462"/>
                  </a:moveTo>
                  <a:cubicBezTo>
                    <a:pt x="1634" y="26746"/>
                    <a:pt x="-3853" y="12344"/>
                    <a:pt x="5748" y="0"/>
                  </a:cubicBezTo>
                  <a:cubicBezTo>
                    <a:pt x="3691" y="13716"/>
                    <a:pt x="10549" y="28118"/>
                    <a:pt x="948" y="40462"/>
                  </a:cubicBezTo>
                  <a:close/>
                </a:path>
              </a:pathLst>
            </a:custGeom>
            <a:solidFill>
              <a:srgbClr val="FDFDFD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42">
              <a:extLst>
                <a:ext uri="{FF2B5EF4-FFF2-40B4-BE49-F238E27FC236}">
                  <a16:creationId xmlns:a16="http://schemas.microsoft.com/office/drawing/2014/main" id="{214A72AA-F643-4112-9CED-9138105F4CA4}"/>
                </a:ext>
              </a:extLst>
            </p:cNvPr>
            <p:cNvSpPr/>
            <p:nvPr/>
          </p:nvSpPr>
          <p:spPr>
            <a:xfrm flipH="1">
              <a:off x="10472108" y="1467034"/>
              <a:ext cx="5429" cy="21716"/>
            </a:xfrm>
            <a:custGeom>
              <a:avLst/>
              <a:gdLst>
                <a:gd name="connsiteX0" fmla="*/ 27 w 0"/>
                <a:gd name="connsiteY0" fmla="*/ 31547 h 27432"/>
                <a:gd name="connsiteX1" fmla="*/ 4828 w 0"/>
                <a:gd name="connsiteY1" fmla="*/ 0 h 27432"/>
                <a:gd name="connsiteX2" fmla="*/ 27 w 0"/>
                <a:gd name="connsiteY2" fmla="*/ 31547 h 2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h="27432">
                  <a:moveTo>
                    <a:pt x="27" y="31547"/>
                  </a:moveTo>
                  <a:cubicBezTo>
                    <a:pt x="27" y="20574"/>
                    <a:pt x="-658" y="10287"/>
                    <a:pt x="4828" y="0"/>
                  </a:cubicBezTo>
                  <a:cubicBezTo>
                    <a:pt x="4142" y="10287"/>
                    <a:pt x="8943" y="21946"/>
                    <a:pt x="27" y="31547"/>
                  </a:cubicBezTo>
                  <a:close/>
                </a:path>
              </a:pathLst>
            </a:custGeom>
            <a:solidFill>
              <a:srgbClr val="FDFDFD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43">
              <a:extLst>
                <a:ext uri="{FF2B5EF4-FFF2-40B4-BE49-F238E27FC236}">
                  <a16:creationId xmlns:a16="http://schemas.microsoft.com/office/drawing/2014/main" id="{36AD158F-12F7-497D-9BEB-E85C9B257243}"/>
                </a:ext>
              </a:extLst>
            </p:cNvPr>
            <p:cNvSpPr/>
            <p:nvPr/>
          </p:nvSpPr>
          <p:spPr>
            <a:xfrm flipH="1">
              <a:off x="10474844" y="1144710"/>
              <a:ext cx="515745" cy="374594"/>
            </a:xfrm>
            <a:custGeom>
              <a:avLst/>
              <a:gdLst>
                <a:gd name="connsiteX0" fmla="*/ 653622 w 651510"/>
                <a:gd name="connsiteY0" fmla="*/ 289216 h 473202"/>
                <a:gd name="connsiteX1" fmla="*/ 635791 w 651510"/>
                <a:gd name="connsiteY1" fmla="*/ 214464 h 473202"/>
                <a:gd name="connsiteX2" fmla="*/ 628247 w 651510"/>
                <a:gd name="connsiteY2" fmla="*/ 198005 h 473202"/>
                <a:gd name="connsiteX3" fmla="*/ 623447 w 651510"/>
                <a:gd name="connsiteY3" fmla="*/ 187032 h 473202"/>
                <a:gd name="connsiteX4" fmla="*/ 589842 w 651510"/>
                <a:gd name="connsiteY4" fmla="*/ 129425 h 473202"/>
                <a:gd name="connsiteX5" fmla="*/ 577498 w 651510"/>
                <a:gd name="connsiteY5" fmla="*/ 112965 h 473202"/>
                <a:gd name="connsiteX6" fmla="*/ 537722 w 651510"/>
                <a:gd name="connsiteY6" fmla="*/ 75246 h 473202"/>
                <a:gd name="connsiteX7" fmla="*/ 522634 w 651510"/>
                <a:gd name="connsiteY7" fmla="*/ 67017 h 473202"/>
                <a:gd name="connsiteX8" fmla="*/ 510975 w 651510"/>
                <a:gd name="connsiteY8" fmla="*/ 55358 h 473202"/>
                <a:gd name="connsiteX9" fmla="*/ 503432 w 651510"/>
                <a:gd name="connsiteY9" fmla="*/ 52615 h 473202"/>
                <a:gd name="connsiteX10" fmla="*/ 488344 w 651510"/>
                <a:gd name="connsiteY10" fmla="*/ 40956 h 473202"/>
                <a:gd name="connsiteX11" fmla="*/ 467770 w 651510"/>
                <a:gd name="connsiteY11" fmla="*/ 30669 h 473202"/>
                <a:gd name="connsiteX12" fmla="*/ 443081 w 651510"/>
                <a:gd name="connsiteY12" fmla="*/ 19697 h 473202"/>
                <a:gd name="connsiteX13" fmla="*/ 423879 w 651510"/>
                <a:gd name="connsiteY13" fmla="*/ 16953 h 473202"/>
                <a:gd name="connsiteX14" fmla="*/ 203051 w 651510"/>
                <a:gd name="connsiteY14" fmla="*/ 31355 h 473202"/>
                <a:gd name="connsiteX15" fmla="*/ 6227 w 651510"/>
                <a:gd name="connsiteY15" fmla="*/ 252183 h 473202"/>
                <a:gd name="connsiteX16" fmla="*/ 4855 w 651510"/>
                <a:gd name="connsiteY16" fmla="*/ 414717 h 473202"/>
                <a:gd name="connsiteX17" fmla="*/ 13085 w 651510"/>
                <a:gd name="connsiteY17" fmla="*/ 427062 h 473202"/>
                <a:gd name="connsiteX18" fmla="*/ 72063 w 651510"/>
                <a:gd name="connsiteY18" fmla="*/ 468210 h 473202"/>
                <a:gd name="connsiteX19" fmla="*/ 107725 w 651510"/>
                <a:gd name="connsiteY19" fmla="*/ 459980 h 473202"/>
                <a:gd name="connsiteX20" fmla="*/ 142015 w 651510"/>
                <a:gd name="connsiteY20" fmla="*/ 361225 h 473202"/>
                <a:gd name="connsiteX21" fmla="*/ 166018 w 651510"/>
                <a:gd name="connsiteY21" fmla="*/ 295388 h 473202"/>
                <a:gd name="connsiteX22" fmla="*/ 212652 w 651510"/>
                <a:gd name="connsiteY22" fmla="*/ 216521 h 473202"/>
                <a:gd name="connsiteX23" fmla="*/ 242142 w 651510"/>
                <a:gd name="connsiteY23" fmla="*/ 209663 h 473202"/>
                <a:gd name="connsiteX24" fmla="*/ 260658 w 651510"/>
                <a:gd name="connsiteY24" fmla="*/ 211721 h 473202"/>
                <a:gd name="connsiteX25" fmla="*/ 298377 w 651510"/>
                <a:gd name="connsiteY25" fmla="*/ 211035 h 473202"/>
                <a:gd name="connsiteX26" fmla="*/ 336096 w 651510"/>
                <a:gd name="connsiteY26" fmla="*/ 213092 h 473202"/>
                <a:gd name="connsiteX27" fmla="*/ 369015 w 651510"/>
                <a:gd name="connsiteY27" fmla="*/ 210349 h 473202"/>
                <a:gd name="connsiteX28" fmla="*/ 404676 w 651510"/>
                <a:gd name="connsiteY28" fmla="*/ 216521 h 473202"/>
                <a:gd name="connsiteX29" fmla="*/ 502746 w 651510"/>
                <a:gd name="connsiteY29" fmla="*/ 226122 h 473202"/>
                <a:gd name="connsiteX30" fmla="*/ 524691 w 651510"/>
                <a:gd name="connsiteY30" fmla="*/ 225437 h 473202"/>
                <a:gd name="connsiteX31" fmla="*/ 550752 w 651510"/>
                <a:gd name="connsiteY31" fmla="*/ 234352 h 473202"/>
                <a:gd name="connsiteX32" fmla="*/ 594643 w 651510"/>
                <a:gd name="connsiteY32" fmla="*/ 252869 h 473202"/>
                <a:gd name="connsiteX33" fmla="*/ 608359 w 651510"/>
                <a:gd name="connsiteY33" fmla="*/ 290588 h 473202"/>
                <a:gd name="connsiteX34" fmla="*/ 612474 w 651510"/>
                <a:gd name="connsiteY34" fmla="*/ 328307 h 473202"/>
                <a:gd name="connsiteX35" fmla="*/ 615903 w 651510"/>
                <a:gd name="connsiteY35" fmla="*/ 340651 h 473202"/>
                <a:gd name="connsiteX36" fmla="*/ 615903 w 651510"/>
                <a:gd name="connsiteY36" fmla="*/ 351624 h 473202"/>
                <a:gd name="connsiteX37" fmla="*/ 615903 w 651510"/>
                <a:gd name="connsiteY37" fmla="*/ 371512 h 473202"/>
                <a:gd name="connsiteX38" fmla="*/ 620018 w 651510"/>
                <a:gd name="connsiteY38" fmla="*/ 405116 h 473202"/>
                <a:gd name="connsiteX39" fmla="*/ 636477 w 651510"/>
                <a:gd name="connsiteY39" fmla="*/ 479868 h 473202"/>
                <a:gd name="connsiteX40" fmla="*/ 645392 w 651510"/>
                <a:gd name="connsiteY40" fmla="*/ 457237 h 473202"/>
                <a:gd name="connsiteX41" fmla="*/ 648821 w 651510"/>
                <a:gd name="connsiteY41" fmla="*/ 440092 h 473202"/>
                <a:gd name="connsiteX42" fmla="*/ 653622 w 651510"/>
                <a:gd name="connsiteY42" fmla="*/ 408545 h 473202"/>
                <a:gd name="connsiteX43" fmla="*/ 656365 w 651510"/>
                <a:gd name="connsiteY43" fmla="*/ 371512 h 473202"/>
                <a:gd name="connsiteX44" fmla="*/ 653622 w 651510"/>
                <a:gd name="connsiteY44" fmla="*/ 289216 h 473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651510" h="473202">
                  <a:moveTo>
                    <a:pt x="653622" y="289216"/>
                  </a:moveTo>
                  <a:cubicBezTo>
                    <a:pt x="647450" y="264527"/>
                    <a:pt x="641963" y="239153"/>
                    <a:pt x="635791" y="214464"/>
                  </a:cubicBezTo>
                  <a:cubicBezTo>
                    <a:pt x="629619" y="210349"/>
                    <a:pt x="637163" y="200748"/>
                    <a:pt x="628247" y="198005"/>
                  </a:cubicBezTo>
                  <a:cubicBezTo>
                    <a:pt x="623447" y="195947"/>
                    <a:pt x="623447" y="191147"/>
                    <a:pt x="623447" y="187032"/>
                  </a:cubicBezTo>
                  <a:cubicBezTo>
                    <a:pt x="617960" y="160286"/>
                    <a:pt x="611788" y="145198"/>
                    <a:pt x="589842" y="129425"/>
                  </a:cubicBezTo>
                  <a:cubicBezTo>
                    <a:pt x="588471" y="127367"/>
                    <a:pt x="578870" y="115023"/>
                    <a:pt x="577498" y="112965"/>
                  </a:cubicBezTo>
                  <a:cubicBezTo>
                    <a:pt x="566525" y="92391"/>
                    <a:pt x="559667" y="84162"/>
                    <a:pt x="537722" y="75246"/>
                  </a:cubicBezTo>
                  <a:cubicBezTo>
                    <a:pt x="532921" y="75246"/>
                    <a:pt x="523320" y="73189"/>
                    <a:pt x="522634" y="67017"/>
                  </a:cubicBezTo>
                  <a:cubicBezTo>
                    <a:pt x="519891" y="60845"/>
                    <a:pt x="518519" y="56044"/>
                    <a:pt x="510975" y="55358"/>
                  </a:cubicBezTo>
                  <a:cubicBezTo>
                    <a:pt x="508918" y="56044"/>
                    <a:pt x="504117" y="54672"/>
                    <a:pt x="503432" y="52615"/>
                  </a:cubicBezTo>
                  <a:cubicBezTo>
                    <a:pt x="500688" y="43700"/>
                    <a:pt x="493145" y="45757"/>
                    <a:pt x="488344" y="40956"/>
                  </a:cubicBezTo>
                  <a:cubicBezTo>
                    <a:pt x="479429" y="38899"/>
                    <a:pt x="474628" y="36842"/>
                    <a:pt x="467770" y="30669"/>
                  </a:cubicBezTo>
                  <a:cubicBezTo>
                    <a:pt x="460912" y="19011"/>
                    <a:pt x="449939" y="25183"/>
                    <a:pt x="443081" y="19697"/>
                  </a:cubicBezTo>
                  <a:cubicBezTo>
                    <a:pt x="438966" y="19697"/>
                    <a:pt x="427308" y="18325"/>
                    <a:pt x="423879" y="16953"/>
                  </a:cubicBezTo>
                  <a:cubicBezTo>
                    <a:pt x="347069" y="-12536"/>
                    <a:pt x="275746" y="-877"/>
                    <a:pt x="203051" y="31355"/>
                  </a:cubicBezTo>
                  <a:cubicBezTo>
                    <a:pt x="104982" y="75246"/>
                    <a:pt x="28858" y="139712"/>
                    <a:pt x="6227" y="252183"/>
                  </a:cubicBezTo>
                  <a:cubicBezTo>
                    <a:pt x="-4746" y="306361"/>
                    <a:pt x="1426" y="360539"/>
                    <a:pt x="4855" y="414717"/>
                  </a:cubicBezTo>
                  <a:cubicBezTo>
                    <a:pt x="8970" y="418832"/>
                    <a:pt x="3483" y="428433"/>
                    <a:pt x="13085" y="427062"/>
                  </a:cubicBezTo>
                  <a:cubicBezTo>
                    <a:pt x="45317" y="421575"/>
                    <a:pt x="53547" y="443521"/>
                    <a:pt x="72063" y="468210"/>
                  </a:cubicBezTo>
                  <a:cubicBezTo>
                    <a:pt x="83722" y="484669"/>
                    <a:pt x="104296" y="479183"/>
                    <a:pt x="107725" y="459980"/>
                  </a:cubicBezTo>
                  <a:cubicBezTo>
                    <a:pt x="114583" y="425690"/>
                    <a:pt x="121441" y="390714"/>
                    <a:pt x="142015" y="361225"/>
                  </a:cubicBezTo>
                  <a:cubicBezTo>
                    <a:pt x="155731" y="341337"/>
                    <a:pt x="163961" y="319391"/>
                    <a:pt x="166018" y="295388"/>
                  </a:cubicBezTo>
                  <a:cubicBezTo>
                    <a:pt x="168761" y="261784"/>
                    <a:pt x="179734" y="232295"/>
                    <a:pt x="212652" y="216521"/>
                  </a:cubicBezTo>
                  <a:cubicBezTo>
                    <a:pt x="225683" y="215835"/>
                    <a:pt x="228426" y="206920"/>
                    <a:pt x="242142" y="209663"/>
                  </a:cubicBezTo>
                  <a:cubicBezTo>
                    <a:pt x="243513" y="209663"/>
                    <a:pt x="259287" y="211721"/>
                    <a:pt x="260658" y="211721"/>
                  </a:cubicBezTo>
                  <a:cubicBezTo>
                    <a:pt x="284661" y="211035"/>
                    <a:pt x="274374" y="210349"/>
                    <a:pt x="298377" y="211035"/>
                  </a:cubicBezTo>
                  <a:cubicBezTo>
                    <a:pt x="299749" y="211035"/>
                    <a:pt x="334725" y="213092"/>
                    <a:pt x="336096" y="213092"/>
                  </a:cubicBezTo>
                  <a:cubicBezTo>
                    <a:pt x="348441" y="213092"/>
                    <a:pt x="355985" y="210349"/>
                    <a:pt x="369015" y="210349"/>
                  </a:cubicBezTo>
                  <a:cubicBezTo>
                    <a:pt x="378616" y="218579"/>
                    <a:pt x="395075" y="211721"/>
                    <a:pt x="404676" y="216521"/>
                  </a:cubicBezTo>
                  <a:cubicBezTo>
                    <a:pt x="441024" y="220636"/>
                    <a:pt x="465713" y="226122"/>
                    <a:pt x="502746" y="226122"/>
                  </a:cubicBezTo>
                  <a:cubicBezTo>
                    <a:pt x="507546" y="226808"/>
                    <a:pt x="519891" y="224751"/>
                    <a:pt x="524691" y="225437"/>
                  </a:cubicBezTo>
                  <a:cubicBezTo>
                    <a:pt x="524691" y="226122"/>
                    <a:pt x="550066" y="235724"/>
                    <a:pt x="550752" y="234352"/>
                  </a:cubicBezTo>
                  <a:cubicBezTo>
                    <a:pt x="574069" y="242582"/>
                    <a:pt x="574755" y="234352"/>
                    <a:pt x="594643" y="252869"/>
                  </a:cubicBezTo>
                  <a:cubicBezTo>
                    <a:pt x="606987" y="265213"/>
                    <a:pt x="606987" y="276872"/>
                    <a:pt x="608359" y="290588"/>
                  </a:cubicBezTo>
                  <a:cubicBezTo>
                    <a:pt x="608359" y="307047"/>
                    <a:pt x="605616" y="312533"/>
                    <a:pt x="612474" y="328307"/>
                  </a:cubicBezTo>
                  <a:cubicBezTo>
                    <a:pt x="612474" y="328307"/>
                    <a:pt x="615903" y="340651"/>
                    <a:pt x="615903" y="340651"/>
                  </a:cubicBezTo>
                  <a:cubicBezTo>
                    <a:pt x="615903" y="340651"/>
                    <a:pt x="615903" y="355739"/>
                    <a:pt x="615903" y="351624"/>
                  </a:cubicBezTo>
                  <a:cubicBezTo>
                    <a:pt x="616589" y="361911"/>
                    <a:pt x="615217" y="361225"/>
                    <a:pt x="615903" y="371512"/>
                  </a:cubicBezTo>
                  <a:cubicBezTo>
                    <a:pt x="612474" y="383856"/>
                    <a:pt x="618646" y="394143"/>
                    <a:pt x="620018" y="405116"/>
                  </a:cubicBezTo>
                  <a:cubicBezTo>
                    <a:pt x="619332" y="430491"/>
                    <a:pt x="632362" y="455180"/>
                    <a:pt x="636477" y="479868"/>
                  </a:cubicBezTo>
                  <a:cubicBezTo>
                    <a:pt x="641277" y="470953"/>
                    <a:pt x="644021" y="471639"/>
                    <a:pt x="645392" y="457237"/>
                  </a:cubicBezTo>
                  <a:cubicBezTo>
                    <a:pt x="645392" y="446950"/>
                    <a:pt x="644021" y="449007"/>
                    <a:pt x="648821" y="440092"/>
                  </a:cubicBezTo>
                  <a:cubicBezTo>
                    <a:pt x="654308" y="430491"/>
                    <a:pt x="648821" y="418832"/>
                    <a:pt x="653622" y="408545"/>
                  </a:cubicBezTo>
                  <a:cubicBezTo>
                    <a:pt x="653622" y="403745"/>
                    <a:pt x="656365" y="376313"/>
                    <a:pt x="656365" y="371512"/>
                  </a:cubicBezTo>
                  <a:cubicBezTo>
                    <a:pt x="659794" y="335850"/>
                    <a:pt x="657051" y="323506"/>
                    <a:pt x="653622" y="289216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44">
              <a:extLst>
                <a:ext uri="{FF2B5EF4-FFF2-40B4-BE49-F238E27FC236}">
                  <a16:creationId xmlns:a16="http://schemas.microsoft.com/office/drawing/2014/main" id="{86B4B84B-9851-4923-98AF-FB80F49D3D3D}"/>
                </a:ext>
              </a:extLst>
            </p:cNvPr>
            <p:cNvSpPr/>
            <p:nvPr/>
          </p:nvSpPr>
          <p:spPr>
            <a:xfrm flipH="1">
              <a:off x="10575885" y="1856151"/>
              <a:ext cx="1188927" cy="2855598"/>
            </a:xfrm>
            <a:custGeom>
              <a:avLst/>
              <a:gdLst>
                <a:gd name="connsiteX0" fmla="*/ 999347 w 1501902"/>
                <a:gd name="connsiteY0" fmla="*/ 4286 h 3607308"/>
                <a:gd name="connsiteX1" fmla="*/ 913622 w 1501902"/>
                <a:gd name="connsiteY1" fmla="*/ 857 h 3607308"/>
                <a:gd name="connsiteX2" fmla="*/ 817610 w 1501902"/>
                <a:gd name="connsiteY2" fmla="*/ 138017 h 3607308"/>
                <a:gd name="connsiteX3" fmla="*/ 470595 w 1501902"/>
                <a:gd name="connsiteY3" fmla="*/ 282035 h 3607308"/>
                <a:gd name="connsiteX4" fmla="*/ 288858 w 1501902"/>
                <a:gd name="connsiteY4" fmla="*/ 546068 h 3607308"/>
                <a:gd name="connsiteX5" fmla="*/ 21396 w 1501902"/>
                <a:gd name="connsiteY5" fmla="*/ 1321708 h 3607308"/>
                <a:gd name="connsiteX6" fmla="*/ 103692 w 1501902"/>
                <a:gd name="connsiteY6" fmla="*/ 1644034 h 3607308"/>
                <a:gd name="connsiteX7" fmla="*/ 522716 w 1501902"/>
                <a:gd name="connsiteY7" fmla="*/ 1836058 h 3607308"/>
                <a:gd name="connsiteX8" fmla="*/ 536432 w 1501902"/>
                <a:gd name="connsiteY8" fmla="*/ 3607480 h 3607308"/>
                <a:gd name="connsiteX9" fmla="*/ 1504095 w 1501902"/>
                <a:gd name="connsiteY9" fmla="*/ 3538900 h 3607308"/>
                <a:gd name="connsiteX10" fmla="*/ 1425228 w 1501902"/>
                <a:gd name="connsiteY10" fmla="*/ 1350512 h 3607308"/>
                <a:gd name="connsiteX11" fmla="*/ 976715 w 1501902"/>
                <a:gd name="connsiteY11" fmla="*/ 62579 h 3607308"/>
                <a:gd name="connsiteX12" fmla="*/ 999347 w 1501902"/>
                <a:gd name="connsiteY12" fmla="*/ 4286 h 3607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01902" h="3607308">
                  <a:moveTo>
                    <a:pt x="999347" y="4286"/>
                  </a:moveTo>
                  <a:cubicBezTo>
                    <a:pt x="953398" y="-2572"/>
                    <a:pt x="913622" y="857"/>
                    <a:pt x="913622" y="857"/>
                  </a:cubicBezTo>
                  <a:lnTo>
                    <a:pt x="817610" y="138017"/>
                  </a:lnTo>
                  <a:cubicBezTo>
                    <a:pt x="817610" y="138017"/>
                    <a:pt x="574151" y="216884"/>
                    <a:pt x="470595" y="282035"/>
                  </a:cubicBezTo>
                  <a:cubicBezTo>
                    <a:pt x="367039" y="347186"/>
                    <a:pt x="319719" y="436340"/>
                    <a:pt x="288858" y="546068"/>
                  </a:cubicBezTo>
                  <a:cubicBezTo>
                    <a:pt x="257997" y="655796"/>
                    <a:pt x="59115" y="1187977"/>
                    <a:pt x="21396" y="1321708"/>
                  </a:cubicBezTo>
                  <a:cubicBezTo>
                    <a:pt x="-16323" y="1455439"/>
                    <a:pt x="-12894" y="1558309"/>
                    <a:pt x="103692" y="1644034"/>
                  </a:cubicBezTo>
                  <a:cubicBezTo>
                    <a:pt x="220278" y="1729759"/>
                    <a:pt x="381441" y="1803140"/>
                    <a:pt x="522716" y="1836058"/>
                  </a:cubicBezTo>
                  <a:cubicBezTo>
                    <a:pt x="479510" y="2012994"/>
                    <a:pt x="536432" y="3607480"/>
                    <a:pt x="536432" y="3607480"/>
                  </a:cubicBezTo>
                  <a:lnTo>
                    <a:pt x="1504095" y="3538900"/>
                  </a:lnTo>
                  <a:cubicBezTo>
                    <a:pt x="1504095" y="3538900"/>
                    <a:pt x="1480092" y="2040426"/>
                    <a:pt x="1425228" y="1350512"/>
                  </a:cubicBezTo>
                  <a:cubicBezTo>
                    <a:pt x="1374479" y="709974"/>
                    <a:pt x="1240062" y="257346"/>
                    <a:pt x="976715" y="62579"/>
                  </a:cubicBezTo>
                  <a:cubicBezTo>
                    <a:pt x="985631" y="44063"/>
                    <a:pt x="987688" y="27603"/>
                    <a:pt x="999347" y="4286"/>
                  </a:cubicBezTo>
                  <a:close/>
                </a:path>
              </a:pathLst>
            </a:custGeom>
            <a:solidFill>
              <a:schemeClr val="bg1"/>
            </a:solidFill>
            <a:ln w="6854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45">
              <a:extLst>
                <a:ext uri="{FF2B5EF4-FFF2-40B4-BE49-F238E27FC236}">
                  <a16:creationId xmlns:a16="http://schemas.microsoft.com/office/drawing/2014/main" id="{9541CB9F-1648-4BE2-8E0E-41DBD5C04011}"/>
                </a:ext>
              </a:extLst>
            </p:cNvPr>
            <p:cNvSpPr/>
            <p:nvPr/>
          </p:nvSpPr>
          <p:spPr>
            <a:xfrm flipH="1">
              <a:off x="10428892" y="2046046"/>
              <a:ext cx="325734" cy="1161783"/>
            </a:xfrm>
            <a:custGeom>
              <a:avLst/>
              <a:gdLst>
                <a:gd name="connsiteX0" fmla="*/ 199868 w 411480"/>
                <a:gd name="connsiteY0" fmla="*/ 1391119 h 1467612"/>
                <a:gd name="connsiteX1" fmla="*/ 195067 w 411480"/>
                <a:gd name="connsiteY1" fmla="*/ 1363687 h 1467612"/>
                <a:gd name="connsiteX2" fmla="*/ 106599 w 411480"/>
                <a:gd name="connsiteY2" fmla="*/ 580503 h 1467612"/>
                <a:gd name="connsiteX3" fmla="*/ 102484 w 411480"/>
                <a:gd name="connsiteY3" fmla="*/ 569531 h 1467612"/>
                <a:gd name="connsiteX4" fmla="*/ 66822 w 411480"/>
                <a:gd name="connsiteY4" fmla="*/ 228002 h 1467612"/>
                <a:gd name="connsiteX5" fmla="*/ 22245 w 411480"/>
                <a:gd name="connsiteY5" fmla="*/ 130619 h 1467612"/>
                <a:gd name="connsiteX6" fmla="*/ 9901 w 411480"/>
                <a:gd name="connsiteY6" fmla="*/ 75069 h 1467612"/>
                <a:gd name="connsiteX7" fmla="*/ 54478 w 411480"/>
                <a:gd name="connsiteY7" fmla="*/ 6489 h 1467612"/>
                <a:gd name="connsiteX8" fmla="*/ 102484 w 411480"/>
                <a:gd name="connsiteY8" fmla="*/ 317 h 1467612"/>
                <a:gd name="connsiteX9" fmla="*/ 136774 w 411480"/>
                <a:gd name="connsiteY9" fmla="*/ 17462 h 1467612"/>
                <a:gd name="connsiteX10" fmla="*/ 162834 w 411480"/>
                <a:gd name="connsiteY10" fmla="*/ 51752 h 1467612"/>
                <a:gd name="connsiteX11" fmla="*/ 173121 w 411480"/>
                <a:gd name="connsiteY11" fmla="*/ 127875 h 1467612"/>
                <a:gd name="connsiteX12" fmla="*/ 173807 w 411480"/>
                <a:gd name="connsiteY12" fmla="*/ 157365 h 1467612"/>
                <a:gd name="connsiteX13" fmla="*/ 283535 w 411480"/>
                <a:gd name="connsiteY13" fmla="*/ 496836 h 1467612"/>
                <a:gd name="connsiteX14" fmla="*/ 404922 w 411480"/>
                <a:gd name="connsiteY14" fmla="*/ 1290307 h 1467612"/>
                <a:gd name="connsiteX15" fmla="*/ 408351 w 411480"/>
                <a:gd name="connsiteY15" fmla="*/ 1304023 h 1467612"/>
                <a:gd name="connsiteX16" fmla="*/ 363774 w 411480"/>
                <a:gd name="connsiteY16" fmla="*/ 1427467 h 1467612"/>
                <a:gd name="connsiteX17" fmla="*/ 272562 w 411480"/>
                <a:gd name="connsiteY17" fmla="*/ 1445297 h 1467612"/>
                <a:gd name="connsiteX18" fmla="*/ 199868 w 411480"/>
                <a:gd name="connsiteY18" fmla="*/ 1391119 h 1467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11480" h="1467612">
                  <a:moveTo>
                    <a:pt x="199868" y="1391119"/>
                  </a:moveTo>
                  <a:cubicBezTo>
                    <a:pt x="192324" y="1382890"/>
                    <a:pt x="195067" y="1373288"/>
                    <a:pt x="195067" y="1363687"/>
                  </a:cubicBezTo>
                  <a:cubicBezTo>
                    <a:pt x="194381" y="1099654"/>
                    <a:pt x="160777" y="839050"/>
                    <a:pt x="106599" y="580503"/>
                  </a:cubicBezTo>
                  <a:cubicBezTo>
                    <a:pt x="105913" y="577074"/>
                    <a:pt x="103856" y="573645"/>
                    <a:pt x="102484" y="569531"/>
                  </a:cubicBezTo>
                  <a:cubicBezTo>
                    <a:pt x="67508" y="457745"/>
                    <a:pt x="58593" y="343217"/>
                    <a:pt x="66822" y="228002"/>
                  </a:cubicBezTo>
                  <a:cubicBezTo>
                    <a:pt x="70251" y="182739"/>
                    <a:pt x="58593" y="154622"/>
                    <a:pt x="22245" y="130619"/>
                  </a:cubicBezTo>
                  <a:cubicBezTo>
                    <a:pt x="-4501" y="112788"/>
                    <a:pt x="-5187" y="103872"/>
                    <a:pt x="9901" y="75069"/>
                  </a:cubicBezTo>
                  <a:cubicBezTo>
                    <a:pt x="22931" y="51066"/>
                    <a:pt x="28418" y="22262"/>
                    <a:pt x="54478" y="6489"/>
                  </a:cubicBezTo>
                  <a:cubicBezTo>
                    <a:pt x="70251" y="1688"/>
                    <a:pt x="86711" y="5803"/>
                    <a:pt x="102484" y="317"/>
                  </a:cubicBezTo>
                  <a:cubicBezTo>
                    <a:pt x="117572" y="-1741"/>
                    <a:pt x="127859" y="6489"/>
                    <a:pt x="136774" y="17462"/>
                  </a:cubicBezTo>
                  <a:cubicBezTo>
                    <a:pt x="145689" y="28434"/>
                    <a:pt x="153233" y="40779"/>
                    <a:pt x="162834" y="51752"/>
                  </a:cubicBezTo>
                  <a:cubicBezTo>
                    <a:pt x="184094" y="75069"/>
                    <a:pt x="195067" y="99072"/>
                    <a:pt x="173121" y="127875"/>
                  </a:cubicBezTo>
                  <a:cubicBezTo>
                    <a:pt x="166263" y="136791"/>
                    <a:pt x="167635" y="147764"/>
                    <a:pt x="173807" y="157365"/>
                  </a:cubicBezTo>
                  <a:cubicBezTo>
                    <a:pt x="235529" y="262292"/>
                    <a:pt x="260904" y="378878"/>
                    <a:pt x="283535" y="496836"/>
                  </a:cubicBezTo>
                  <a:cubicBezTo>
                    <a:pt x="333599" y="759497"/>
                    <a:pt x="368574" y="1024902"/>
                    <a:pt x="404922" y="1290307"/>
                  </a:cubicBezTo>
                  <a:cubicBezTo>
                    <a:pt x="405608" y="1295107"/>
                    <a:pt x="407665" y="1299222"/>
                    <a:pt x="408351" y="1304023"/>
                  </a:cubicBezTo>
                  <a:cubicBezTo>
                    <a:pt x="423438" y="1356143"/>
                    <a:pt x="389148" y="1390433"/>
                    <a:pt x="363774" y="1427467"/>
                  </a:cubicBezTo>
                  <a:cubicBezTo>
                    <a:pt x="327426" y="1482331"/>
                    <a:pt x="326741" y="1483016"/>
                    <a:pt x="272562" y="1445297"/>
                  </a:cubicBezTo>
                  <a:cubicBezTo>
                    <a:pt x="247188" y="1428838"/>
                    <a:pt x="217698" y="1417180"/>
                    <a:pt x="199868" y="1391119"/>
                  </a:cubicBezTo>
                  <a:close/>
                </a:path>
              </a:pathLst>
            </a:custGeom>
            <a:solidFill>
              <a:schemeClr val="tx1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46">
              <a:extLst>
                <a:ext uri="{FF2B5EF4-FFF2-40B4-BE49-F238E27FC236}">
                  <a16:creationId xmlns:a16="http://schemas.microsoft.com/office/drawing/2014/main" id="{FA1EB8DD-EDC1-4165-B080-5DB3A80364B6}"/>
                </a:ext>
              </a:extLst>
            </p:cNvPr>
            <p:cNvSpPr/>
            <p:nvPr/>
          </p:nvSpPr>
          <p:spPr>
            <a:xfrm flipH="1">
              <a:off x="10848851" y="2555527"/>
              <a:ext cx="749187" cy="890338"/>
            </a:xfrm>
            <a:custGeom>
              <a:avLst/>
              <a:gdLst>
                <a:gd name="connsiteX0" fmla="*/ 0 w 946404"/>
                <a:gd name="connsiteY0" fmla="*/ 0 h 1124712"/>
                <a:gd name="connsiteX1" fmla="*/ 542468 w 946404"/>
                <a:gd name="connsiteY1" fmla="*/ 139903 h 1124712"/>
                <a:gd name="connsiteX2" fmla="*/ 951890 w 946404"/>
                <a:gd name="connsiteY2" fmla="*/ 1126770 h 1124712"/>
                <a:gd name="connsiteX3" fmla="*/ 432740 w 946404"/>
                <a:gd name="connsiteY3" fmla="*/ 1010869 h 1124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6404" h="1124712">
                  <a:moveTo>
                    <a:pt x="0" y="0"/>
                  </a:moveTo>
                  <a:lnTo>
                    <a:pt x="542468" y="139903"/>
                  </a:lnTo>
                  <a:lnTo>
                    <a:pt x="951890" y="1126770"/>
                  </a:lnTo>
                  <a:lnTo>
                    <a:pt x="432740" y="1010869"/>
                  </a:lnTo>
                  <a:close/>
                </a:path>
              </a:pathLst>
            </a:custGeom>
            <a:solidFill>
              <a:schemeClr val="tx1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47">
              <a:extLst>
                <a:ext uri="{FF2B5EF4-FFF2-40B4-BE49-F238E27FC236}">
                  <a16:creationId xmlns:a16="http://schemas.microsoft.com/office/drawing/2014/main" id="{F99FD60C-7406-4047-9EAA-1471ED87172C}"/>
                </a:ext>
              </a:extLst>
            </p:cNvPr>
            <p:cNvSpPr/>
            <p:nvPr/>
          </p:nvSpPr>
          <p:spPr>
            <a:xfrm flipH="1">
              <a:off x="10911826" y="2899942"/>
              <a:ext cx="369165" cy="342020"/>
            </a:xfrm>
            <a:custGeom>
              <a:avLst/>
              <a:gdLst>
                <a:gd name="connsiteX0" fmla="*/ 59665 w 466344"/>
                <a:gd name="connsiteY0" fmla="*/ 140307 h 432054"/>
                <a:gd name="connsiteX1" fmla="*/ 117958 w 466344"/>
                <a:gd name="connsiteY1" fmla="*/ 63498 h 432054"/>
                <a:gd name="connsiteX2" fmla="*/ 304495 w 466344"/>
                <a:gd name="connsiteY2" fmla="*/ 27836 h 432054"/>
                <a:gd name="connsiteX3" fmla="*/ 301066 w 466344"/>
                <a:gd name="connsiteY3" fmla="*/ 74470 h 432054"/>
                <a:gd name="connsiteX4" fmla="*/ 330556 w 466344"/>
                <a:gd name="connsiteY4" fmla="*/ 70356 h 432054"/>
                <a:gd name="connsiteX5" fmla="*/ 378562 w 466344"/>
                <a:gd name="connsiteY5" fmla="*/ 77899 h 432054"/>
                <a:gd name="connsiteX6" fmla="*/ 393649 w 466344"/>
                <a:gd name="connsiteY6" fmla="*/ 121105 h 432054"/>
                <a:gd name="connsiteX7" fmla="*/ 426568 w 466344"/>
                <a:gd name="connsiteY7" fmla="*/ 150594 h 432054"/>
                <a:gd name="connsiteX8" fmla="*/ 433426 w 466344"/>
                <a:gd name="connsiteY8" fmla="*/ 194485 h 432054"/>
                <a:gd name="connsiteX9" fmla="*/ 453314 w 466344"/>
                <a:gd name="connsiteY9" fmla="*/ 217803 h 432054"/>
                <a:gd name="connsiteX10" fmla="*/ 452628 w 466344"/>
                <a:gd name="connsiteY10" fmla="*/ 269923 h 432054"/>
                <a:gd name="connsiteX11" fmla="*/ 466344 w 466344"/>
                <a:gd name="connsiteY11" fmla="*/ 304899 h 432054"/>
                <a:gd name="connsiteX12" fmla="*/ 439598 w 466344"/>
                <a:gd name="connsiteY12" fmla="*/ 359077 h 432054"/>
                <a:gd name="connsiteX13" fmla="*/ 362102 w 466344"/>
                <a:gd name="connsiteY13" fmla="*/ 393367 h 432054"/>
                <a:gd name="connsiteX14" fmla="*/ 202311 w 466344"/>
                <a:gd name="connsiteY14" fmla="*/ 436573 h 432054"/>
                <a:gd name="connsiteX15" fmla="*/ 128930 w 466344"/>
                <a:gd name="connsiteY15" fmla="*/ 434515 h 432054"/>
                <a:gd name="connsiteX16" fmla="*/ 52807 w 466344"/>
                <a:gd name="connsiteY16" fmla="*/ 436573 h 432054"/>
                <a:gd name="connsiteX17" fmla="*/ 4115 w 466344"/>
                <a:gd name="connsiteY17" fmla="*/ 409827 h 432054"/>
                <a:gd name="connsiteX18" fmla="*/ 0 w 466344"/>
                <a:gd name="connsiteY18" fmla="*/ 354277 h 432054"/>
                <a:gd name="connsiteX19" fmla="*/ 23317 w 466344"/>
                <a:gd name="connsiteY19" fmla="*/ 191742 h 432054"/>
                <a:gd name="connsiteX20" fmla="*/ 59665 w 466344"/>
                <a:gd name="connsiteY20" fmla="*/ 140307 h 43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6344" h="432054">
                  <a:moveTo>
                    <a:pt x="59665" y="140307"/>
                  </a:moveTo>
                  <a:cubicBezTo>
                    <a:pt x="78867" y="114933"/>
                    <a:pt x="90526" y="87501"/>
                    <a:pt x="117958" y="63498"/>
                  </a:cubicBezTo>
                  <a:cubicBezTo>
                    <a:pt x="205740" y="-282"/>
                    <a:pt x="235915" y="-22913"/>
                    <a:pt x="304495" y="27836"/>
                  </a:cubicBezTo>
                  <a:cubicBezTo>
                    <a:pt x="323698" y="47038"/>
                    <a:pt x="298323" y="72413"/>
                    <a:pt x="301066" y="74470"/>
                  </a:cubicBezTo>
                  <a:cubicBezTo>
                    <a:pt x="305181" y="83386"/>
                    <a:pt x="311353" y="72413"/>
                    <a:pt x="330556" y="70356"/>
                  </a:cubicBezTo>
                  <a:cubicBezTo>
                    <a:pt x="347701" y="68298"/>
                    <a:pt x="366903" y="66927"/>
                    <a:pt x="378562" y="77899"/>
                  </a:cubicBezTo>
                  <a:cubicBezTo>
                    <a:pt x="395707" y="92987"/>
                    <a:pt x="384048" y="99845"/>
                    <a:pt x="393649" y="121105"/>
                  </a:cubicBezTo>
                  <a:cubicBezTo>
                    <a:pt x="402565" y="139621"/>
                    <a:pt x="414909" y="126591"/>
                    <a:pt x="426568" y="150594"/>
                  </a:cubicBezTo>
                  <a:cubicBezTo>
                    <a:pt x="436169" y="170482"/>
                    <a:pt x="427253" y="178026"/>
                    <a:pt x="433426" y="194485"/>
                  </a:cubicBezTo>
                  <a:cubicBezTo>
                    <a:pt x="437540" y="204087"/>
                    <a:pt x="446456" y="203401"/>
                    <a:pt x="453314" y="217803"/>
                  </a:cubicBezTo>
                  <a:cubicBezTo>
                    <a:pt x="460172" y="232204"/>
                    <a:pt x="447142" y="253464"/>
                    <a:pt x="452628" y="269923"/>
                  </a:cubicBezTo>
                  <a:cubicBezTo>
                    <a:pt x="458114" y="285011"/>
                    <a:pt x="460858" y="292555"/>
                    <a:pt x="466344" y="304899"/>
                  </a:cubicBezTo>
                  <a:cubicBezTo>
                    <a:pt x="473202" y="320673"/>
                    <a:pt x="454000" y="351534"/>
                    <a:pt x="439598" y="359077"/>
                  </a:cubicBezTo>
                  <a:cubicBezTo>
                    <a:pt x="429311" y="364564"/>
                    <a:pt x="379247" y="384452"/>
                    <a:pt x="362102" y="393367"/>
                  </a:cubicBezTo>
                  <a:cubicBezTo>
                    <a:pt x="316840" y="422857"/>
                    <a:pt x="246888" y="437259"/>
                    <a:pt x="202311" y="436573"/>
                  </a:cubicBezTo>
                  <a:cubicBezTo>
                    <a:pt x="183794" y="434515"/>
                    <a:pt x="138532" y="436573"/>
                    <a:pt x="128930" y="434515"/>
                  </a:cubicBezTo>
                  <a:cubicBezTo>
                    <a:pt x="96698" y="431086"/>
                    <a:pt x="85039" y="441373"/>
                    <a:pt x="52807" y="436573"/>
                  </a:cubicBezTo>
                  <a:cubicBezTo>
                    <a:pt x="34976" y="433830"/>
                    <a:pt x="6858" y="426972"/>
                    <a:pt x="4115" y="409827"/>
                  </a:cubicBezTo>
                  <a:cubicBezTo>
                    <a:pt x="2057" y="398854"/>
                    <a:pt x="0" y="365250"/>
                    <a:pt x="0" y="354277"/>
                  </a:cubicBezTo>
                  <a:cubicBezTo>
                    <a:pt x="2057" y="299413"/>
                    <a:pt x="5486" y="243863"/>
                    <a:pt x="23317" y="191742"/>
                  </a:cubicBezTo>
                  <a:cubicBezTo>
                    <a:pt x="31547" y="171854"/>
                    <a:pt x="42520" y="153337"/>
                    <a:pt x="59665" y="140307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48">
              <a:extLst>
                <a:ext uri="{FF2B5EF4-FFF2-40B4-BE49-F238E27FC236}">
                  <a16:creationId xmlns:a16="http://schemas.microsoft.com/office/drawing/2014/main" id="{CAFE64B1-4A8C-4D9B-AB71-C3F480BA64F4}"/>
                </a:ext>
              </a:extLst>
            </p:cNvPr>
            <p:cNvSpPr/>
            <p:nvPr/>
          </p:nvSpPr>
          <p:spPr>
            <a:xfrm flipH="1">
              <a:off x="11176081" y="3010205"/>
              <a:ext cx="211727" cy="293160"/>
            </a:xfrm>
            <a:custGeom>
              <a:avLst/>
              <a:gdLst>
                <a:gd name="connsiteX0" fmla="*/ 270724 w 267462"/>
                <a:gd name="connsiteY0" fmla="*/ 295913 h 370332"/>
                <a:gd name="connsiteX1" fmla="*/ 177455 w 267462"/>
                <a:gd name="connsiteY1" fmla="*/ 338432 h 370332"/>
                <a:gd name="connsiteX2" fmla="*/ 126706 w 267462"/>
                <a:gd name="connsiteY2" fmla="*/ 356263 h 370332"/>
                <a:gd name="connsiteX3" fmla="*/ 104760 w 267462"/>
                <a:gd name="connsiteY3" fmla="*/ 362435 h 370332"/>
                <a:gd name="connsiteX4" fmla="*/ 40981 w 267462"/>
                <a:gd name="connsiteY4" fmla="*/ 331574 h 370332"/>
                <a:gd name="connsiteX5" fmla="*/ 3262 w 267462"/>
                <a:gd name="connsiteY5" fmla="*/ 53825 h 370332"/>
                <a:gd name="connsiteX6" fmla="*/ 97902 w 267462"/>
                <a:gd name="connsiteY6" fmla="*/ 16106 h 370332"/>
                <a:gd name="connsiteX7" fmla="*/ 194600 w 267462"/>
                <a:gd name="connsiteY7" fmla="*/ 1019 h 370332"/>
                <a:gd name="connsiteX8" fmla="*/ 169911 w 267462"/>
                <a:gd name="connsiteY8" fmla="*/ 48339 h 370332"/>
                <a:gd name="connsiteX9" fmla="*/ 190485 w 267462"/>
                <a:gd name="connsiteY9" fmla="*/ 273281 h 370332"/>
                <a:gd name="connsiteX10" fmla="*/ 208316 w 267462"/>
                <a:gd name="connsiteY10" fmla="*/ 290426 h 370332"/>
                <a:gd name="connsiteX11" fmla="*/ 270724 w 267462"/>
                <a:gd name="connsiteY11" fmla="*/ 295913 h 370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7462" h="370332">
                  <a:moveTo>
                    <a:pt x="270724" y="295913"/>
                  </a:moveTo>
                  <a:cubicBezTo>
                    <a:pt x="236434" y="325402"/>
                    <a:pt x="211059" y="326774"/>
                    <a:pt x="177455" y="338432"/>
                  </a:cubicBezTo>
                  <a:cubicBezTo>
                    <a:pt x="160310" y="344604"/>
                    <a:pt x="143851" y="350091"/>
                    <a:pt x="126706" y="356263"/>
                  </a:cubicBezTo>
                  <a:cubicBezTo>
                    <a:pt x="119162" y="358320"/>
                    <a:pt x="112304" y="360378"/>
                    <a:pt x="104760" y="362435"/>
                  </a:cubicBezTo>
                  <a:cubicBezTo>
                    <a:pt x="56754" y="378209"/>
                    <a:pt x="58811" y="377523"/>
                    <a:pt x="40981" y="331574"/>
                  </a:cubicBezTo>
                  <a:cubicBezTo>
                    <a:pt x="-4968" y="214988"/>
                    <a:pt x="-2911" y="158753"/>
                    <a:pt x="3262" y="53825"/>
                  </a:cubicBezTo>
                  <a:cubicBezTo>
                    <a:pt x="13549" y="41481"/>
                    <a:pt x="74585" y="22964"/>
                    <a:pt x="97902" y="16106"/>
                  </a:cubicBezTo>
                  <a:cubicBezTo>
                    <a:pt x="129449" y="18849"/>
                    <a:pt x="172654" y="-5154"/>
                    <a:pt x="194600" y="1019"/>
                  </a:cubicBezTo>
                  <a:cubicBezTo>
                    <a:pt x="180884" y="20907"/>
                    <a:pt x="175397" y="31194"/>
                    <a:pt x="169911" y="48339"/>
                  </a:cubicBezTo>
                  <a:cubicBezTo>
                    <a:pt x="147965" y="114861"/>
                    <a:pt x="181570" y="203330"/>
                    <a:pt x="190485" y="273281"/>
                  </a:cubicBezTo>
                  <a:cubicBezTo>
                    <a:pt x="191857" y="285626"/>
                    <a:pt x="197343" y="288369"/>
                    <a:pt x="208316" y="290426"/>
                  </a:cubicBezTo>
                  <a:cubicBezTo>
                    <a:pt x="242606" y="296598"/>
                    <a:pt x="236434" y="289740"/>
                    <a:pt x="270724" y="29591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49">
              <a:extLst>
                <a:ext uri="{FF2B5EF4-FFF2-40B4-BE49-F238E27FC236}">
                  <a16:creationId xmlns:a16="http://schemas.microsoft.com/office/drawing/2014/main" id="{E28E79A2-59AB-4E52-82E7-EC98DC91C3AC}"/>
                </a:ext>
              </a:extLst>
            </p:cNvPr>
            <p:cNvSpPr/>
            <p:nvPr/>
          </p:nvSpPr>
          <p:spPr>
            <a:xfrm flipH="1">
              <a:off x="10857078" y="2444999"/>
              <a:ext cx="146580" cy="146580"/>
            </a:xfrm>
            <a:custGeom>
              <a:avLst/>
              <a:gdLst>
                <a:gd name="connsiteX0" fmla="*/ 64571 w 185166"/>
                <a:gd name="connsiteY0" fmla="*/ 1778 h 185166"/>
                <a:gd name="connsiteX1" fmla="*/ 135208 w 185166"/>
                <a:gd name="connsiteY1" fmla="*/ 14122 h 185166"/>
                <a:gd name="connsiteX2" fmla="*/ 183214 w 185166"/>
                <a:gd name="connsiteY2" fmla="*/ 116306 h 185166"/>
                <a:gd name="connsiteX3" fmla="*/ 95432 w 185166"/>
                <a:gd name="connsiteY3" fmla="*/ 189001 h 185166"/>
                <a:gd name="connsiteX4" fmla="*/ 3535 w 185166"/>
                <a:gd name="connsiteY4" fmla="*/ 121107 h 185166"/>
                <a:gd name="connsiteX5" fmla="*/ 47426 w 185166"/>
                <a:gd name="connsiteY5" fmla="*/ 12751 h 185166"/>
                <a:gd name="connsiteX6" fmla="*/ 64571 w 185166"/>
                <a:gd name="connsiteY6" fmla="*/ 1778 h 18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166" h="185166">
                  <a:moveTo>
                    <a:pt x="64571" y="1778"/>
                  </a:moveTo>
                  <a:cubicBezTo>
                    <a:pt x="98175" y="406"/>
                    <a:pt x="107776" y="-5080"/>
                    <a:pt x="135208" y="14122"/>
                  </a:cubicBezTo>
                  <a:cubicBezTo>
                    <a:pt x="176356" y="37439"/>
                    <a:pt x="193501" y="74473"/>
                    <a:pt x="183214" y="116306"/>
                  </a:cubicBezTo>
                  <a:cubicBezTo>
                    <a:pt x="172927" y="158826"/>
                    <a:pt x="137952" y="187630"/>
                    <a:pt x="95432" y="189001"/>
                  </a:cubicBezTo>
                  <a:cubicBezTo>
                    <a:pt x="53598" y="190373"/>
                    <a:pt x="15193" y="162255"/>
                    <a:pt x="3535" y="121107"/>
                  </a:cubicBezTo>
                  <a:cubicBezTo>
                    <a:pt x="-8124" y="79273"/>
                    <a:pt x="9707" y="36754"/>
                    <a:pt x="47426" y="12751"/>
                  </a:cubicBezTo>
                  <a:cubicBezTo>
                    <a:pt x="52912" y="9322"/>
                    <a:pt x="54284" y="4521"/>
                    <a:pt x="64571" y="1778"/>
                  </a:cubicBezTo>
                  <a:close/>
                </a:path>
              </a:pathLst>
            </a:custGeom>
            <a:solidFill>
              <a:srgbClr val="0E0404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50">
              <a:extLst>
                <a:ext uri="{FF2B5EF4-FFF2-40B4-BE49-F238E27FC236}">
                  <a16:creationId xmlns:a16="http://schemas.microsoft.com/office/drawing/2014/main" id="{357416F4-B438-40BC-9B85-6C88296B6C9B}"/>
                </a:ext>
              </a:extLst>
            </p:cNvPr>
            <p:cNvSpPr/>
            <p:nvPr/>
          </p:nvSpPr>
          <p:spPr>
            <a:xfrm flipH="1">
              <a:off x="10879795" y="2468655"/>
              <a:ext cx="103149" cy="103149"/>
            </a:xfrm>
            <a:custGeom>
              <a:avLst/>
              <a:gdLst>
                <a:gd name="connsiteX0" fmla="*/ 132359 w 130302"/>
                <a:gd name="connsiteY0" fmla="*/ 65163 h 130302"/>
                <a:gd name="connsiteX1" fmla="*/ 65151 w 130302"/>
                <a:gd name="connsiteY1" fmla="*/ 132371 h 130302"/>
                <a:gd name="connsiteX2" fmla="*/ 0 w 130302"/>
                <a:gd name="connsiteY2" fmla="*/ 66535 h 130302"/>
                <a:gd name="connsiteX3" fmla="*/ 64465 w 130302"/>
                <a:gd name="connsiteY3" fmla="*/ 12 h 130302"/>
                <a:gd name="connsiteX4" fmla="*/ 132359 w 130302"/>
                <a:gd name="connsiteY4" fmla="*/ 65163 h 130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302" h="130302">
                  <a:moveTo>
                    <a:pt x="132359" y="65163"/>
                  </a:moveTo>
                  <a:cubicBezTo>
                    <a:pt x="132359" y="102196"/>
                    <a:pt x="101498" y="133057"/>
                    <a:pt x="65151" y="132371"/>
                  </a:cubicBezTo>
                  <a:cubicBezTo>
                    <a:pt x="29489" y="131686"/>
                    <a:pt x="0" y="102196"/>
                    <a:pt x="0" y="66535"/>
                  </a:cubicBezTo>
                  <a:cubicBezTo>
                    <a:pt x="0" y="30187"/>
                    <a:pt x="28118" y="698"/>
                    <a:pt x="64465" y="12"/>
                  </a:cubicBezTo>
                  <a:cubicBezTo>
                    <a:pt x="102184" y="-674"/>
                    <a:pt x="132359" y="28130"/>
                    <a:pt x="132359" y="65163"/>
                  </a:cubicBezTo>
                  <a:close/>
                </a:path>
              </a:pathLst>
            </a:custGeom>
            <a:solidFill>
              <a:schemeClr val="bg1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51">
              <a:extLst>
                <a:ext uri="{FF2B5EF4-FFF2-40B4-BE49-F238E27FC236}">
                  <a16:creationId xmlns:a16="http://schemas.microsoft.com/office/drawing/2014/main" id="{AD2C17E7-0FE3-4E54-896C-03990B8F362C}"/>
                </a:ext>
              </a:extLst>
            </p:cNvPr>
            <p:cNvSpPr/>
            <p:nvPr/>
          </p:nvSpPr>
          <p:spPr>
            <a:xfrm flipH="1">
              <a:off x="10931913" y="1811769"/>
              <a:ext cx="86862" cy="640609"/>
            </a:xfrm>
            <a:custGeom>
              <a:avLst/>
              <a:gdLst>
                <a:gd name="connsiteX0" fmla="*/ 95326 w 109728"/>
                <a:gd name="connsiteY0" fmla="*/ 43205 h 809244"/>
                <a:gd name="connsiteX1" fmla="*/ 66523 w 109728"/>
                <a:gd name="connsiteY1" fmla="*/ 86411 h 809244"/>
                <a:gd name="connsiteX2" fmla="*/ 28804 w 109728"/>
                <a:gd name="connsiteY2" fmla="*/ 237287 h 809244"/>
                <a:gd name="connsiteX3" fmla="*/ 65837 w 109728"/>
                <a:gd name="connsiteY3" fmla="*/ 595274 h 809244"/>
                <a:gd name="connsiteX4" fmla="*/ 111100 w 109728"/>
                <a:gd name="connsiteY4" fmla="*/ 800329 h 809244"/>
                <a:gd name="connsiteX5" fmla="*/ 80924 w 109728"/>
                <a:gd name="connsiteY5" fmla="*/ 801700 h 809244"/>
                <a:gd name="connsiteX6" fmla="*/ 0 w 109728"/>
                <a:gd name="connsiteY6" fmla="*/ 265405 h 809244"/>
                <a:gd name="connsiteX7" fmla="*/ 100813 w 109728"/>
                <a:gd name="connsiteY7" fmla="*/ 0 h 809244"/>
                <a:gd name="connsiteX8" fmla="*/ 95326 w 109728"/>
                <a:gd name="connsiteY8" fmla="*/ 43205 h 80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728" h="809244">
                  <a:moveTo>
                    <a:pt x="95326" y="43205"/>
                  </a:moveTo>
                  <a:cubicBezTo>
                    <a:pt x="81610" y="58979"/>
                    <a:pt x="77495" y="70637"/>
                    <a:pt x="66523" y="86411"/>
                  </a:cubicBezTo>
                  <a:cubicBezTo>
                    <a:pt x="36347" y="133731"/>
                    <a:pt x="28804" y="184480"/>
                    <a:pt x="28804" y="237287"/>
                  </a:cubicBezTo>
                  <a:cubicBezTo>
                    <a:pt x="29489" y="357988"/>
                    <a:pt x="43891" y="477317"/>
                    <a:pt x="65837" y="595274"/>
                  </a:cubicBezTo>
                  <a:cubicBezTo>
                    <a:pt x="77495" y="659054"/>
                    <a:pt x="99441" y="736549"/>
                    <a:pt x="111100" y="800329"/>
                  </a:cubicBezTo>
                  <a:cubicBezTo>
                    <a:pt x="113843" y="816102"/>
                    <a:pt x="93269" y="817474"/>
                    <a:pt x="80924" y="801700"/>
                  </a:cubicBezTo>
                  <a:cubicBezTo>
                    <a:pt x="43891" y="624764"/>
                    <a:pt x="0" y="448513"/>
                    <a:pt x="0" y="265405"/>
                  </a:cubicBezTo>
                  <a:cubicBezTo>
                    <a:pt x="0" y="166649"/>
                    <a:pt x="23317" y="70637"/>
                    <a:pt x="100813" y="0"/>
                  </a:cubicBezTo>
                  <a:cubicBezTo>
                    <a:pt x="100127" y="16459"/>
                    <a:pt x="96698" y="31547"/>
                    <a:pt x="95326" y="43205"/>
                  </a:cubicBezTo>
                  <a:close/>
                </a:path>
              </a:pathLst>
            </a:custGeom>
            <a:solidFill>
              <a:schemeClr val="tx1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52">
              <a:extLst>
                <a:ext uri="{FF2B5EF4-FFF2-40B4-BE49-F238E27FC236}">
                  <a16:creationId xmlns:a16="http://schemas.microsoft.com/office/drawing/2014/main" id="{A7EF294A-AC36-4FC1-A7F0-5BFC1ECC94C6}"/>
                </a:ext>
              </a:extLst>
            </p:cNvPr>
            <p:cNvSpPr/>
            <p:nvPr/>
          </p:nvSpPr>
          <p:spPr>
            <a:xfrm flipH="1">
              <a:off x="10306117" y="1923604"/>
              <a:ext cx="276874" cy="352878"/>
            </a:xfrm>
            <a:custGeom>
              <a:avLst/>
              <a:gdLst>
                <a:gd name="connsiteX0" fmla="*/ 196 w 349758"/>
                <a:gd name="connsiteY0" fmla="*/ 0 h 445770"/>
                <a:gd name="connsiteX1" fmla="*/ 119525 w 349758"/>
                <a:gd name="connsiteY1" fmla="*/ 109042 h 445770"/>
                <a:gd name="connsiteX2" fmla="*/ 153815 w 349758"/>
                <a:gd name="connsiteY2" fmla="*/ 161163 h 445770"/>
                <a:gd name="connsiteX3" fmla="*/ 181247 w 349758"/>
                <a:gd name="connsiteY3" fmla="*/ 189967 h 445770"/>
                <a:gd name="connsiteX4" fmla="*/ 226510 w 349758"/>
                <a:gd name="connsiteY4" fmla="*/ 200254 h 445770"/>
                <a:gd name="connsiteX5" fmla="*/ 293033 w 349758"/>
                <a:gd name="connsiteY5" fmla="*/ 270891 h 445770"/>
                <a:gd name="connsiteX6" fmla="*/ 351326 w 349758"/>
                <a:gd name="connsiteY6" fmla="*/ 407365 h 445770"/>
                <a:gd name="connsiteX7" fmla="*/ 333495 w 349758"/>
                <a:gd name="connsiteY7" fmla="*/ 425196 h 445770"/>
                <a:gd name="connsiteX8" fmla="*/ 274516 w 349758"/>
                <a:gd name="connsiteY8" fmla="*/ 291465 h 445770"/>
                <a:gd name="connsiteX9" fmla="*/ 197707 w 349758"/>
                <a:gd name="connsiteY9" fmla="*/ 216027 h 445770"/>
                <a:gd name="connsiteX10" fmla="*/ 146957 w 349758"/>
                <a:gd name="connsiteY10" fmla="*/ 228371 h 445770"/>
                <a:gd name="connsiteX11" fmla="*/ 101009 w 349758"/>
                <a:gd name="connsiteY11" fmla="*/ 369646 h 445770"/>
                <a:gd name="connsiteX12" fmla="*/ 114725 w 349758"/>
                <a:gd name="connsiteY12" fmla="*/ 447142 h 445770"/>
                <a:gd name="connsiteX13" fmla="*/ 92779 w 349758"/>
                <a:gd name="connsiteY13" fmla="*/ 445770 h 445770"/>
                <a:gd name="connsiteX14" fmla="*/ 71519 w 349758"/>
                <a:gd name="connsiteY14" fmla="*/ 350444 h 445770"/>
                <a:gd name="connsiteX15" fmla="*/ 132556 w 349758"/>
                <a:gd name="connsiteY15" fmla="*/ 205054 h 445770"/>
                <a:gd name="connsiteX16" fmla="*/ 128441 w 349758"/>
                <a:gd name="connsiteY16" fmla="*/ 176251 h 445770"/>
                <a:gd name="connsiteX17" fmla="*/ 107181 w 349758"/>
                <a:gd name="connsiteY17" fmla="*/ 137846 h 445770"/>
                <a:gd name="connsiteX18" fmla="*/ 35858 w 349758"/>
                <a:gd name="connsiteY18" fmla="*/ 63779 h 445770"/>
                <a:gd name="connsiteX19" fmla="*/ 7740 w 349758"/>
                <a:gd name="connsiteY19" fmla="*/ 38405 h 445770"/>
                <a:gd name="connsiteX20" fmla="*/ 196 w 349758"/>
                <a:gd name="connsiteY20" fmla="*/ 0 h 445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49758" h="445770">
                  <a:moveTo>
                    <a:pt x="196" y="0"/>
                  </a:moveTo>
                  <a:cubicBezTo>
                    <a:pt x="30371" y="22631"/>
                    <a:pt x="85921" y="64465"/>
                    <a:pt x="119525" y="109042"/>
                  </a:cubicBezTo>
                  <a:cubicBezTo>
                    <a:pt x="119525" y="109042"/>
                    <a:pt x="142843" y="142646"/>
                    <a:pt x="153815" y="161163"/>
                  </a:cubicBezTo>
                  <a:cubicBezTo>
                    <a:pt x="162731" y="175565"/>
                    <a:pt x="163417" y="191338"/>
                    <a:pt x="181247" y="189967"/>
                  </a:cubicBezTo>
                  <a:cubicBezTo>
                    <a:pt x="197707" y="191338"/>
                    <a:pt x="216223" y="196139"/>
                    <a:pt x="226510" y="200254"/>
                  </a:cubicBezTo>
                  <a:cubicBezTo>
                    <a:pt x="256685" y="212598"/>
                    <a:pt x="280003" y="246888"/>
                    <a:pt x="293033" y="270891"/>
                  </a:cubicBezTo>
                  <a:cubicBezTo>
                    <a:pt x="317036" y="315468"/>
                    <a:pt x="335553" y="359359"/>
                    <a:pt x="351326" y="407365"/>
                  </a:cubicBezTo>
                  <a:cubicBezTo>
                    <a:pt x="352012" y="420395"/>
                    <a:pt x="346525" y="426568"/>
                    <a:pt x="333495" y="425196"/>
                  </a:cubicBezTo>
                  <a:cubicBezTo>
                    <a:pt x="310178" y="379933"/>
                    <a:pt x="304006" y="343586"/>
                    <a:pt x="274516" y="291465"/>
                  </a:cubicBezTo>
                  <a:cubicBezTo>
                    <a:pt x="258057" y="265405"/>
                    <a:pt x="248456" y="226314"/>
                    <a:pt x="197707" y="216027"/>
                  </a:cubicBezTo>
                  <a:cubicBezTo>
                    <a:pt x="185362" y="213284"/>
                    <a:pt x="156559" y="220828"/>
                    <a:pt x="146957" y="228371"/>
                  </a:cubicBezTo>
                  <a:cubicBezTo>
                    <a:pt x="104438" y="259232"/>
                    <a:pt x="88664" y="317525"/>
                    <a:pt x="101009" y="369646"/>
                  </a:cubicBezTo>
                  <a:cubicBezTo>
                    <a:pt x="106495" y="395021"/>
                    <a:pt x="111982" y="419024"/>
                    <a:pt x="114725" y="447142"/>
                  </a:cubicBezTo>
                  <a:cubicBezTo>
                    <a:pt x="112667" y="451942"/>
                    <a:pt x="99637" y="449199"/>
                    <a:pt x="92779" y="445770"/>
                  </a:cubicBezTo>
                  <a:cubicBezTo>
                    <a:pt x="85235" y="415595"/>
                    <a:pt x="74263" y="381991"/>
                    <a:pt x="71519" y="350444"/>
                  </a:cubicBezTo>
                  <a:cubicBezTo>
                    <a:pt x="66719" y="291465"/>
                    <a:pt x="88664" y="243459"/>
                    <a:pt x="132556" y="205054"/>
                  </a:cubicBezTo>
                  <a:cubicBezTo>
                    <a:pt x="142157" y="196825"/>
                    <a:pt x="134613" y="185852"/>
                    <a:pt x="128441" y="176251"/>
                  </a:cubicBezTo>
                  <a:cubicBezTo>
                    <a:pt x="128441" y="176251"/>
                    <a:pt x="117468" y="154991"/>
                    <a:pt x="107181" y="137846"/>
                  </a:cubicBezTo>
                  <a:cubicBezTo>
                    <a:pt x="94837" y="115900"/>
                    <a:pt x="68090" y="90526"/>
                    <a:pt x="35858" y="63779"/>
                  </a:cubicBezTo>
                  <a:cubicBezTo>
                    <a:pt x="27628" y="55550"/>
                    <a:pt x="15970" y="45949"/>
                    <a:pt x="7740" y="38405"/>
                  </a:cubicBezTo>
                  <a:cubicBezTo>
                    <a:pt x="4997" y="36347"/>
                    <a:pt x="-1175" y="11659"/>
                    <a:pt x="196" y="0"/>
                  </a:cubicBezTo>
                  <a:close/>
                </a:path>
              </a:pathLst>
            </a:custGeom>
            <a:solidFill>
              <a:schemeClr val="tx1"/>
            </a:solidFill>
            <a:ln w="6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9223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>
            <a:extLst>
              <a:ext uri="{FF2B5EF4-FFF2-40B4-BE49-F238E27FC236}">
                <a16:creationId xmlns:a16="http://schemas.microsoft.com/office/drawing/2014/main" id="{7D7254B3-28A1-481C-86B5-F7DFEFB95218}"/>
              </a:ext>
            </a:extLst>
          </p:cNvPr>
          <p:cNvGrpSpPr/>
          <p:nvPr/>
        </p:nvGrpSpPr>
        <p:grpSpPr>
          <a:xfrm flipH="1">
            <a:off x="618701" y="3593430"/>
            <a:ext cx="5638800" cy="2056191"/>
            <a:chOff x="279806" y="1309619"/>
            <a:chExt cx="11620500" cy="423742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E0F494B-5281-4EE3-BF2B-D6BCC8014531}"/>
                </a:ext>
              </a:extLst>
            </p:cNvPr>
            <p:cNvSpPr/>
            <p:nvPr/>
          </p:nvSpPr>
          <p:spPr>
            <a:xfrm>
              <a:off x="279806" y="1336990"/>
              <a:ext cx="11620500" cy="4210050"/>
            </a:xfrm>
            <a:custGeom>
              <a:avLst/>
              <a:gdLst>
                <a:gd name="connsiteX0" fmla="*/ 11612156 w 11620500"/>
                <a:gd name="connsiteY0" fmla="*/ 773749 h 4210050"/>
                <a:gd name="connsiteX1" fmla="*/ 11355933 w 11620500"/>
                <a:gd name="connsiteY1" fmla="*/ 357507 h 4210050"/>
                <a:gd name="connsiteX2" fmla="*/ 11355933 w 11620500"/>
                <a:gd name="connsiteY2" fmla="*/ 357507 h 4210050"/>
                <a:gd name="connsiteX3" fmla="*/ 10487253 w 11620500"/>
                <a:gd name="connsiteY3" fmla="*/ 14607 h 4210050"/>
                <a:gd name="connsiteX4" fmla="*/ 10487253 w 11620500"/>
                <a:gd name="connsiteY4" fmla="*/ 14607 h 4210050"/>
                <a:gd name="connsiteX5" fmla="*/ 10485348 w 11620500"/>
                <a:gd name="connsiteY5" fmla="*/ 14607 h 4210050"/>
                <a:gd name="connsiteX6" fmla="*/ 10134828 w 11620500"/>
                <a:gd name="connsiteY6" fmla="*/ 4129 h 4210050"/>
                <a:gd name="connsiteX7" fmla="*/ 10134828 w 11620500"/>
                <a:gd name="connsiteY7" fmla="*/ 4129 h 4210050"/>
                <a:gd name="connsiteX8" fmla="*/ 9506178 w 11620500"/>
                <a:gd name="connsiteY8" fmla="*/ 178437 h 4210050"/>
                <a:gd name="connsiteX9" fmla="*/ 9031833 w 11620500"/>
                <a:gd name="connsiteY9" fmla="*/ 528004 h 4210050"/>
                <a:gd name="connsiteX10" fmla="*/ 9031833 w 11620500"/>
                <a:gd name="connsiteY10" fmla="*/ 528004 h 4210050"/>
                <a:gd name="connsiteX11" fmla="*/ 8381276 w 11620500"/>
                <a:gd name="connsiteY11" fmla="*/ 1147129 h 4210050"/>
                <a:gd name="connsiteX12" fmla="*/ 8381276 w 11620500"/>
                <a:gd name="connsiteY12" fmla="*/ 1147129 h 4210050"/>
                <a:gd name="connsiteX13" fmla="*/ 8381276 w 11620500"/>
                <a:gd name="connsiteY13" fmla="*/ 1147129 h 4210050"/>
                <a:gd name="connsiteX14" fmla="*/ 8046948 w 11620500"/>
                <a:gd name="connsiteY14" fmla="*/ 1585279 h 4210050"/>
                <a:gd name="connsiteX15" fmla="*/ 7991703 w 11620500"/>
                <a:gd name="connsiteY15" fmla="*/ 1700532 h 4210050"/>
                <a:gd name="connsiteX16" fmla="*/ 7944078 w 11620500"/>
                <a:gd name="connsiteY16" fmla="*/ 2028192 h 4210050"/>
                <a:gd name="connsiteX17" fmla="*/ 8030756 w 11620500"/>
                <a:gd name="connsiteY17" fmla="*/ 2232027 h 4210050"/>
                <a:gd name="connsiteX18" fmla="*/ 8507006 w 11620500"/>
                <a:gd name="connsiteY18" fmla="*/ 2604454 h 4210050"/>
                <a:gd name="connsiteX19" fmla="*/ 7926933 w 11620500"/>
                <a:gd name="connsiteY19" fmla="*/ 3016887 h 4210050"/>
                <a:gd name="connsiteX20" fmla="*/ 7280186 w 11620500"/>
                <a:gd name="connsiteY20" fmla="*/ 3304542 h 4210050"/>
                <a:gd name="connsiteX21" fmla="*/ 7033488 w 11620500"/>
                <a:gd name="connsiteY21" fmla="*/ 3228342 h 4210050"/>
                <a:gd name="connsiteX22" fmla="*/ 6840131 w 11620500"/>
                <a:gd name="connsiteY22" fmla="*/ 2529207 h 4210050"/>
                <a:gd name="connsiteX23" fmla="*/ 6662966 w 11620500"/>
                <a:gd name="connsiteY23" fmla="*/ 2175829 h 4210050"/>
                <a:gd name="connsiteX24" fmla="*/ 6379121 w 11620500"/>
                <a:gd name="connsiteY24" fmla="*/ 2004379 h 4210050"/>
                <a:gd name="connsiteX25" fmla="*/ 5912396 w 11620500"/>
                <a:gd name="connsiteY25" fmla="*/ 2051052 h 4210050"/>
                <a:gd name="connsiteX26" fmla="*/ 5334228 w 11620500"/>
                <a:gd name="connsiteY26" fmla="*/ 2406334 h 4210050"/>
                <a:gd name="connsiteX27" fmla="*/ 4438878 w 11620500"/>
                <a:gd name="connsiteY27" fmla="*/ 3282634 h 4210050"/>
                <a:gd name="connsiteX28" fmla="*/ 4438878 w 11620500"/>
                <a:gd name="connsiteY28" fmla="*/ 3282634 h 4210050"/>
                <a:gd name="connsiteX29" fmla="*/ 4438878 w 11620500"/>
                <a:gd name="connsiteY29" fmla="*/ 3282634 h 4210050"/>
                <a:gd name="connsiteX30" fmla="*/ 3540671 w 11620500"/>
                <a:gd name="connsiteY30" fmla="*/ 4079877 h 4210050"/>
                <a:gd name="connsiteX31" fmla="*/ 3221583 w 11620500"/>
                <a:gd name="connsiteY31" fmla="*/ 4026537 h 4210050"/>
                <a:gd name="connsiteX32" fmla="*/ 2932976 w 11620500"/>
                <a:gd name="connsiteY32" fmla="*/ 3264537 h 4210050"/>
                <a:gd name="connsiteX33" fmla="*/ 2621508 w 11620500"/>
                <a:gd name="connsiteY33" fmla="*/ 2995932 h 4210050"/>
                <a:gd name="connsiteX34" fmla="*/ 1973808 w 11620500"/>
                <a:gd name="connsiteY34" fmla="*/ 2923542 h 4210050"/>
                <a:gd name="connsiteX35" fmla="*/ 17373 w 11620500"/>
                <a:gd name="connsiteY35" fmla="*/ 3331212 h 4210050"/>
                <a:gd name="connsiteX36" fmla="*/ 37376 w 11620500"/>
                <a:gd name="connsiteY36" fmla="*/ 3422652 h 4210050"/>
                <a:gd name="connsiteX37" fmla="*/ 1631861 w 11620500"/>
                <a:gd name="connsiteY37" fmla="*/ 3076894 h 4210050"/>
                <a:gd name="connsiteX38" fmla="*/ 2356713 w 11620500"/>
                <a:gd name="connsiteY38" fmla="*/ 3016887 h 4210050"/>
                <a:gd name="connsiteX39" fmla="*/ 2894876 w 11620500"/>
                <a:gd name="connsiteY39" fmla="*/ 3380742 h 4210050"/>
                <a:gd name="connsiteX40" fmla="*/ 3148241 w 11620500"/>
                <a:gd name="connsiteY40" fmla="*/ 4079877 h 4210050"/>
                <a:gd name="connsiteX41" fmla="*/ 3421608 w 11620500"/>
                <a:gd name="connsiteY41" fmla="*/ 4210369 h 4210050"/>
                <a:gd name="connsiteX42" fmla="*/ 4400778 w 11620500"/>
                <a:gd name="connsiteY42" fmla="*/ 3456942 h 4210050"/>
                <a:gd name="connsiteX43" fmla="*/ 5316131 w 11620500"/>
                <a:gd name="connsiteY43" fmla="*/ 2542542 h 4210050"/>
                <a:gd name="connsiteX44" fmla="*/ 6006693 w 11620500"/>
                <a:gd name="connsiteY44" fmla="*/ 2117727 h 4210050"/>
                <a:gd name="connsiteX45" fmla="*/ 6341973 w 11620500"/>
                <a:gd name="connsiteY45" fmla="*/ 2079627 h 4210050"/>
                <a:gd name="connsiteX46" fmla="*/ 6686778 w 11620500"/>
                <a:gd name="connsiteY46" fmla="*/ 2383474 h 4210050"/>
                <a:gd name="connsiteX47" fmla="*/ 6849656 w 11620500"/>
                <a:gd name="connsiteY47" fmla="*/ 2924494 h 4210050"/>
                <a:gd name="connsiteX48" fmla="*/ 6956336 w 11620500"/>
                <a:gd name="connsiteY48" fmla="*/ 3274062 h 4210050"/>
                <a:gd name="connsiteX49" fmla="*/ 7323048 w 11620500"/>
                <a:gd name="connsiteY49" fmla="*/ 3382647 h 4210050"/>
                <a:gd name="connsiteX50" fmla="*/ 7792631 w 11620500"/>
                <a:gd name="connsiteY50" fmla="*/ 3201672 h 4210050"/>
                <a:gd name="connsiteX51" fmla="*/ 8575586 w 11620500"/>
                <a:gd name="connsiteY51" fmla="*/ 2662557 h 4210050"/>
                <a:gd name="connsiteX52" fmla="*/ 8911818 w 11620500"/>
                <a:gd name="connsiteY52" fmla="*/ 2838769 h 4210050"/>
                <a:gd name="connsiteX53" fmla="*/ 9467125 w 11620500"/>
                <a:gd name="connsiteY53" fmla="*/ 2976882 h 4210050"/>
                <a:gd name="connsiteX54" fmla="*/ 9998620 w 11620500"/>
                <a:gd name="connsiteY54" fmla="*/ 2812099 h 4210050"/>
                <a:gd name="connsiteX55" fmla="*/ 10299610 w 11620500"/>
                <a:gd name="connsiteY55" fmla="*/ 2488249 h 4210050"/>
                <a:gd name="connsiteX56" fmla="*/ 10871110 w 11620500"/>
                <a:gd name="connsiteY56" fmla="*/ 1912939 h 4210050"/>
                <a:gd name="connsiteX57" fmla="*/ 11258778 w 11620500"/>
                <a:gd name="connsiteY57" fmla="*/ 1598614 h 4210050"/>
                <a:gd name="connsiteX58" fmla="*/ 11543576 w 11620500"/>
                <a:gd name="connsiteY58" fmla="*/ 1150939 h 4210050"/>
                <a:gd name="connsiteX59" fmla="*/ 11612156 w 11620500"/>
                <a:gd name="connsiteY59" fmla="*/ 773749 h 4210050"/>
                <a:gd name="connsiteX60" fmla="*/ 9509036 w 11620500"/>
                <a:gd name="connsiteY60" fmla="*/ 1310007 h 4210050"/>
                <a:gd name="connsiteX61" fmla="*/ 9509036 w 11620500"/>
                <a:gd name="connsiteY61" fmla="*/ 1310959 h 4210050"/>
                <a:gd name="connsiteX62" fmla="*/ 9508083 w 11620500"/>
                <a:gd name="connsiteY62" fmla="*/ 1311912 h 4210050"/>
                <a:gd name="connsiteX63" fmla="*/ 9509036 w 11620500"/>
                <a:gd name="connsiteY63" fmla="*/ 1310007 h 4210050"/>
                <a:gd name="connsiteX64" fmla="*/ 9327108 w 11620500"/>
                <a:gd name="connsiteY64" fmla="*/ 1715772 h 4210050"/>
                <a:gd name="connsiteX65" fmla="*/ 9360445 w 11620500"/>
                <a:gd name="connsiteY65" fmla="*/ 1707199 h 4210050"/>
                <a:gd name="connsiteX66" fmla="*/ 9327108 w 11620500"/>
                <a:gd name="connsiteY66" fmla="*/ 1715772 h 421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1620500" h="4210050">
                  <a:moveTo>
                    <a:pt x="11612156" y="773749"/>
                  </a:moveTo>
                  <a:cubicBezTo>
                    <a:pt x="11575008" y="635637"/>
                    <a:pt x="11360695" y="363222"/>
                    <a:pt x="11355933" y="357507"/>
                  </a:cubicBezTo>
                  <a:cubicBezTo>
                    <a:pt x="11355933" y="357507"/>
                    <a:pt x="11355933" y="357507"/>
                    <a:pt x="11355933" y="357507"/>
                  </a:cubicBezTo>
                  <a:cubicBezTo>
                    <a:pt x="11190198" y="205107"/>
                    <a:pt x="10921593" y="61279"/>
                    <a:pt x="10487253" y="14607"/>
                  </a:cubicBezTo>
                  <a:cubicBezTo>
                    <a:pt x="10487253" y="14607"/>
                    <a:pt x="10487253" y="14607"/>
                    <a:pt x="10487253" y="14607"/>
                  </a:cubicBezTo>
                  <a:cubicBezTo>
                    <a:pt x="10486301" y="14607"/>
                    <a:pt x="10486301" y="14607"/>
                    <a:pt x="10485348" y="14607"/>
                  </a:cubicBezTo>
                  <a:cubicBezTo>
                    <a:pt x="10452010" y="10797"/>
                    <a:pt x="10184358" y="-8253"/>
                    <a:pt x="10134828" y="4129"/>
                  </a:cubicBezTo>
                  <a:cubicBezTo>
                    <a:pt x="10134828" y="4129"/>
                    <a:pt x="10134828" y="4129"/>
                    <a:pt x="10134828" y="4129"/>
                  </a:cubicBezTo>
                  <a:cubicBezTo>
                    <a:pt x="10009098" y="6987"/>
                    <a:pt x="9587141" y="132717"/>
                    <a:pt x="9506178" y="178437"/>
                  </a:cubicBezTo>
                  <a:cubicBezTo>
                    <a:pt x="9331870" y="272734"/>
                    <a:pt x="9177566" y="394654"/>
                    <a:pt x="9031833" y="528004"/>
                  </a:cubicBezTo>
                  <a:lnTo>
                    <a:pt x="9031833" y="528004"/>
                  </a:lnTo>
                  <a:cubicBezTo>
                    <a:pt x="8998495" y="534672"/>
                    <a:pt x="8423186" y="1104267"/>
                    <a:pt x="8381276" y="1147129"/>
                  </a:cubicBezTo>
                  <a:lnTo>
                    <a:pt x="8381276" y="1147129"/>
                  </a:lnTo>
                  <a:lnTo>
                    <a:pt x="8381276" y="1147129"/>
                  </a:lnTo>
                  <a:cubicBezTo>
                    <a:pt x="8325078" y="1213804"/>
                    <a:pt x="8086001" y="1510984"/>
                    <a:pt x="8046948" y="1585279"/>
                  </a:cubicBezTo>
                  <a:cubicBezTo>
                    <a:pt x="8026946" y="1623379"/>
                    <a:pt x="8019326" y="1651954"/>
                    <a:pt x="7991703" y="1700532"/>
                  </a:cubicBezTo>
                  <a:cubicBezTo>
                    <a:pt x="7963128" y="1771017"/>
                    <a:pt x="7941221" y="1967232"/>
                    <a:pt x="7944078" y="2028192"/>
                  </a:cubicBezTo>
                  <a:cubicBezTo>
                    <a:pt x="7945031" y="2099629"/>
                    <a:pt x="8020278" y="2217739"/>
                    <a:pt x="8030756" y="2232027"/>
                  </a:cubicBezTo>
                  <a:cubicBezTo>
                    <a:pt x="8136483" y="2378712"/>
                    <a:pt x="8467000" y="2581594"/>
                    <a:pt x="8507006" y="2604454"/>
                  </a:cubicBezTo>
                  <a:cubicBezTo>
                    <a:pt x="8446045" y="2653032"/>
                    <a:pt x="8017421" y="2962594"/>
                    <a:pt x="7926933" y="3016887"/>
                  </a:cubicBezTo>
                  <a:cubicBezTo>
                    <a:pt x="7723098" y="3138807"/>
                    <a:pt x="7517358" y="3262632"/>
                    <a:pt x="7280186" y="3304542"/>
                  </a:cubicBezTo>
                  <a:cubicBezTo>
                    <a:pt x="7191603" y="3319782"/>
                    <a:pt x="7093496" y="3317877"/>
                    <a:pt x="7033488" y="3228342"/>
                  </a:cubicBezTo>
                  <a:cubicBezTo>
                    <a:pt x="6963003" y="3100707"/>
                    <a:pt x="6891566" y="2713039"/>
                    <a:pt x="6840131" y="2529207"/>
                  </a:cubicBezTo>
                  <a:cubicBezTo>
                    <a:pt x="6803936" y="2399667"/>
                    <a:pt x="6691541" y="2206309"/>
                    <a:pt x="6662966" y="2175829"/>
                  </a:cubicBezTo>
                  <a:cubicBezTo>
                    <a:pt x="6598196" y="2105344"/>
                    <a:pt x="6502946" y="2033907"/>
                    <a:pt x="6379121" y="2004379"/>
                  </a:cubicBezTo>
                  <a:cubicBezTo>
                    <a:pt x="6166713" y="1952944"/>
                    <a:pt x="5958116" y="2032954"/>
                    <a:pt x="5912396" y="2051052"/>
                  </a:cubicBezTo>
                  <a:cubicBezTo>
                    <a:pt x="5696178" y="2136777"/>
                    <a:pt x="5510441" y="2255839"/>
                    <a:pt x="5334228" y="2406334"/>
                  </a:cubicBezTo>
                  <a:cubicBezTo>
                    <a:pt x="5158968" y="2552067"/>
                    <a:pt x="4496028" y="3221674"/>
                    <a:pt x="4438878" y="3282634"/>
                  </a:cubicBezTo>
                  <a:lnTo>
                    <a:pt x="4438878" y="3282634"/>
                  </a:lnTo>
                  <a:cubicBezTo>
                    <a:pt x="4438878" y="3282634"/>
                    <a:pt x="4438878" y="3282634"/>
                    <a:pt x="4438878" y="3282634"/>
                  </a:cubicBezTo>
                  <a:cubicBezTo>
                    <a:pt x="4381728" y="3342642"/>
                    <a:pt x="3644493" y="4033204"/>
                    <a:pt x="3540671" y="4079877"/>
                  </a:cubicBezTo>
                  <a:cubicBezTo>
                    <a:pt x="3416846" y="4135122"/>
                    <a:pt x="3310166" y="4154172"/>
                    <a:pt x="3221583" y="4026537"/>
                  </a:cubicBezTo>
                  <a:cubicBezTo>
                    <a:pt x="3177768" y="3964624"/>
                    <a:pt x="3013938" y="3407412"/>
                    <a:pt x="2932976" y="3264537"/>
                  </a:cubicBezTo>
                  <a:cubicBezTo>
                    <a:pt x="2861538" y="3138807"/>
                    <a:pt x="2752001" y="3054034"/>
                    <a:pt x="2621508" y="2995932"/>
                  </a:cubicBezTo>
                  <a:cubicBezTo>
                    <a:pt x="2413863" y="2903539"/>
                    <a:pt x="2194788" y="2899729"/>
                    <a:pt x="1973808" y="2923542"/>
                  </a:cubicBezTo>
                  <a:cubicBezTo>
                    <a:pt x="1753781" y="2948307"/>
                    <a:pt x="268833" y="3276919"/>
                    <a:pt x="17373" y="3331212"/>
                  </a:cubicBezTo>
                  <a:cubicBezTo>
                    <a:pt x="-15964" y="3338832"/>
                    <a:pt x="3086" y="3430272"/>
                    <a:pt x="37376" y="3422652"/>
                  </a:cubicBezTo>
                  <a:cubicBezTo>
                    <a:pt x="163106" y="3393124"/>
                    <a:pt x="1226096" y="3164524"/>
                    <a:pt x="1631861" y="3076894"/>
                  </a:cubicBezTo>
                  <a:cubicBezTo>
                    <a:pt x="1870938" y="3025459"/>
                    <a:pt x="2110968" y="2984502"/>
                    <a:pt x="2356713" y="3016887"/>
                  </a:cubicBezTo>
                  <a:cubicBezTo>
                    <a:pt x="2596743" y="3048319"/>
                    <a:pt x="2780576" y="3161667"/>
                    <a:pt x="2894876" y="3380742"/>
                  </a:cubicBezTo>
                  <a:cubicBezTo>
                    <a:pt x="2952026" y="3490279"/>
                    <a:pt x="3079661" y="3971292"/>
                    <a:pt x="3148241" y="4079877"/>
                  </a:cubicBezTo>
                  <a:cubicBezTo>
                    <a:pt x="3211106" y="4180842"/>
                    <a:pt x="3302546" y="4223704"/>
                    <a:pt x="3421608" y="4210369"/>
                  </a:cubicBezTo>
                  <a:cubicBezTo>
                    <a:pt x="3647351" y="4186557"/>
                    <a:pt x="4133126" y="3703639"/>
                    <a:pt x="4400778" y="3456942"/>
                  </a:cubicBezTo>
                  <a:cubicBezTo>
                    <a:pt x="4717961" y="3164524"/>
                    <a:pt x="4987518" y="2823529"/>
                    <a:pt x="5316131" y="2542542"/>
                  </a:cubicBezTo>
                  <a:cubicBezTo>
                    <a:pt x="5523776" y="2364424"/>
                    <a:pt x="5743803" y="2206309"/>
                    <a:pt x="6006693" y="2117727"/>
                  </a:cubicBezTo>
                  <a:cubicBezTo>
                    <a:pt x="6116231" y="2080579"/>
                    <a:pt x="6227673" y="2059624"/>
                    <a:pt x="6341973" y="2079627"/>
                  </a:cubicBezTo>
                  <a:cubicBezTo>
                    <a:pt x="6516281" y="2111059"/>
                    <a:pt x="6615341" y="2233932"/>
                    <a:pt x="6686778" y="2383474"/>
                  </a:cubicBezTo>
                  <a:cubicBezTo>
                    <a:pt x="6767741" y="2555877"/>
                    <a:pt x="6804888" y="2741614"/>
                    <a:pt x="6849656" y="2924494"/>
                  </a:cubicBezTo>
                  <a:cubicBezTo>
                    <a:pt x="6878231" y="3041652"/>
                    <a:pt x="6910616" y="3159762"/>
                    <a:pt x="6956336" y="3274062"/>
                  </a:cubicBezTo>
                  <a:cubicBezTo>
                    <a:pt x="7008723" y="3405507"/>
                    <a:pt x="7166838" y="3417889"/>
                    <a:pt x="7323048" y="3382647"/>
                  </a:cubicBezTo>
                  <a:cubicBezTo>
                    <a:pt x="7488783" y="3345499"/>
                    <a:pt x="7643088" y="3279777"/>
                    <a:pt x="7792631" y="3201672"/>
                  </a:cubicBezTo>
                  <a:cubicBezTo>
                    <a:pt x="7961223" y="3114042"/>
                    <a:pt x="8546058" y="2692084"/>
                    <a:pt x="8575586" y="2662557"/>
                  </a:cubicBezTo>
                  <a:cubicBezTo>
                    <a:pt x="8663216" y="2711134"/>
                    <a:pt x="8818473" y="2800669"/>
                    <a:pt x="8911818" y="2838769"/>
                  </a:cubicBezTo>
                  <a:cubicBezTo>
                    <a:pt x="9089936" y="2912112"/>
                    <a:pt x="9272816" y="2962594"/>
                    <a:pt x="9467125" y="2976882"/>
                  </a:cubicBezTo>
                  <a:cubicBezTo>
                    <a:pt x="9669056" y="2992122"/>
                    <a:pt x="9848126" y="2950212"/>
                    <a:pt x="9998620" y="2812099"/>
                  </a:cubicBezTo>
                  <a:cubicBezTo>
                    <a:pt x="10107206" y="2712087"/>
                    <a:pt x="10208170" y="2604454"/>
                    <a:pt x="10299610" y="2488249"/>
                  </a:cubicBezTo>
                  <a:cubicBezTo>
                    <a:pt x="10467251" y="2273937"/>
                    <a:pt x="10655845" y="2080579"/>
                    <a:pt x="10871110" y="1912939"/>
                  </a:cubicBezTo>
                  <a:cubicBezTo>
                    <a:pt x="11002556" y="1811022"/>
                    <a:pt x="11134001" y="1708152"/>
                    <a:pt x="11258778" y="1598614"/>
                  </a:cubicBezTo>
                  <a:cubicBezTo>
                    <a:pt x="11396891" y="1476694"/>
                    <a:pt x="11470233" y="1317627"/>
                    <a:pt x="11543576" y="1150939"/>
                  </a:cubicBezTo>
                  <a:cubicBezTo>
                    <a:pt x="11612156" y="994729"/>
                    <a:pt x="11640731" y="880429"/>
                    <a:pt x="11612156" y="773749"/>
                  </a:cubicBezTo>
                  <a:close/>
                  <a:moveTo>
                    <a:pt x="9509036" y="1310007"/>
                  </a:moveTo>
                  <a:cubicBezTo>
                    <a:pt x="9509036" y="1310007"/>
                    <a:pt x="9509036" y="1310959"/>
                    <a:pt x="9509036" y="1310959"/>
                  </a:cubicBezTo>
                  <a:cubicBezTo>
                    <a:pt x="9509036" y="1310959"/>
                    <a:pt x="9508083" y="1311912"/>
                    <a:pt x="9508083" y="1311912"/>
                  </a:cubicBezTo>
                  <a:cubicBezTo>
                    <a:pt x="9508083" y="1310959"/>
                    <a:pt x="9508083" y="1310007"/>
                    <a:pt x="9509036" y="1310007"/>
                  </a:cubicBezTo>
                  <a:close/>
                  <a:moveTo>
                    <a:pt x="9327108" y="1715772"/>
                  </a:moveTo>
                  <a:cubicBezTo>
                    <a:pt x="9337586" y="1709104"/>
                    <a:pt x="9348063" y="1706247"/>
                    <a:pt x="9360445" y="1707199"/>
                  </a:cubicBezTo>
                  <a:cubicBezTo>
                    <a:pt x="9348063" y="1709104"/>
                    <a:pt x="9337586" y="1711962"/>
                    <a:pt x="9327108" y="171577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1188ED-A65D-443B-B8B3-CE21E7E7ADD2}"/>
                </a:ext>
              </a:extLst>
            </p:cNvPr>
            <p:cNvSpPr/>
            <p:nvPr/>
          </p:nvSpPr>
          <p:spPr>
            <a:xfrm>
              <a:off x="9118282" y="1309619"/>
              <a:ext cx="2781300" cy="1533525"/>
            </a:xfrm>
            <a:custGeom>
              <a:avLst/>
              <a:gdLst>
                <a:gd name="connsiteX0" fmla="*/ 2781301 w 2781300"/>
                <a:gd name="connsiteY0" fmla="*/ 771593 h 1533525"/>
                <a:gd name="connsiteX1" fmla="*/ 1551622 w 2781300"/>
                <a:gd name="connsiteY1" fmla="*/ 2925 h 1533525"/>
                <a:gd name="connsiteX2" fmla="*/ 676275 w 2781300"/>
                <a:gd name="connsiteY2" fmla="*/ 176280 h 1533525"/>
                <a:gd name="connsiteX3" fmla="*/ 201930 w 2781300"/>
                <a:gd name="connsiteY3" fmla="*/ 525848 h 1533525"/>
                <a:gd name="connsiteX4" fmla="*/ 0 w 2781300"/>
                <a:gd name="connsiteY4" fmla="*/ 708728 h 1533525"/>
                <a:gd name="connsiteX5" fmla="*/ 493395 w 2781300"/>
                <a:gd name="connsiteY5" fmla="*/ 821123 h 1533525"/>
                <a:gd name="connsiteX6" fmla="*/ 593407 w 2781300"/>
                <a:gd name="connsiteY6" fmla="*/ 792548 h 1533525"/>
                <a:gd name="connsiteX7" fmla="*/ 637223 w 2781300"/>
                <a:gd name="connsiteY7" fmla="*/ 759210 h 1533525"/>
                <a:gd name="connsiteX8" fmla="*/ 913448 w 2781300"/>
                <a:gd name="connsiteY8" fmla="*/ 694441 h 1533525"/>
                <a:gd name="connsiteX9" fmla="*/ 1011555 w 2781300"/>
                <a:gd name="connsiteY9" fmla="*/ 783976 h 1533525"/>
                <a:gd name="connsiteX10" fmla="*/ 997268 w 2781300"/>
                <a:gd name="connsiteY10" fmla="*/ 960188 h 1533525"/>
                <a:gd name="connsiteX11" fmla="*/ 1019176 w 2781300"/>
                <a:gd name="connsiteY11" fmla="*/ 1030673 h 1533525"/>
                <a:gd name="connsiteX12" fmla="*/ 1790701 w 2781300"/>
                <a:gd name="connsiteY12" fmla="*/ 1536451 h 1533525"/>
                <a:gd name="connsiteX13" fmla="*/ 1824990 w 2781300"/>
                <a:gd name="connsiteY13" fmla="*/ 1498351 h 1533525"/>
                <a:gd name="connsiteX14" fmla="*/ 2475547 w 2781300"/>
                <a:gd name="connsiteY14" fmla="*/ 1049723 h 1533525"/>
                <a:gd name="connsiteX15" fmla="*/ 2754630 w 2781300"/>
                <a:gd name="connsiteY15" fmla="*/ 964951 h 1533525"/>
                <a:gd name="connsiteX16" fmla="*/ 2788920 w 2781300"/>
                <a:gd name="connsiteY16" fmla="*/ 924946 h 1533525"/>
                <a:gd name="connsiteX17" fmla="*/ 2781301 w 2781300"/>
                <a:gd name="connsiteY17" fmla="*/ 771593 h 153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1300" h="1533525">
                  <a:moveTo>
                    <a:pt x="2781301" y="771593"/>
                  </a:moveTo>
                  <a:cubicBezTo>
                    <a:pt x="2754630" y="646816"/>
                    <a:pt x="2565083" y="70553"/>
                    <a:pt x="1551622" y="2925"/>
                  </a:cubicBezTo>
                  <a:cubicBezTo>
                    <a:pt x="1543051" y="8640"/>
                    <a:pt x="1071563" y="-50415"/>
                    <a:pt x="676275" y="176280"/>
                  </a:cubicBezTo>
                  <a:cubicBezTo>
                    <a:pt x="501968" y="270578"/>
                    <a:pt x="347663" y="392498"/>
                    <a:pt x="201930" y="525848"/>
                  </a:cubicBezTo>
                  <a:cubicBezTo>
                    <a:pt x="198120" y="528706"/>
                    <a:pt x="9525" y="699203"/>
                    <a:pt x="0" y="708728"/>
                  </a:cubicBezTo>
                  <a:cubicBezTo>
                    <a:pt x="0" y="708728"/>
                    <a:pt x="277178" y="678248"/>
                    <a:pt x="493395" y="821123"/>
                  </a:cubicBezTo>
                  <a:cubicBezTo>
                    <a:pt x="542925" y="840173"/>
                    <a:pt x="562928" y="810646"/>
                    <a:pt x="593407" y="792548"/>
                  </a:cubicBezTo>
                  <a:cubicBezTo>
                    <a:pt x="610553" y="783976"/>
                    <a:pt x="623888" y="770641"/>
                    <a:pt x="637223" y="759210"/>
                  </a:cubicBezTo>
                  <a:cubicBezTo>
                    <a:pt x="721043" y="703013"/>
                    <a:pt x="812482" y="666818"/>
                    <a:pt x="913448" y="694441"/>
                  </a:cubicBezTo>
                  <a:cubicBezTo>
                    <a:pt x="950595" y="706823"/>
                    <a:pt x="1002982" y="752543"/>
                    <a:pt x="1011555" y="783976"/>
                  </a:cubicBezTo>
                  <a:cubicBezTo>
                    <a:pt x="1028701" y="845888"/>
                    <a:pt x="1016318" y="903991"/>
                    <a:pt x="997268" y="960188"/>
                  </a:cubicBezTo>
                  <a:cubicBezTo>
                    <a:pt x="983932" y="999241"/>
                    <a:pt x="981076" y="1005908"/>
                    <a:pt x="1019176" y="1030673"/>
                  </a:cubicBezTo>
                  <a:cubicBezTo>
                    <a:pt x="1043940" y="1043056"/>
                    <a:pt x="1778318" y="1533593"/>
                    <a:pt x="1790701" y="1536451"/>
                  </a:cubicBezTo>
                  <a:cubicBezTo>
                    <a:pt x="1802130" y="1524068"/>
                    <a:pt x="1814513" y="1510733"/>
                    <a:pt x="1824990" y="1498351"/>
                  </a:cubicBezTo>
                  <a:cubicBezTo>
                    <a:pt x="2001203" y="1288801"/>
                    <a:pt x="2222183" y="1146878"/>
                    <a:pt x="2475547" y="1049723"/>
                  </a:cubicBezTo>
                  <a:cubicBezTo>
                    <a:pt x="2574608" y="1011623"/>
                    <a:pt x="2710815" y="969713"/>
                    <a:pt x="2754630" y="964951"/>
                  </a:cubicBezTo>
                  <a:cubicBezTo>
                    <a:pt x="2777490" y="962093"/>
                    <a:pt x="2788920" y="951616"/>
                    <a:pt x="2788920" y="924946"/>
                  </a:cubicBezTo>
                  <a:cubicBezTo>
                    <a:pt x="2788920" y="892560"/>
                    <a:pt x="2785110" y="791596"/>
                    <a:pt x="2781301" y="77159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667FE90-7A0E-42DB-816C-30DA05A606C7}"/>
                </a:ext>
              </a:extLst>
            </p:cNvPr>
            <p:cNvSpPr/>
            <p:nvPr/>
          </p:nvSpPr>
          <p:spPr>
            <a:xfrm>
              <a:off x="8863012" y="2045970"/>
              <a:ext cx="2009775" cy="2028825"/>
            </a:xfrm>
            <a:custGeom>
              <a:avLst/>
              <a:gdLst>
                <a:gd name="connsiteX0" fmla="*/ 2017396 w 2009775"/>
                <a:gd name="connsiteY0" fmla="*/ 818197 h 2028825"/>
                <a:gd name="connsiteX1" fmla="*/ 1618298 w 2009775"/>
                <a:gd name="connsiteY1" fmla="*/ 566738 h 2028825"/>
                <a:gd name="connsiteX2" fmla="*/ 1250633 w 2009775"/>
                <a:gd name="connsiteY2" fmla="*/ 319088 h 2028825"/>
                <a:gd name="connsiteX3" fmla="*/ 1215390 w 2009775"/>
                <a:gd name="connsiteY3" fmla="*/ 219075 h 2028825"/>
                <a:gd name="connsiteX4" fmla="*/ 1238250 w 2009775"/>
                <a:gd name="connsiteY4" fmla="*/ 151447 h 2028825"/>
                <a:gd name="connsiteX5" fmla="*/ 1158240 w 2009775"/>
                <a:gd name="connsiteY5" fmla="*/ 0 h 2028825"/>
                <a:gd name="connsiteX6" fmla="*/ 91440 w 2009775"/>
                <a:gd name="connsiteY6" fmla="*/ 1524952 h 2028825"/>
                <a:gd name="connsiteX7" fmla="*/ 0 w 2009775"/>
                <a:gd name="connsiteY7" fmla="*/ 1775460 h 2028825"/>
                <a:gd name="connsiteX8" fmla="*/ 812482 w 2009775"/>
                <a:gd name="connsiteY8" fmla="*/ 2025968 h 2028825"/>
                <a:gd name="connsiteX9" fmla="*/ 1119188 w 2009775"/>
                <a:gd name="connsiteY9" fmla="*/ 1966912 h 2028825"/>
                <a:gd name="connsiteX10" fmla="*/ 1291590 w 2009775"/>
                <a:gd name="connsiteY10" fmla="*/ 1842135 h 2028825"/>
                <a:gd name="connsiteX11" fmla="*/ 1291590 w 2009775"/>
                <a:gd name="connsiteY11" fmla="*/ 1842135 h 2028825"/>
                <a:gd name="connsiteX12" fmla="*/ 1737360 w 2009775"/>
                <a:gd name="connsiteY12" fmla="*/ 1246823 h 2028825"/>
                <a:gd name="connsiteX13" fmla="*/ 1737360 w 2009775"/>
                <a:gd name="connsiteY13" fmla="*/ 1246823 h 2028825"/>
                <a:gd name="connsiteX14" fmla="*/ 1737360 w 2009775"/>
                <a:gd name="connsiteY14" fmla="*/ 1246823 h 2028825"/>
                <a:gd name="connsiteX15" fmla="*/ 2017396 w 2009775"/>
                <a:gd name="connsiteY15" fmla="*/ 818197 h 2028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09775" h="2028825">
                  <a:moveTo>
                    <a:pt x="2017396" y="818197"/>
                  </a:moveTo>
                  <a:cubicBezTo>
                    <a:pt x="2014538" y="810577"/>
                    <a:pt x="1677352" y="610552"/>
                    <a:pt x="1618298" y="566738"/>
                  </a:cubicBezTo>
                  <a:cubicBezTo>
                    <a:pt x="1603058" y="555308"/>
                    <a:pt x="1293496" y="341947"/>
                    <a:pt x="1250633" y="319088"/>
                  </a:cubicBezTo>
                  <a:cubicBezTo>
                    <a:pt x="1200150" y="291465"/>
                    <a:pt x="1195388" y="260985"/>
                    <a:pt x="1215390" y="219075"/>
                  </a:cubicBezTo>
                  <a:cubicBezTo>
                    <a:pt x="1226821" y="195263"/>
                    <a:pt x="1234440" y="180975"/>
                    <a:pt x="1238250" y="151447"/>
                  </a:cubicBezTo>
                  <a:cubicBezTo>
                    <a:pt x="1248727" y="84772"/>
                    <a:pt x="1218248" y="22860"/>
                    <a:pt x="1158240" y="0"/>
                  </a:cubicBezTo>
                  <a:cubicBezTo>
                    <a:pt x="1154430" y="4763"/>
                    <a:pt x="93345" y="1522095"/>
                    <a:pt x="91440" y="1524952"/>
                  </a:cubicBezTo>
                  <a:cubicBezTo>
                    <a:pt x="75248" y="1546860"/>
                    <a:pt x="15240" y="1725930"/>
                    <a:pt x="0" y="1775460"/>
                  </a:cubicBezTo>
                  <a:cubicBezTo>
                    <a:pt x="5715" y="1780223"/>
                    <a:pt x="529590" y="2001202"/>
                    <a:pt x="812482" y="2025968"/>
                  </a:cubicBezTo>
                  <a:cubicBezTo>
                    <a:pt x="919163" y="2035493"/>
                    <a:pt x="1023938" y="2025015"/>
                    <a:pt x="1119188" y="1966912"/>
                  </a:cubicBezTo>
                  <a:cubicBezTo>
                    <a:pt x="1180148" y="1929765"/>
                    <a:pt x="1233488" y="1883093"/>
                    <a:pt x="1291590" y="1842135"/>
                  </a:cubicBezTo>
                  <a:cubicBezTo>
                    <a:pt x="1291590" y="1842135"/>
                    <a:pt x="1291590" y="1842135"/>
                    <a:pt x="1291590" y="1842135"/>
                  </a:cubicBezTo>
                  <a:cubicBezTo>
                    <a:pt x="1487805" y="1679258"/>
                    <a:pt x="1618298" y="1467802"/>
                    <a:pt x="1737360" y="1246823"/>
                  </a:cubicBezTo>
                  <a:lnTo>
                    <a:pt x="1737360" y="1246823"/>
                  </a:lnTo>
                  <a:lnTo>
                    <a:pt x="1737360" y="1246823"/>
                  </a:lnTo>
                  <a:cubicBezTo>
                    <a:pt x="1830705" y="1083945"/>
                    <a:pt x="1906905" y="954405"/>
                    <a:pt x="2017396" y="81819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D33045A-CDED-4056-BDF0-69D9F07FA7BD}"/>
                </a:ext>
              </a:extLst>
            </p:cNvPr>
            <p:cNvSpPr/>
            <p:nvPr/>
          </p:nvSpPr>
          <p:spPr>
            <a:xfrm>
              <a:off x="8233410" y="2032974"/>
              <a:ext cx="1771650" cy="1771650"/>
            </a:xfrm>
            <a:custGeom>
              <a:avLst/>
              <a:gdLst>
                <a:gd name="connsiteX0" fmla="*/ 871538 w 1771650"/>
                <a:gd name="connsiteY0" fmla="*/ 613 h 1771650"/>
                <a:gd name="connsiteX1" fmla="*/ 236220 w 1771650"/>
                <a:gd name="connsiteY1" fmla="*/ 674030 h 1771650"/>
                <a:gd name="connsiteX2" fmla="*/ 0 w 1771650"/>
                <a:gd name="connsiteY2" fmla="*/ 1145518 h 1771650"/>
                <a:gd name="connsiteX3" fmla="*/ 75247 w 1771650"/>
                <a:gd name="connsiteY3" fmla="*/ 1374118 h 1771650"/>
                <a:gd name="connsiteX4" fmla="*/ 613410 w 1771650"/>
                <a:gd name="connsiteY4" fmla="*/ 1774168 h 1771650"/>
                <a:gd name="connsiteX5" fmla="*/ 698182 w 1771650"/>
                <a:gd name="connsiteY5" fmla="*/ 1546521 h 1771650"/>
                <a:gd name="connsiteX6" fmla="*/ 1777365 w 1771650"/>
                <a:gd name="connsiteY6" fmla="*/ 3470 h 1771650"/>
                <a:gd name="connsiteX7" fmla="*/ 1492567 w 1771650"/>
                <a:gd name="connsiteY7" fmla="*/ 103483 h 1771650"/>
                <a:gd name="connsiteX8" fmla="*/ 1381125 w 1771650"/>
                <a:gd name="connsiteY8" fmla="*/ 130153 h 1771650"/>
                <a:gd name="connsiteX9" fmla="*/ 871538 w 1771650"/>
                <a:gd name="connsiteY9" fmla="*/ 613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71650" h="1771650">
                  <a:moveTo>
                    <a:pt x="871538" y="613"/>
                  </a:moveTo>
                  <a:cubicBezTo>
                    <a:pt x="871538" y="613"/>
                    <a:pt x="388620" y="454955"/>
                    <a:pt x="236220" y="674030"/>
                  </a:cubicBezTo>
                  <a:cubicBezTo>
                    <a:pt x="236220" y="674030"/>
                    <a:pt x="0" y="974068"/>
                    <a:pt x="0" y="1145518"/>
                  </a:cubicBezTo>
                  <a:cubicBezTo>
                    <a:pt x="0" y="1227433"/>
                    <a:pt x="33338" y="1307443"/>
                    <a:pt x="75247" y="1374118"/>
                  </a:cubicBezTo>
                  <a:cubicBezTo>
                    <a:pt x="186690" y="1549378"/>
                    <a:pt x="607695" y="1772263"/>
                    <a:pt x="613410" y="1774168"/>
                  </a:cubicBezTo>
                  <a:cubicBezTo>
                    <a:pt x="631507" y="1730353"/>
                    <a:pt x="656272" y="1648438"/>
                    <a:pt x="698182" y="1546521"/>
                  </a:cubicBezTo>
                  <a:cubicBezTo>
                    <a:pt x="737235" y="1452223"/>
                    <a:pt x="1776413" y="7280"/>
                    <a:pt x="1777365" y="3470"/>
                  </a:cubicBezTo>
                  <a:cubicBezTo>
                    <a:pt x="1688782" y="-11770"/>
                    <a:pt x="1566863" y="23473"/>
                    <a:pt x="1492567" y="103483"/>
                  </a:cubicBezTo>
                  <a:cubicBezTo>
                    <a:pt x="1469707" y="128248"/>
                    <a:pt x="1416367" y="153013"/>
                    <a:pt x="1381125" y="130153"/>
                  </a:cubicBezTo>
                  <a:cubicBezTo>
                    <a:pt x="1275397" y="71098"/>
                    <a:pt x="1152525" y="613"/>
                    <a:pt x="871538" y="61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DF5068-3094-44EF-8639-A3F18E1CABA7}"/>
                </a:ext>
              </a:extLst>
            </p:cNvPr>
            <p:cNvSpPr/>
            <p:nvPr/>
          </p:nvSpPr>
          <p:spPr>
            <a:xfrm>
              <a:off x="9092649" y="2269344"/>
              <a:ext cx="809625" cy="952500"/>
            </a:xfrm>
            <a:custGeom>
              <a:avLst/>
              <a:gdLst>
                <a:gd name="connsiteX0" fmla="*/ 157078 w 809625"/>
                <a:gd name="connsiteY0" fmla="*/ 955821 h 952500"/>
                <a:gd name="connsiteX1" fmla="*/ 14203 w 809625"/>
                <a:gd name="connsiteY1" fmla="*/ 889146 h 952500"/>
                <a:gd name="connsiteX2" fmla="*/ 58971 w 809625"/>
                <a:gd name="connsiteY2" fmla="*/ 634828 h 952500"/>
                <a:gd name="connsiteX3" fmla="*/ 441876 w 809625"/>
                <a:gd name="connsiteY3" fmla="*/ 126193 h 952500"/>
                <a:gd name="connsiteX4" fmla="*/ 763821 w 809625"/>
                <a:gd name="connsiteY4" fmla="*/ 14751 h 952500"/>
                <a:gd name="connsiteX5" fmla="*/ 813351 w 809625"/>
                <a:gd name="connsiteY5" fmla="*/ 114763 h 952500"/>
                <a:gd name="connsiteX6" fmla="*/ 720958 w 809625"/>
                <a:gd name="connsiteY6" fmla="*/ 321456 h 952500"/>
                <a:gd name="connsiteX7" fmla="*/ 373296 w 809625"/>
                <a:gd name="connsiteY7" fmla="*/ 778656 h 952500"/>
                <a:gd name="connsiteX8" fmla="*/ 157078 w 809625"/>
                <a:gd name="connsiteY8" fmla="*/ 955821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9625" h="952500">
                  <a:moveTo>
                    <a:pt x="157078" y="955821"/>
                  </a:moveTo>
                  <a:cubicBezTo>
                    <a:pt x="109453" y="970108"/>
                    <a:pt x="36111" y="954868"/>
                    <a:pt x="14203" y="889146"/>
                  </a:cubicBezTo>
                  <a:cubicBezTo>
                    <a:pt x="-21039" y="780561"/>
                    <a:pt x="15156" y="739603"/>
                    <a:pt x="58971" y="634828"/>
                  </a:cubicBezTo>
                  <a:cubicBezTo>
                    <a:pt x="155174" y="407181"/>
                    <a:pt x="385678" y="177628"/>
                    <a:pt x="441876" y="126193"/>
                  </a:cubicBezTo>
                  <a:cubicBezTo>
                    <a:pt x="543793" y="32848"/>
                    <a:pt x="659046" y="-30017"/>
                    <a:pt x="763821" y="14751"/>
                  </a:cubicBezTo>
                  <a:cubicBezTo>
                    <a:pt x="763821" y="14751"/>
                    <a:pt x="815256" y="51898"/>
                    <a:pt x="813351" y="114763"/>
                  </a:cubicBezTo>
                  <a:cubicBezTo>
                    <a:pt x="810493" y="192868"/>
                    <a:pt x="786681" y="229063"/>
                    <a:pt x="720958" y="321456"/>
                  </a:cubicBezTo>
                  <a:cubicBezTo>
                    <a:pt x="648568" y="423373"/>
                    <a:pt x="513313" y="621493"/>
                    <a:pt x="373296" y="778656"/>
                  </a:cubicBezTo>
                  <a:cubicBezTo>
                    <a:pt x="291381" y="872001"/>
                    <a:pt x="204703" y="941533"/>
                    <a:pt x="157078" y="95582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164343A-0AD4-4CE5-BB7B-D64A16A4B9E2}"/>
                </a:ext>
              </a:extLst>
            </p:cNvPr>
            <p:cNvSpPr/>
            <p:nvPr/>
          </p:nvSpPr>
          <p:spPr>
            <a:xfrm>
              <a:off x="9178208" y="2401664"/>
              <a:ext cx="609600" cy="733425"/>
            </a:xfrm>
            <a:custGeom>
              <a:avLst/>
              <a:gdLst>
                <a:gd name="connsiteX0" fmla="*/ 566818 w 609600"/>
                <a:gd name="connsiteY0" fmla="*/ 7208 h 733425"/>
                <a:gd name="connsiteX1" fmla="*/ 404893 w 609600"/>
                <a:gd name="connsiteY1" fmla="*/ 432976 h 733425"/>
                <a:gd name="connsiteX2" fmla="*/ 50564 w 609600"/>
                <a:gd name="connsiteY2" fmla="*/ 733013 h 733425"/>
                <a:gd name="connsiteX3" fmla="*/ 156291 w 609600"/>
                <a:gd name="connsiteY3" fmla="*/ 261526 h 733425"/>
                <a:gd name="connsiteX4" fmla="*/ 566818 w 609600"/>
                <a:gd name="connsiteY4" fmla="*/ 720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" h="733425">
                  <a:moveTo>
                    <a:pt x="566818" y="7208"/>
                  </a:moveTo>
                  <a:cubicBezTo>
                    <a:pt x="694454" y="51976"/>
                    <a:pt x="553484" y="237713"/>
                    <a:pt x="404893" y="432976"/>
                  </a:cubicBezTo>
                  <a:cubicBezTo>
                    <a:pt x="255351" y="630143"/>
                    <a:pt x="163911" y="766351"/>
                    <a:pt x="50564" y="733013"/>
                  </a:cubicBezTo>
                  <a:cubicBezTo>
                    <a:pt x="-48496" y="704438"/>
                    <a:pt x="3891" y="454883"/>
                    <a:pt x="156291" y="261526"/>
                  </a:cubicBezTo>
                  <a:cubicBezTo>
                    <a:pt x="314406" y="61501"/>
                    <a:pt x="469664" y="-27082"/>
                    <a:pt x="566818" y="7208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80747D4-4A72-43C8-AD9A-D3B15F47D55D}"/>
              </a:ext>
            </a:extLst>
          </p:cNvPr>
          <p:cNvSpPr/>
          <p:nvPr/>
        </p:nvSpPr>
        <p:spPr>
          <a:xfrm rot="21387757" flipH="1">
            <a:off x="6234361" y="4444066"/>
            <a:ext cx="5965319" cy="1079845"/>
          </a:xfrm>
          <a:custGeom>
            <a:avLst/>
            <a:gdLst>
              <a:gd name="connsiteX0" fmla="*/ 3019693 w 3668233"/>
              <a:gd name="connsiteY0" fmla="*/ 22 h 1079845"/>
              <a:gd name="connsiteX1" fmla="*/ 2868966 w 3668233"/>
              <a:gd name="connsiteY1" fmla="*/ 30895 h 1079845"/>
              <a:gd name="connsiteX2" fmla="*/ 2588412 w 3668233"/>
              <a:gd name="connsiteY2" fmla="*/ 203295 h 1079845"/>
              <a:gd name="connsiteX3" fmla="*/ 2153947 w 3668233"/>
              <a:gd name="connsiteY3" fmla="*/ 628515 h 1079845"/>
              <a:gd name="connsiteX4" fmla="*/ 1718096 w 3668233"/>
              <a:gd name="connsiteY4" fmla="*/ 1015374 h 1079845"/>
              <a:gd name="connsiteX5" fmla="*/ 1563260 w 3668233"/>
              <a:gd name="connsiteY5" fmla="*/ 989491 h 1079845"/>
              <a:gd name="connsiteX6" fmla="*/ 1423215 w 3668233"/>
              <a:gd name="connsiteY6" fmla="*/ 619734 h 1079845"/>
              <a:gd name="connsiteX7" fmla="*/ 1272076 w 3668233"/>
              <a:gd name="connsiteY7" fmla="*/ 489395 h 1079845"/>
              <a:gd name="connsiteX8" fmla="*/ 957782 w 3668233"/>
              <a:gd name="connsiteY8" fmla="*/ 454268 h 1079845"/>
              <a:gd name="connsiteX9" fmla="*/ 8430 w 3668233"/>
              <a:gd name="connsiteY9" fmla="*/ 652088 h 1079845"/>
              <a:gd name="connsiteX10" fmla="*/ 18137 w 3668233"/>
              <a:gd name="connsiteY10" fmla="*/ 696459 h 1079845"/>
              <a:gd name="connsiteX11" fmla="*/ 791854 w 3668233"/>
              <a:gd name="connsiteY11" fmla="*/ 528681 h 1079845"/>
              <a:gd name="connsiteX12" fmla="*/ 1143586 w 3668233"/>
              <a:gd name="connsiteY12" fmla="*/ 499563 h 1079845"/>
              <a:gd name="connsiteX13" fmla="*/ 1404727 w 3668233"/>
              <a:gd name="connsiteY13" fmla="*/ 676122 h 1079845"/>
              <a:gd name="connsiteX14" fmla="*/ 1527671 w 3668233"/>
              <a:gd name="connsiteY14" fmla="*/ 1015374 h 1079845"/>
              <a:gd name="connsiteX15" fmla="*/ 1660321 w 3668233"/>
              <a:gd name="connsiteY15" fmla="*/ 1078695 h 1079845"/>
              <a:gd name="connsiteX16" fmla="*/ 2135460 w 3668233"/>
              <a:gd name="connsiteY16" fmla="*/ 713098 h 1079845"/>
              <a:gd name="connsiteX17" fmla="*/ 2579631 w 3668233"/>
              <a:gd name="connsiteY17" fmla="*/ 269389 h 1079845"/>
              <a:gd name="connsiteX18" fmla="*/ 2914723 w 3668233"/>
              <a:gd name="connsiteY18" fmla="*/ 63249 h 1079845"/>
              <a:gd name="connsiteX19" fmla="*/ 3077417 w 3668233"/>
              <a:gd name="connsiteY19" fmla="*/ 44761 h 1079845"/>
              <a:gd name="connsiteX20" fmla="*/ 3244731 w 3668233"/>
              <a:gd name="connsiteY20" fmla="*/ 192202 h 1079845"/>
              <a:gd name="connsiteX21" fmla="*/ 3323768 w 3668233"/>
              <a:gd name="connsiteY21" fmla="*/ 454730 h 1079845"/>
              <a:gd name="connsiteX22" fmla="*/ 3375534 w 3668233"/>
              <a:gd name="connsiteY22" fmla="*/ 624356 h 1079845"/>
              <a:gd name="connsiteX23" fmla="*/ 3553479 w 3668233"/>
              <a:gd name="connsiteY23" fmla="*/ 677046 h 1079845"/>
              <a:gd name="connsiteX24" fmla="*/ 3668233 w 3668233"/>
              <a:gd name="connsiteY24" fmla="*/ 641253 h 1079845"/>
              <a:gd name="connsiteX25" fmla="*/ 3668233 w 3668233"/>
              <a:gd name="connsiteY25" fmla="*/ 595384 h 1079845"/>
              <a:gd name="connsiteX26" fmla="*/ 3616360 w 3668233"/>
              <a:gd name="connsiteY26" fmla="*/ 617076 h 1079845"/>
              <a:gd name="connsiteX27" fmla="*/ 3532680 w 3668233"/>
              <a:gd name="connsiteY27" fmla="*/ 639146 h 1079845"/>
              <a:gd name="connsiteX28" fmla="*/ 3412971 w 3668233"/>
              <a:gd name="connsiteY28" fmla="*/ 602171 h 1079845"/>
              <a:gd name="connsiteX29" fmla="*/ 3319146 w 3668233"/>
              <a:gd name="connsiteY29" fmla="*/ 262918 h 1079845"/>
              <a:gd name="connsiteX30" fmla="*/ 3233177 w 3668233"/>
              <a:gd name="connsiteY30" fmla="*/ 91443 h 1079845"/>
              <a:gd name="connsiteX31" fmla="*/ 3095442 w 3668233"/>
              <a:gd name="connsiteY31" fmla="*/ 8248 h 1079845"/>
              <a:gd name="connsiteX32" fmla="*/ 3019693 w 3668233"/>
              <a:gd name="connsiteY32" fmla="*/ 22 h 1079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668233" h="1079845">
                <a:moveTo>
                  <a:pt x="3019693" y="22"/>
                </a:moveTo>
                <a:cubicBezTo>
                  <a:pt x="2946702" y="824"/>
                  <a:pt x="2885605" y="24309"/>
                  <a:pt x="2868966" y="30895"/>
                </a:cubicBezTo>
                <a:cubicBezTo>
                  <a:pt x="2764047" y="72493"/>
                  <a:pt x="2673919" y="130268"/>
                  <a:pt x="2588412" y="203295"/>
                </a:cubicBezTo>
                <a:cubicBezTo>
                  <a:pt x="2503368" y="274011"/>
                  <a:pt x="2181679" y="598935"/>
                  <a:pt x="2153947" y="628515"/>
                </a:cubicBezTo>
                <a:cubicBezTo>
                  <a:pt x="2126216" y="657634"/>
                  <a:pt x="1768475" y="992726"/>
                  <a:pt x="1718096" y="1015374"/>
                </a:cubicBezTo>
                <a:cubicBezTo>
                  <a:pt x="1658011" y="1042182"/>
                  <a:pt x="1606245" y="1051426"/>
                  <a:pt x="1563260" y="989491"/>
                </a:cubicBezTo>
                <a:cubicBezTo>
                  <a:pt x="1541999" y="959448"/>
                  <a:pt x="1462501" y="689063"/>
                  <a:pt x="1423215" y="619734"/>
                </a:cubicBezTo>
                <a:cubicBezTo>
                  <a:pt x="1388550" y="558724"/>
                  <a:pt x="1335397" y="517588"/>
                  <a:pt x="1272076" y="489395"/>
                </a:cubicBezTo>
                <a:cubicBezTo>
                  <a:pt x="1171317" y="444561"/>
                  <a:pt x="1065012" y="442712"/>
                  <a:pt x="957782" y="454268"/>
                </a:cubicBezTo>
                <a:cubicBezTo>
                  <a:pt x="851015" y="466285"/>
                  <a:pt x="130450" y="625742"/>
                  <a:pt x="8430" y="652088"/>
                </a:cubicBezTo>
                <a:cubicBezTo>
                  <a:pt x="-7747" y="655785"/>
                  <a:pt x="1498" y="700156"/>
                  <a:pt x="18137" y="696459"/>
                </a:cubicBezTo>
                <a:cubicBezTo>
                  <a:pt x="79147" y="682130"/>
                  <a:pt x="594958" y="571203"/>
                  <a:pt x="791854" y="528681"/>
                </a:cubicBezTo>
                <a:cubicBezTo>
                  <a:pt x="907865" y="503722"/>
                  <a:pt x="1024339" y="483848"/>
                  <a:pt x="1143586" y="499563"/>
                </a:cubicBezTo>
                <a:cubicBezTo>
                  <a:pt x="1260059" y="514815"/>
                  <a:pt x="1349263" y="569817"/>
                  <a:pt x="1404727" y="676122"/>
                </a:cubicBezTo>
                <a:cubicBezTo>
                  <a:pt x="1432459" y="729274"/>
                  <a:pt x="1494393" y="962684"/>
                  <a:pt x="1527671" y="1015374"/>
                </a:cubicBezTo>
                <a:cubicBezTo>
                  <a:pt x="1558176" y="1064367"/>
                  <a:pt x="1602547" y="1085166"/>
                  <a:pt x="1660321" y="1078695"/>
                </a:cubicBezTo>
                <a:cubicBezTo>
                  <a:pt x="1769862" y="1067140"/>
                  <a:pt x="2005583" y="832806"/>
                  <a:pt x="2135460" y="713098"/>
                </a:cubicBezTo>
                <a:cubicBezTo>
                  <a:pt x="2289371" y="571203"/>
                  <a:pt x="2420173" y="405737"/>
                  <a:pt x="2579631" y="269389"/>
                </a:cubicBezTo>
                <a:cubicBezTo>
                  <a:pt x="2680390" y="182958"/>
                  <a:pt x="2787157" y="106233"/>
                  <a:pt x="2914723" y="63249"/>
                </a:cubicBezTo>
                <a:cubicBezTo>
                  <a:pt x="2967876" y="45223"/>
                  <a:pt x="3021953" y="35055"/>
                  <a:pt x="3077417" y="44761"/>
                </a:cubicBezTo>
                <a:cubicBezTo>
                  <a:pt x="3161999" y="60014"/>
                  <a:pt x="3210067" y="119637"/>
                  <a:pt x="3244731" y="192202"/>
                </a:cubicBezTo>
                <a:cubicBezTo>
                  <a:pt x="3284019" y="275860"/>
                  <a:pt x="3302044" y="365988"/>
                  <a:pt x="3323768" y="454730"/>
                </a:cubicBezTo>
                <a:cubicBezTo>
                  <a:pt x="3337633" y="511580"/>
                  <a:pt x="3353348" y="568892"/>
                  <a:pt x="3375534" y="624356"/>
                </a:cubicBezTo>
                <a:cubicBezTo>
                  <a:pt x="3400954" y="688139"/>
                  <a:pt x="3477679" y="694147"/>
                  <a:pt x="3553479" y="677046"/>
                </a:cubicBezTo>
                <a:lnTo>
                  <a:pt x="3668233" y="641253"/>
                </a:lnTo>
                <a:lnTo>
                  <a:pt x="3668233" y="595384"/>
                </a:lnTo>
                <a:lnTo>
                  <a:pt x="3616360" y="617076"/>
                </a:lnTo>
                <a:cubicBezTo>
                  <a:pt x="3589271" y="626494"/>
                  <a:pt x="3561452" y="634062"/>
                  <a:pt x="3532680" y="639146"/>
                </a:cubicBezTo>
                <a:cubicBezTo>
                  <a:pt x="3489696" y="646541"/>
                  <a:pt x="3442090" y="645617"/>
                  <a:pt x="3412971" y="602171"/>
                </a:cubicBezTo>
                <a:cubicBezTo>
                  <a:pt x="3378769" y="540236"/>
                  <a:pt x="3344104" y="352122"/>
                  <a:pt x="3319146" y="262918"/>
                </a:cubicBezTo>
                <a:cubicBezTo>
                  <a:pt x="3301582" y="200059"/>
                  <a:pt x="3247043" y="106233"/>
                  <a:pt x="3233177" y="91443"/>
                </a:cubicBezTo>
                <a:cubicBezTo>
                  <a:pt x="3201748" y="57240"/>
                  <a:pt x="3155528" y="22576"/>
                  <a:pt x="3095442" y="8248"/>
                </a:cubicBezTo>
                <a:cubicBezTo>
                  <a:pt x="3069675" y="2008"/>
                  <a:pt x="3044023" y="-245"/>
                  <a:pt x="3019693" y="22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E63277-5CB5-42BE-8237-0775F86A1D6F}"/>
              </a:ext>
            </a:extLst>
          </p:cNvPr>
          <p:cNvSpPr txBox="1"/>
          <p:nvPr/>
        </p:nvSpPr>
        <p:spPr>
          <a:xfrm>
            <a:off x="-9058" y="2828423"/>
            <a:ext cx="12192000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867" dirty="0">
                <a:cs typeface="Arial" pitchFamily="34" charset="0"/>
              </a:rPr>
              <a:t>Thank You</a:t>
            </a:r>
            <a:endParaRPr lang="ko-KR" altLang="en-US" sz="5867" dirty="0">
              <a:cs typeface="Arial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4CD6EA4-7A3B-4F28-AA4B-4E5BFEB5C47B}"/>
              </a:ext>
            </a:extLst>
          </p:cNvPr>
          <p:cNvSpPr/>
          <p:nvPr/>
        </p:nvSpPr>
        <p:spPr>
          <a:xfrm rot="212243">
            <a:off x="6953300" y="1922777"/>
            <a:ext cx="5259425" cy="1079845"/>
          </a:xfrm>
          <a:custGeom>
            <a:avLst/>
            <a:gdLst>
              <a:gd name="connsiteX0" fmla="*/ 3019693 w 3668233"/>
              <a:gd name="connsiteY0" fmla="*/ 22 h 1079845"/>
              <a:gd name="connsiteX1" fmla="*/ 2868966 w 3668233"/>
              <a:gd name="connsiteY1" fmla="*/ 30895 h 1079845"/>
              <a:gd name="connsiteX2" fmla="*/ 2588412 w 3668233"/>
              <a:gd name="connsiteY2" fmla="*/ 203295 h 1079845"/>
              <a:gd name="connsiteX3" fmla="*/ 2153947 w 3668233"/>
              <a:gd name="connsiteY3" fmla="*/ 628515 h 1079845"/>
              <a:gd name="connsiteX4" fmla="*/ 1718096 w 3668233"/>
              <a:gd name="connsiteY4" fmla="*/ 1015374 h 1079845"/>
              <a:gd name="connsiteX5" fmla="*/ 1563260 w 3668233"/>
              <a:gd name="connsiteY5" fmla="*/ 989491 h 1079845"/>
              <a:gd name="connsiteX6" fmla="*/ 1423215 w 3668233"/>
              <a:gd name="connsiteY6" fmla="*/ 619734 h 1079845"/>
              <a:gd name="connsiteX7" fmla="*/ 1272076 w 3668233"/>
              <a:gd name="connsiteY7" fmla="*/ 489395 h 1079845"/>
              <a:gd name="connsiteX8" fmla="*/ 957782 w 3668233"/>
              <a:gd name="connsiteY8" fmla="*/ 454268 h 1079845"/>
              <a:gd name="connsiteX9" fmla="*/ 8430 w 3668233"/>
              <a:gd name="connsiteY9" fmla="*/ 652088 h 1079845"/>
              <a:gd name="connsiteX10" fmla="*/ 18137 w 3668233"/>
              <a:gd name="connsiteY10" fmla="*/ 696459 h 1079845"/>
              <a:gd name="connsiteX11" fmla="*/ 791854 w 3668233"/>
              <a:gd name="connsiteY11" fmla="*/ 528681 h 1079845"/>
              <a:gd name="connsiteX12" fmla="*/ 1143586 w 3668233"/>
              <a:gd name="connsiteY12" fmla="*/ 499563 h 1079845"/>
              <a:gd name="connsiteX13" fmla="*/ 1404727 w 3668233"/>
              <a:gd name="connsiteY13" fmla="*/ 676122 h 1079845"/>
              <a:gd name="connsiteX14" fmla="*/ 1527671 w 3668233"/>
              <a:gd name="connsiteY14" fmla="*/ 1015374 h 1079845"/>
              <a:gd name="connsiteX15" fmla="*/ 1660321 w 3668233"/>
              <a:gd name="connsiteY15" fmla="*/ 1078695 h 1079845"/>
              <a:gd name="connsiteX16" fmla="*/ 2135460 w 3668233"/>
              <a:gd name="connsiteY16" fmla="*/ 713098 h 1079845"/>
              <a:gd name="connsiteX17" fmla="*/ 2579631 w 3668233"/>
              <a:gd name="connsiteY17" fmla="*/ 269389 h 1079845"/>
              <a:gd name="connsiteX18" fmla="*/ 2914723 w 3668233"/>
              <a:gd name="connsiteY18" fmla="*/ 63249 h 1079845"/>
              <a:gd name="connsiteX19" fmla="*/ 3077417 w 3668233"/>
              <a:gd name="connsiteY19" fmla="*/ 44761 h 1079845"/>
              <a:gd name="connsiteX20" fmla="*/ 3244731 w 3668233"/>
              <a:gd name="connsiteY20" fmla="*/ 192202 h 1079845"/>
              <a:gd name="connsiteX21" fmla="*/ 3323768 w 3668233"/>
              <a:gd name="connsiteY21" fmla="*/ 454730 h 1079845"/>
              <a:gd name="connsiteX22" fmla="*/ 3375534 w 3668233"/>
              <a:gd name="connsiteY22" fmla="*/ 624356 h 1079845"/>
              <a:gd name="connsiteX23" fmla="*/ 3553479 w 3668233"/>
              <a:gd name="connsiteY23" fmla="*/ 677046 h 1079845"/>
              <a:gd name="connsiteX24" fmla="*/ 3668233 w 3668233"/>
              <a:gd name="connsiteY24" fmla="*/ 641253 h 1079845"/>
              <a:gd name="connsiteX25" fmla="*/ 3668233 w 3668233"/>
              <a:gd name="connsiteY25" fmla="*/ 595384 h 1079845"/>
              <a:gd name="connsiteX26" fmla="*/ 3616360 w 3668233"/>
              <a:gd name="connsiteY26" fmla="*/ 617076 h 1079845"/>
              <a:gd name="connsiteX27" fmla="*/ 3532680 w 3668233"/>
              <a:gd name="connsiteY27" fmla="*/ 639146 h 1079845"/>
              <a:gd name="connsiteX28" fmla="*/ 3412971 w 3668233"/>
              <a:gd name="connsiteY28" fmla="*/ 602171 h 1079845"/>
              <a:gd name="connsiteX29" fmla="*/ 3319146 w 3668233"/>
              <a:gd name="connsiteY29" fmla="*/ 262918 h 1079845"/>
              <a:gd name="connsiteX30" fmla="*/ 3233177 w 3668233"/>
              <a:gd name="connsiteY30" fmla="*/ 91443 h 1079845"/>
              <a:gd name="connsiteX31" fmla="*/ 3095442 w 3668233"/>
              <a:gd name="connsiteY31" fmla="*/ 8248 h 1079845"/>
              <a:gd name="connsiteX32" fmla="*/ 3019693 w 3668233"/>
              <a:gd name="connsiteY32" fmla="*/ 22 h 1079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668233" h="1079845">
                <a:moveTo>
                  <a:pt x="3019693" y="22"/>
                </a:moveTo>
                <a:cubicBezTo>
                  <a:pt x="2946702" y="824"/>
                  <a:pt x="2885605" y="24309"/>
                  <a:pt x="2868966" y="30895"/>
                </a:cubicBezTo>
                <a:cubicBezTo>
                  <a:pt x="2764047" y="72493"/>
                  <a:pt x="2673919" y="130268"/>
                  <a:pt x="2588412" y="203295"/>
                </a:cubicBezTo>
                <a:cubicBezTo>
                  <a:pt x="2503368" y="274011"/>
                  <a:pt x="2181679" y="598935"/>
                  <a:pt x="2153947" y="628515"/>
                </a:cubicBezTo>
                <a:cubicBezTo>
                  <a:pt x="2126216" y="657634"/>
                  <a:pt x="1768475" y="992726"/>
                  <a:pt x="1718096" y="1015374"/>
                </a:cubicBezTo>
                <a:cubicBezTo>
                  <a:pt x="1658011" y="1042182"/>
                  <a:pt x="1606245" y="1051426"/>
                  <a:pt x="1563260" y="989491"/>
                </a:cubicBezTo>
                <a:cubicBezTo>
                  <a:pt x="1541999" y="959448"/>
                  <a:pt x="1462501" y="689063"/>
                  <a:pt x="1423215" y="619734"/>
                </a:cubicBezTo>
                <a:cubicBezTo>
                  <a:pt x="1388550" y="558724"/>
                  <a:pt x="1335397" y="517588"/>
                  <a:pt x="1272076" y="489395"/>
                </a:cubicBezTo>
                <a:cubicBezTo>
                  <a:pt x="1171317" y="444561"/>
                  <a:pt x="1065012" y="442712"/>
                  <a:pt x="957782" y="454268"/>
                </a:cubicBezTo>
                <a:cubicBezTo>
                  <a:pt x="851015" y="466285"/>
                  <a:pt x="130450" y="625742"/>
                  <a:pt x="8430" y="652088"/>
                </a:cubicBezTo>
                <a:cubicBezTo>
                  <a:pt x="-7747" y="655785"/>
                  <a:pt x="1498" y="700156"/>
                  <a:pt x="18137" y="696459"/>
                </a:cubicBezTo>
                <a:cubicBezTo>
                  <a:pt x="79147" y="682130"/>
                  <a:pt x="594958" y="571203"/>
                  <a:pt x="791854" y="528681"/>
                </a:cubicBezTo>
                <a:cubicBezTo>
                  <a:pt x="907865" y="503722"/>
                  <a:pt x="1024339" y="483848"/>
                  <a:pt x="1143586" y="499563"/>
                </a:cubicBezTo>
                <a:cubicBezTo>
                  <a:pt x="1260059" y="514815"/>
                  <a:pt x="1349263" y="569817"/>
                  <a:pt x="1404727" y="676122"/>
                </a:cubicBezTo>
                <a:cubicBezTo>
                  <a:pt x="1432459" y="729274"/>
                  <a:pt x="1494393" y="962684"/>
                  <a:pt x="1527671" y="1015374"/>
                </a:cubicBezTo>
                <a:cubicBezTo>
                  <a:pt x="1558176" y="1064367"/>
                  <a:pt x="1602547" y="1085166"/>
                  <a:pt x="1660321" y="1078695"/>
                </a:cubicBezTo>
                <a:cubicBezTo>
                  <a:pt x="1769862" y="1067140"/>
                  <a:pt x="2005583" y="832806"/>
                  <a:pt x="2135460" y="713098"/>
                </a:cubicBezTo>
                <a:cubicBezTo>
                  <a:pt x="2289371" y="571203"/>
                  <a:pt x="2420173" y="405737"/>
                  <a:pt x="2579631" y="269389"/>
                </a:cubicBezTo>
                <a:cubicBezTo>
                  <a:pt x="2680390" y="182958"/>
                  <a:pt x="2787157" y="106233"/>
                  <a:pt x="2914723" y="63249"/>
                </a:cubicBezTo>
                <a:cubicBezTo>
                  <a:pt x="2967876" y="45223"/>
                  <a:pt x="3021953" y="35055"/>
                  <a:pt x="3077417" y="44761"/>
                </a:cubicBezTo>
                <a:cubicBezTo>
                  <a:pt x="3161999" y="60014"/>
                  <a:pt x="3210067" y="119637"/>
                  <a:pt x="3244731" y="192202"/>
                </a:cubicBezTo>
                <a:cubicBezTo>
                  <a:pt x="3284019" y="275860"/>
                  <a:pt x="3302044" y="365988"/>
                  <a:pt x="3323768" y="454730"/>
                </a:cubicBezTo>
                <a:cubicBezTo>
                  <a:pt x="3337633" y="511580"/>
                  <a:pt x="3353348" y="568892"/>
                  <a:pt x="3375534" y="624356"/>
                </a:cubicBezTo>
                <a:cubicBezTo>
                  <a:pt x="3400954" y="688139"/>
                  <a:pt x="3477679" y="694147"/>
                  <a:pt x="3553479" y="677046"/>
                </a:cubicBezTo>
                <a:lnTo>
                  <a:pt x="3668233" y="641253"/>
                </a:lnTo>
                <a:lnTo>
                  <a:pt x="3668233" y="595384"/>
                </a:lnTo>
                <a:lnTo>
                  <a:pt x="3616360" y="617076"/>
                </a:lnTo>
                <a:cubicBezTo>
                  <a:pt x="3589271" y="626494"/>
                  <a:pt x="3561452" y="634062"/>
                  <a:pt x="3532680" y="639146"/>
                </a:cubicBezTo>
                <a:cubicBezTo>
                  <a:pt x="3489696" y="646541"/>
                  <a:pt x="3442090" y="645617"/>
                  <a:pt x="3412971" y="602171"/>
                </a:cubicBezTo>
                <a:cubicBezTo>
                  <a:pt x="3378769" y="540236"/>
                  <a:pt x="3344104" y="352122"/>
                  <a:pt x="3319146" y="262918"/>
                </a:cubicBezTo>
                <a:cubicBezTo>
                  <a:pt x="3301582" y="200059"/>
                  <a:pt x="3247043" y="106233"/>
                  <a:pt x="3233177" y="91443"/>
                </a:cubicBezTo>
                <a:cubicBezTo>
                  <a:pt x="3201748" y="57240"/>
                  <a:pt x="3155528" y="22576"/>
                  <a:pt x="3095442" y="8248"/>
                </a:cubicBezTo>
                <a:cubicBezTo>
                  <a:pt x="3069675" y="2008"/>
                  <a:pt x="3044023" y="-245"/>
                  <a:pt x="3019693" y="22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B6D36CB-8C49-4DF4-B436-733A0B074E7E}"/>
              </a:ext>
            </a:extLst>
          </p:cNvPr>
          <p:cNvGrpSpPr/>
          <p:nvPr/>
        </p:nvGrpSpPr>
        <p:grpSpPr>
          <a:xfrm>
            <a:off x="4431008" y="850824"/>
            <a:ext cx="3167829" cy="1614615"/>
            <a:chOff x="394498" y="4213077"/>
            <a:chExt cx="4289882" cy="218651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A8159E-7EDA-46D3-ADDE-D1A812693146}"/>
                </a:ext>
              </a:extLst>
            </p:cNvPr>
            <p:cNvSpPr/>
            <p:nvPr/>
          </p:nvSpPr>
          <p:spPr>
            <a:xfrm>
              <a:off x="441750" y="4594260"/>
              <a:ext cx="4166378" cy="864277"/>
            </a:xfrm>
            <a:custGeom>
              <a:avLst/>
              <a:gdLst>
                <a:gd name="connsiteX0" fmla="*/ 1095321 w 8448675"/>
                <a:gd name="connsiteY0" fmla="*/ 750076 h 1752600"/>
                <a:gd name="connsiteX1" fmla="*/ 1468701 w 8448675"/>
                <a:gd name="connsiteY1" fmla="*/ 32843 h 1752600"/>
                <a:gd name="connsiteX2" fmla="*/ 1524899 w 8448675"/>
                <a:gd name="connsiteY2" fmla="*/ 458 h 1752600"/>
                <a:gd name="connsiteX3" fmla="*/ 1572524 w 8448675"/>
                <a:gd name="connsiteY3" fmla="*/ 458 h 1752600"/>
                <a:gd name="connsiteX4" fmla="*/ 8214306 w 8448675"/>
                <a:gd name="connsiteY4" fmla="*/ 458 h 1752600"/>
                <a:gd name="connsiteX5" fmla="*/ 8287649 w 8448675"/>
                <a:gd name="connsiteY5" fmla="*/ 69991 h 1752600"/>
                <a:gd name="connsiteX6" fmla="*/ 8369564 w 8448675"/>
                <a:gd name="connsiteY6" fmla="*/ 859613 h 1752600"/>
                <a:gd name="connsiteX7" fmla="*/ 8449574 w 8448675"/>
                <a:gd name="connsiteY7" fmla="*/ 1653998 h 1752600"/>
                <a:gd name="connsiteX8" fmla="*/ 8457194 w 8448675"/>
                <a:gd name="connsiteY8" fmla="*/ 1734008 h 1752600"/>
                <a:gd name="connsiteX9" fmla="*/ 8410522 w 8448675"/>
                <a:gd name="connsiteY9" fmla="*/ 1753058 h 1752600"/>
                <a:gd name="connsiteX10" fmla="*/ 8358134 w 8448675"/>
                <a:gd name="connsiteY10" fmla="*/ 1754011 h 1752600"/>
                <a:gd name="connsiteX11" fmla="*/ 99006 w 8448675"/>
                <a:gd name="connsiteY11" fmla="*/ 1753058 h 1752600"/>
                <a:gd name="connsiteX12" fmla="*/ 899 w 8448675"/>
                <a:gd name="connsiteY12" fmla="*/ 1732103 h 1752600"/>
                <a:gd name="connsiteX13" fmla="*/ 90434 w 8448675"/>
                <a:gd name="connsiteY13" fmla="*/ 1601611 h 1752600"/>
                <a:gd name="connsiteX14" fmla="*/ 742896 w 8448675"/>
                <a:gd name="connsiteY14" fmla="*/ 1328243 h 1752600"/>
                <a:gd name="connsiteX15" fmla="*/ 840051 w 8448675"/>
                <a:gd name="connsiteY15" fmla="*/ 1239661 h 1752600"/>
                <a:gd name="connsiteX16" fmla="*/ 892439 w 8448675"/>
                <a:gd name="connsiteY16" fmla="*/ 1139648 h 1752600"/>
                <a:gd name="connsiteX17" fmla="*/ 901011 w 8448675"/>
                <a:gd name="connsiteY17" fmla="*/ 1223468 h 1752600"/>
                <a:gd name="connsiteX18" fmla="*/ 927681 w 8448675"/>
                <a:gd name="connsiteY18" fmla="*/ 1265378 h 1752600"/>
                <a:gd name="connsiteX19" fmla="*/ 1165807 w 8448675"/>
                <a:gd name="connsiteY19" fmla="*/ 1308241 h 1752600"/>
                <a:gd name="connsiteX20" fmla="*/ 1209621 w 8448675"/>
                <a:gd name="connsiteY20" fmla="*/ 1273951 h 1752600"/>
                <a:gd name="connsiteX21" fmla="*/ 1284869 w 8448675"/>
                <a:gd name="connsiteY21" fmla="*/ 1267283 h 1752600"/>
                <a:gd name="connsiteX22" fmla="*/ 2232607 w 8448675"/>
                <a:gd name="connsiteY22" fmla="*/ 1267283 h 1752600"/>
                <a:gd name="connsiteX23" fmla="*/ 2303092 w 8448675"/>
                <a:gd name="connsiteY23" fmla="*/ 1198703 h 1752600"/>
                <a:gd name="connsiteX24" fmla="*/ 2303092 w 8448675"/>
                <a:gd name="connsiteY24" fmla="*/ 279541 h 1752600"/>
                <a:gd name="connsiteX25" fmla="*/ 2232607 w 8448675"/>
                <a:gd name="connsiteY25" fmla="*/ 210961 h 1752600"/>
                <a:gd name="connsiteX26" fmla="*/ 1623007 w 8448675"/>
                <a:gd name="connsiteY26" fmla="*/ 209056 h 1752600"/>
                <a:gd name="connsiteX27" fmla="*/ 1514421 w 8448675"/>
                <a:gd name="connsiteY27" fmla="*/ 278588 h 1752600"/>
                <a:gd name="connsiteX28" fmla="*/ 1262962 w 8448675"/>
                <a:gd name="connsiteY28" fmla="*/ 791986 h 1752600"/>
                <a:gd name="connsiteX29" fmla="*/ 1222004 w 8448675"/>
                <a:gd name="connsiteY29" fmla="*/ 850088 h 1752600"/>
                <a:gd name="connsiteX30" fmla="*/ 1195334 w 8448675"/>
                <a:gd name="connsiteY30" fmla="*/ 850088 h 1752600"/>
                <a:gd name="connsiteX31" fmla="*/ 1095321 w 8448675"/>
                <a:gd name="connsiteY31" fmla="*/ 750076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448675" h="1752600">
                  <a:moveTo>
                    <a:pt x="1095321" y="750076"/>
                  </a:moveTo>
                  <a:cubicBezTo>
                    <a:pt x="1220099" y="510998"/>
                    <a:pt x="1344876" y="271921"/>
                    <a:pt x="1468701" y="32843"/>
                  </a:cubicBezTo>
                  <a:cubicBezTo>
                    <a:pt x="1481084" y="8078"/>
                    <a:pt x="1497276" y="-2399"/>
                    <a:pt x="1524899" y="458"/>
                  </a:cubicBezTo>
                  <a:cubicBezTo>
                    <a:pt x="1540139" y="2363"/>
                    <a:pt x="1556332" y="458"/>
                    <a:pt x="1572524" y="458"/>
                  </a:cubicBezTo>
                  <a:cubicBezTo>
                    <a:pt x="3786134" y="458"/>
                    <a:pt x="6000697" y="458"/>
                    <a:pt x="8214306" y="458"/>
                  </a:cubicBezTo>
                  <a:cubicBezTo>
                    <a:pt x="8281934" y="458"/>
                    <a:pt x="8280029" y="458"/>
                    <a:pt x="8287649" y="69991"/>
                  </a:cubicBezTo>
                  <a:cubicBezTo>
                    <a:pt x="8314319" y="332881"/>
                    <a:pt x="8342894" y="596723"/>
                    <a:pt x="8369564" y="859613"/>
                  </a:cubicBezTo>
                  <a:cubicBezTo>
                    <a:pt x="8397186" y="1124408"/>
                    <a:pt x="8422904" y="1389203"/>
                    <a:pt x="8449574" y="1653998"/>
                  </a:cubicBezTo>
                  <a:cubicBezTo>
                    <a:pt x="8452431" y="1680668"/>
                    <a:pt x="8454336" y="1707338"/>
                    <a:pt x="8457194" y="1734008"/>
                  </a:cubicBezTo>
                  <a:cubicBezTo>
                    <a:pt x="8444811" y="1748296"/>
                    <a:pt x="8428619" y="1753058"/>
                    <a:pt x="8410522" y="1753058"/>
                  </a:cubicBezTo>
                  <a:cubicBezTo>
                    <a:pt x="8393377" y="1753058"/>
                    <a:pt x="8375279" y="1754011"/>
                    <a:pt x="8358134" y="1754011"/>
                  </a:cubicBezTo>
                  <a:cubicBezTo>
                    <a:pt x="5605409" y="1754011"/>
                    <a:pt x="2852684" y="1754011"/>
                    <a:pt x="99006" y="1753058"/>
                  </a:cubicBezTo>
                  <a:cubicBezTo>
                    <a:pt x="65669" y="1753058"/>
                    <a:pt x="28521" y="1765441"/>
                    <a:pt x="899" y="1732103"/>
                  </a:cubicBezTo>
                  <a:cubicBezTo>
                    <a:pt x="-5769" y="1663523"/>
                    <a:pt x="24711" y="1627328"/>
                    <a:pt x="90434" y="1601611"/>
                  </a:cubicBezTo>
                  <a:cubicBezTo>
                    <a:pt x="309509" y="1514933"/>
                    <a:pt x="524774" y="1418731"/>
                    <a:pt x="742896" y="1328243"/>
                  </a:cubicBezTo>
                  <a:cubicBezTo>
                    <a:pt x="787664" y="1309193"/>
                    <a:pt x="821954" y="1286333"/>
                    <a:pt x="840051" y="1239661"/>
                  </a:cubicBezTo>
                  <a:cubicBezTo>
                    <a:pt x="852434" y="1208228"/>
                    <a:pt x="871484" y="1178701"/>
                    <a:pt x="892439" y="1139648"/>
                  </a:cubicBezTo>
                  <a:cubicBezTo>
                    <a:pt x="896249" y="1174891"/>
                    <a:pt x="898154" y="1198703"/>
                    <a:pt x="901011" y="1223468"/>
                  </a:cubicBezTo>
                  <a:cubicBezTo>
                    <a:pt x="921014" y="1230136"/>
                    <a:pt x="921014" y="1250138"/>
                    <a:pt x="927681" y="1265378"/>
                  </a:cubicBezTo>
                  <a:cubicBezTo>
                    <a:pt x="977211" y="1371106"/>
                    <a:pt x="1084844" y="1391108"/>
                    <a:pt x="1165807" y="1308241"/>
                  </a:cubicBezTo>
                  <a:cubicBezTo>
                    <a:pt x="1179141" y="1294906"/>
                    <a:pt x="1189619" y="1278713"/>
                    <a:pt x="1209621" y="1273951"/>
                  </a:cubicBezTo>
                  <a:cubicBezTo>
                    <a:pt x="1234387" y="1265378"/>
                    <a:pt x="1260104" y="1267283"/>
                    <a:pt x="1284869" y="1267283"/>
                  </a:cubicBezTo>
                  <a:cubicBezTo>
                    <a:pt x="1601099" y="1267283"/>
                    <a:pt x="1916376" y="1267283"/>
                    <a:pt x="2232607" y="1267283"/>
                  </a:cubicBezTo>
                  <a:cubicBezTo>
                    <a:pt x="2301187" y="1267283"/>
                    <a:pt x="2303092" y="1265378"/>
                    <a:pt x="2303092" y="1198703"/>
                  </a:cubicBezTo>
                  <a:cubicBezTo>
                    <a:pt x="2303092" y="891998"/>
                    <a:pt x="2303092" y="586246"/>
                    <a:pt x="2303092" y="279541"/>
                  </a:cubicBezTo>
                  <a:cubicBezTo>
                    <a:pt x="2303092" y="212866"/>
                    <a:pt x="2301187" y="210961"/>
                    <a:pt x="2232607" y="210961"/>
                  </a:cubicBezTo>
                  <a:cubicBezTo>
                    <a:pt x="2029724" y="210961"/>
                    <a:pt x="1825889" y="212866"/>
                    <a:pt x="1623007" y="209056"/>
                  </a:cubicBezTo>
                  <a:cubicBezTo>
                    <a:pt x="1565857" y="208103"/>
                    <a:pt x="1536329" y="229058"/>
                    <a:pt x="1514421" y="278588"/>
                  </a:cubicBezTo>
                  <a:cubicBezTo>
                    <a:pt x="1438221" y="452896"/>
                    <a:pt x="1346782" y="620536"/>
                    <a:pt x="1262962" y="791986"/>
                  </a:cubicBezTo>
                  <a:cubicBezTo>
                    <a:pt x="1252484" y="812941"/>
                    <a:pt x="1242959" y="835801"/>
                    <a:pt x="1222004" y="850088"/>
                  </a:cubicBezTo>
                  <a:cubicBezTo>
                    <a:pt x="1213432" y="854851"/>
                    <a:pt x="1202001" y="857708"/>
                    <a:pt x="1195334" y="850088"/>
                  </a:cubicBezTo>
                  <a:cubicBezTo>
                    <a:pt x="1167712" y="812941"/>
                    <a:pt x="1121991" y="791033"/>
                    <a:pt x="1095321" y="750076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1179A5-7F4C-4720-8A6F-B8FB52A0DA89}"/>
                </a:ext>
              </a:extLst>
            </p:cNvPr>
            <p:cNvSpPr/>
            <p:nvPr/>
          </p:nvSpPr>
          <p:spPr>
            <a:xfrm>
              <a:off x="394498" y="5468157"/>
              <a:ext cx="4283807" cy="624722"/>
            </a:xfrm>
            <a:custGeom>
              <a:avLst/>
              <a:gdLst>
                <a:gd name="connsiteX0" fmla="*/ 8555869 w 8686800"/>
                <a:gd name="connsiteY0" fmla="*/ 0 h 1266825"/>
                <a:gd name="connsiteX1" fmla="*/ 8592064 w 8686800"/>
                <a:gd name="connsiteY1" fmla="*/ 325755 h 1266825"/>
                <a:gd name="connsiteX2" fmla="*/ 8600636 w 8686800"/>
                <a:gd name="connsiteY2" fmla="*/ 410527 h 1266825"/>
                <a:gd name="connsiteX3" fmla="*/ 8549201 w 8686800"/>
                <a:gd name="connsiteY3" fmla="*/ 438150 h 1266825"/>
                <a:gd name="connsiteX4" fmla="*/ 8445379 w 8686800"/>
                <a:gd name="connsiteY4" fmla="*/ 449580 h 1266825"/>
                <a:gd name="connsiteX5" fmla="*/ 8392991 w 8686800"/>
                <a:gd name="connsiteY5" fmla="*/ 507682 h 1266825"/>
                <a:gd name="connsiteX6" fmla="*/ 8413946 w 8686800"/>
                <a:gd name="connsiteY6" fmla="*/ 710565 h 1266825"/>
                <a:gd name="connsiteX7" fmla="*/ 8439664 w 8686800"/>
                <a:gd name="connsiteY7" fmla="*/ 942022 h 1266825"/>
                <a:gd name="connsiteX8" fmla="*/ 8500624 w 8686800"/>
                <a:gd name="connsiteY8" fmla="*/ 986790 h 1266825"/>
                <a:gd name="connsiteX9" fmla="*/ 8609209 w 8686800"/>
                <a:gd name="connsiteY9" fmla="*/ 976313 h 1266825"/>
                <a:gd name="connsiteX10" fmla="*/ 8660644 w 8686800"/>
                <a:gd name="connsiteY10" fmla="*/ 991552 h 1266825"/>
                <a:gd name="connsiteX11" fmla="*/ 8686361 w 8686800"/>
                <a:gd name="connsiteY11" fmla="*/ 1223010 h 1266825"/>
                <a:gd name="connsiteX12" fmla="*/ 8651119 w 8686800"/>
                <a:gd name="connsiteY12" fmla="*/ 1265873 h 1266825"/>
                <a:gd name="connsiteX13" fmla="*/ 7708144 w 8686800"/>
                <a:gd name="connsiteY13" fmla="*/ 1265873 h 1266825"/>
                <a:gd name="connsiteX14" fmla="*/ 7670044 w 8686800"/>
                <a:gd name="connsiteY14" fmla="*/ 1227773 h 1266825"/>
                <a:gd name="connsiteX15" fmla="*/ 6938524 w 8686800"/>
                <a:gd name="connsiteY15" fmla="*/ 519113 h 1266825"/>
                <a:gd name="connsiteX16" fmla="*/ 6184144 w 8686800"/>
                <a:gd name="connsiteY16" fmla="*/ 1218248 h 1266825"/>
                <a:gd name="connsiteX17" fmla="*/ 6135566 w 8686800"/>
                <a:gd name="connsiteY17" fmla="*/ 1266825 h 1266825"/>
                <a:gd name="connsiteX18" fmla="*/ 2268416 w 8686800"/>
                <a:gd name="connsiteY18" fmla="*/ 1266825 h 1266825"/>
                <a:gd name="connsiteX19" fmla="*/ 2219839 w 8686800"/>
                <a:gd name="connsiteY19" fmla="*/ 1210627 h 1266825"/>
                <a:gd name="connsiteX20" fmla="*/ 1460696 w 8686800"/>
                <a:gd name="connsiteY20" fmla="*/ 450532 h 1266825"/>
                <a:gd name="connsiteX21" fmla="*/ 732986 w 8686800"/>
                <a:gd name="connsiteY21" fmla="*/ 1128713 h 1266825"/>
                <a:gd name="connsiteX22" fmla="*/ 729176 w 8686800"/>
                <a:gd name="connsiteY22" fmla="*/ 1223963 h 1266825"/>
                <a:gd name="connsiteX23" fmla="*/ 691076 w 8686800"/>
                <a:gd name="connsiteY23" fmla="*/ 1266825 h 1266825"/>
                <a:gd name="connsiteX24" fmla="*/ 191014 w 8686800"/>
                <a:gd name="connsiteY24" fmla="*/ 1265873 h 1266825"/>
                <a:gd name="connsiteX25" fmla="*/ 38614 w 8686800"/>
                <a:gd name="connsiteY25" fmla="*/ 1266825 h 1266825"/>
                <a:gd name="connsiteX26" fmla="*/ 514 w 8686800"/>
                <a:gd name="connsiteY26" fmla="*/ 1224915 h 1266825"/>
                <a:gd name="connsiteX27" fmla="*/ 33851 w 8686800"/>
                <a:gd name="connsiteY27" fmla="*/ 783907 h 1266825"/>
                <a:gd name="connsiteX28" fmla="*/ 79571 w 8686800"/>
                <a:gd name="connsiteY28" fmla="*/ 186690 h 1266825"/>
                <a:gd name="connsiteX29" fmla="*/ 120529 w 8686800"/>
                <a:gd name="connsiteY29" fmla="*/ 168592 h 1266825"/>
                <a:gd name="connsiteX30" fmla="*/ 191966 w 8686800"/>
                <a:gd name="connsiteY30" fmla="*/ 168592 h 1266825"/>
                <a:gd name="connsiteX31" fmla="*/ 8427281 w 8686800"/>
                <a:gd name="connsiteY31" fmla="*/ 168592 h 1266825"/>
                <a:gd name="connsiteX32" fmla="*/ 8523484 w 8686800"/>
                <a:gd name="connsiteY32" fmla="*/ 151447 h 1266825"/>
                <a:gd name="connsiteX33" fmla="*/ 8536819 w 8686800"/>
                <a:gd name="connsiteY33" fmla="*/ 69532 h 1266825"/>
                <a:gd name="connsiteX34" fmla="*/ 8555869 w 8686800"/>
                <a:gd name="connsiteY34" fmla="*/ 0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8686800" h="1266825">
                  <a:moveTo>
                    <a:pt x="8555869" y="0"/>
                  </a:moveTo>
                  <a:cubicBezTo>
                    <a:pt x="8568251" y="108585"/>
                    <a:pt x="8579681" y="217170"/>
                    <a:pt x="8592064" y="325755"/>
                  </a:cubicBezTo>
                  <a:cubicBezTo>
                    <a:pt x="8594921" y="354330"/>
                    <a:pt x="8597779" y="382905"/>
                    <a:pt x="8600636" y="410527"/>
                  </a:cubicBezTo>
                  <a:cubicBezTo>
                    <a:pt x="8590159" y="432435"/>
                    <a:pt x="8569204" y="437197"/>
                    <a:pt x="8549201" y="438150"/>
                  </a:cubicBezTo>
                  <a:cubicBezTo>
                    <a:pt x="8513959" y="440055"/>
                    <a:pt x="8480621" y="447675"/>
                    <a:pt x="8445379" y="449580"/>
                  </a:cubicBezTo>
                  <a:cubicBezTo>
                    <a:pt x="8396801" y="452438"/>
                    <a:pt x="8391086" y="460057"/>
                    <a:pt x="8392991" y="507682"/>
                  </a:cubicBezTo>
                  <a:cubicBezTo>
                    <a:pt x="8395849" y="575310"/>
                    <a:pt x="8406326" y="642938"/>
                    <a:pt x="8413946" y="710565"/>
                  </a:cubicBezTo>
                  <a:cubicBezTo>
                    <a:pt x="8422519" y="787717"/>
                    <a:pt x="8428234" y="864870"/>
                    <a:pt x="8439664" y="942022"/>
                  </a:cubicBezTo>
                  <a:cubicBezTo>
                    <a:pt x="8446331" y="990600"/>
                    <a:pt x="8450141" y="994410"/>
                    <a:pt x="8500624" y="986790"/>
                  </a:cubicBezTo>
                  <a:cubicBezTo>
                    <a:pt x="8536819" y="981075"/>
                    <a:pt x="8573014" y="982027"/>
                    <a:pt x="8609209" y="976313"/>
                  </a:cubicBezTo>
                  <a:cubicBezTo>
                    <a:pt x="8628259" y="973455"/>
                    <a:pt x="8647309" y="973455"/>
                    <a:pt x="8660644" y="991552"/>
                  </a:cubicBezTo>
                  <a:cubicBezTo>
                    <a:pt x="8669216" y="1068705"/>
                    <a:pt x="8676836" y="1145857"/>
                    <a:pt x="8686361" y="1223010"/>
                  </a:cubicBezTo>
                  <a:cubicBezTo>
                    <a:pt x="8690171" y="1252538"/>
                    <a:pt x="8685409" y="1265873"/>
                    <a:pt x="8651119" y="1265873"/>
                  </a:cubicBezTo>
                  <a:cubicBezTo>
                    <a:pt x="8336794" y="1264920"/>
                    <a:pt x="8022469" y="1264920"/>
                    <a:pt x="7708144" y="1265873"/>
                  </a:cubicBezTo>
                  <a:cubicBezTo>
                    <a:pt x="7678616" y="1265873"/>
                    <a:pt x="7670997" y="1255395"/>
                    <a:pt x="7670044" y="1227773"/>
                  </a:cubicBezTo>
                  <a:cubicBezTo>
                    <a:pt x="7657661" y="868680"/>
                    <a:pt x="7368102" y="526732"/>
                    <a:pt x="6938524" y="519113"/>
                  </a:cubicBezTo>
                  <a:cubicBezTo>
                    <a:pt x="6515614" y="511492"/>
                    <a:pt x="6202241" y="843915"/>
                    <a:pt x="6184144" y="1218248"/>
                  </a:cubicBezTo>
                  <a:cubicBezTo>
                    <a:pt x="6182239" y="1254442"/>
                    <a:pt x="6174619" y="1266825"/>
                    <a:pt x="6135566" y="1266825"/>
                  </a:cubicBezTo>
                  <a:cubicBezTo>
                    <a:pt x="4846834" y="1265873"/>
                    <a:pt x="3557149" y="1265873"/>
                    <a:pt x="2268416" y="1266825"/>
                  </a:cubicBezTo>
                  <a:cubicBezTo>
                    <a:pt x="2220791" y="1266825"/>
                    <a:pt x="2219839" y="1246823"/>
                    <a:pt x="2219839" y="1210627"/>
                  </a:cubicBezTo>
                  <a:cubicBezTo>
                    <a:pt x="2223649" y="783907"/>
                    <a:pt x="1883606" y="443865"/>
                    <a:pt x="1460696" y="450532"/>
                  </a:cubicBezTo>
                  <a:cubicBezTo>
                    <a:pt x="1082554" y="456247"/>
                    <a:pt x="764419" y="753427"/>
                    <a:pt x="732986" y="1128713"/>
                  </a:cubicBezTo>
                  <a:cubicBezTo>
                    <a:pt x="730129" y="1160145"/>
                    <a:pt x="723461" y="1192530"/>
                    <a:pt x="729176" y="1223963"/>
                  </a:cubicBezTo>
                  <a:cubicBezTo>
                    <a:pt x="735844" y="1258252"/>
                    <a:pt x="724414" y="1267777"/>
                    <a:pt x="691076" y="1266825"/>
                  </a:cubicBezTo>
                  <a:cubicBezTo>
                    <a:pt x="524389" y="1264920"/>
                    <a:pt x="357701" y="1265873"/>
                    <a:pt x="191014" y="1265873"/>
                  </a:cubicBezTo>
                  <a:cubicBezTo>
                    <a:pt x="140531" y="1265873"/>
                    <a:pt x="89096" y="1263967"/>
                    <a:pt x="38614" y="1266825"/>
                  </a:cubicBezTo>
                  <a:cubicBezTo>
                    <a:pt x="6229" y="1268730"/>
                    <a:pt x="-2344" y="1256348"/>
                    <a:pt x="514" y="1224915"/>
                  </a:cubicBezTo>
                  <a:cubicBezTo>
                    <a:pt x="11944" y="1078230"/>
                    <a:pt x="22421" y="930592"/>
                    <a:pt x="33851" y="783907"/>
                  </a:cubicBezTo>
                  <a:cubicBezTo>
                    <a:pt x="49091" y="584835"/>
                    <a:pt x="64331" y="385763"/>
                    <a:pt x="79571" y="186690"/>
                  </a:cubicBezTo>
                  <a:cubicBezTo>
                    <a:pt x="88144" y="168592"/>
                    <a:pt x="104336" y="169545"/>
                    <a:pt x="120529" y="168592"/>
                  </a:cubicBezTo>
                  <a:cubicBezTo>
                    <a:pt x="144341" y="167640"/>
                    <a:pt x="168154" y="168592"/>
                    <a:pt x="191966" y="168592"/>
                  </a:cubicBezTo>
                  <a:cubicBezTo>
                    <a:pt x="2937071" y="168592"/>
                    <a:pt x="5682177" y="168592"/>
                    <a:pt x="8427281" y="168592"/>
                  </a:cubicBezTo>
                  <a:cubicBezTo>
                    <a:pt x="8460619" y="168592"/>
                    <a:pt x="8493956" y="171450"/>
                    <a:pt x="8523484" y="151447"/>
                  </a:cubicBezTo>
                  <a:cubicBezTo>
                    <a:pt x="8544439" y="126682"/>
                    <a:pt x="8533961" y="97155"/>
                    <a:pt x="8536819" y="69532"/>
                  </a:cubicBezTo>
                  <a:cubicBezTo>
                    <a:pt x="8536819" y="43815"/>
                    <a:pt x="8530151" y="17145"/>
                    <a:pt x="8555869" y="0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C682FCE-3105-4D8E-88A0-AC13D237BD97}"/>
                </a:ext>
              </a:extLst>
            </p:cNvPr>
            <p:cNvSpPr/>
            <p:nvPr/>
          </p:nvSpPr>
          <p:spPr>
            <a:xfrm>
              <a:off x="1173434" y="4213077"/>
              <a:ext cx="3349073" cy="333498"/>
            </a:xfrm>
            <a:custGeom>
              <a:avLst/>
              <a:gdLst>
                <a:gd name="connsiteX0" fmla="*/ 3394924 w 6791325"/>
                <a:gd name="connsiteY0" fmla="*/ 679133 h 676275"/>
                <a:gd name="connsiteX1" fmla="*/ 65936 w 6791325"/>
                <a:gd name="connsiteY1" fmla="*/ 679133 h 676275"/>
                <a:gd name="connsiteX2" fmla="*/ 1166 w 6791325"/>
                <a:gd name="connsiteY2" fmla="*/ 612458 h 676275"/>
                <a:gd name="connsiteX3" fmla="*/ 214 w 6791325"/>
                <a:gd name="connsiteY3" fmla="*/ 264795 h 676275"/>
                <a:gd name="connsiteX4" fmla="*/ 264056 w 6791325"/>
                <a:gd name="connsiteY4" fmla="*/ 0 h 676275"/>
                <a:gd name="connsiteX5" fmla="*/ 6182891 w 6791325"/>
                <a:gd name="connsiteY5" fmla="*/ 1905 h 676275"/>
                <a:gd name="connsiteX6" fmla="*/ 6559129 w 6791325"/>
                <a:gd name="connsiteY6" fmla="*/ 1905 h 676275"/>
                <a:gd name="connsiteX7" fmla="*/ 6794396 w 6791325"/>
                <a:gd name="connsiteY7" fmla="*/ 236220 h 676275"/>
                <a:gd name="connsiteX8" fmla="*/ 6796301 w 6791325"/>
                <a:gd name="connsiteY8" fmla="*/ 626745 h 676275"/>
                <a:gd name="connsiteX9" fmla="*/ 6742962 w 6791325"/>
                <a:gd name="connsiteY9" fmla="*/ 679133 h 676275"/>
                <a:gd name="connsiteX10" fmla="*/ 4014049 w 6791325"/>
                <a:gd name="connsiteY10" fmla="*/ 678180 h 676275"/>
                <a:gd name="connsiteX11" fmla="*/ 3394924 w 6791325"/>
                <a:gd name="connsiteY11" fmla="*/ 679133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91325" h="676275">
                  <a:moveTo>
                    <a:pt x="3394924" y="679133"/>
                  </a:moveTo>
                  <a:cubicBezTo>
                    <a:pt x="2285261" y="679133"/>
                    <a:pt x="1175599" y="679133"/>
                    <a:pt x="65936" y="679133"/>
                  </a:cubicBezTo>
                  <a:cubicBezTo>
                    <a:pt x="-7406" y="679133"/>
                    <a:pt x="1166" y="688658"/>
                    <a:pt x="1166" y="612458"/>
                  </a:cubicBezTo>
                  <a:cubicBezTo>
                    <a:pt x="1166" y="496253"/>
                    <a:pt x="4976" y="381000"/>
                    <a:pt x="214" y="264795"/>
                  </a:cubicBezTo>
                  <a:cubicBezTo>
                    <a:pt x="-5502" y="117158"/>
                    <a:pt x="104036" y="0"/>
                    <a:pt x="264056" y="0"/>
                  </a:cubicBezTo>
                  <a:cubicBezTo>
                    <a:pt x="2237636" y="2858"/>
                    <a:pt x="4210264" y="1905"/>
                    <a:pt x="6182891" y="1905"/>
                  </a:cubicBezTo>
                  <a:cubicBezTo>
                    <a:pt x="6308621" y="1905"/>
                    <a:pt x="6433399" y="953"/>
                    <a:pt x="6559129" y="1905"/>
                  </a:cubicBezTo>
                  <a:cubicBezTo>
                    <a:pt x="6695337" y="2858"/>
                    <a:pt x="6792491" y="100965"/>
                    <a:pt x="6794396" y="236220"/>
                  </a:cubicBezTo>
                  <a:cubicBezTo>
                    <a:pt x="6795349" y="366713"/>
                    <a:pt x="6793444" y="496253"/>
                    <a:pt x="6796301" y="626745"/>
                  </a:cubicBezTo>
                  <a:cubicBezTo>
                    <a:pt x="6797254" y="668655"/>
                    <a:pt x="6784871" y="679133"/>
                    <a:pt x="6742962" y="679133"/>
                  </a:cubicBezTo>
                  <a:cubicBezTo>
                    <a:pt x="5833324" y="678180"/>
                    <a:pt x="4923687" y="678180"/>
                    <a:pt x="4014049" y="678180"/>
                  </a:cubicBezTo>
                  <a:cubicBezTo>
                    <a:pt x="3808309" y="679133"/>
                    <a:pt x="3601616" y="679133"/>
                    <a:pt x="3394924" y="679133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9D149A-447A-49D4-8C89-82E60599E5DA}"/>
                </a:ext>
              </a:extLst>
            </p:cNvPr>
            <p:cNvSpPr/>
            <p:nvPr/>
          </p:nvSpPr>
          <p:spPr>
            <a:xfrm>
              <a:off x="426750" y="5448890"/>
              <a:ext cx="4200275" cy="108972"/>
            </a:xfrm>
            <a:custGeom>
              <a:avLst/>
              <a:gdLst>
                <a:gd name="connsiteX0" fmla="*/ 8538584 w 8534400"/>
                <a:gd name="connsiteY0" fmla="*/ 39070 h 209550"/>
                <a:gd name="connsiteX1" fmla="*/ 8535726 w 8534400"/>
                <a:gd name="connsiteY1" fmla="*/ 211473 h 209550"/>
                <a:gd name="connsiteX2" fmla="*/ 8484291 w 8534400"/>
                <a:gd name="connsiteY2" fmla="*/ 215283 h 209550"/>
                <a:gd name="connsiteX3" fmla="*/ 54666 w 8534400"/>
                <a:gd name="connsiteY3" fmla="*/ 215283 h 209550"/>
                <a:gd name="connsiteX4" fmla="*/ 3231 w 8534400"/>
                <a:gd name="connsiteY4" fmla="*/ 211473 h 209550"/>
                <a:gd name="connsiteX5" fmla="*/ 374 w 8534400"/>
                <a:gd name="connsiteY5" fmla="*/ 46690 h 209550"/>
                <a:gd name="connsiteX6" fmla="*/ 47046 w 8534400"/>
                <a:gd name="connsiteY6" fmla="*/ 970 h 209550"/>
                <a:gd name="connsiteX7" fmla="*/ 79431 w 8534400"/>
                <a:gd name="connsiteY7" fmla="*/ 18 h 209550"/>
                <a:gd name="connsiteX8" fmla="*/ 141344 w 8534400"/>
                <a:gd name="connsiteY8" fmla="*/ 970 h 209550"/>
                <a:gd name="connsiteX9" fmla="*/ 8535726 w 8534400"/>
                <a:gd name="connsiteY9" fmla="*/ 970 h 209550"/>
                <a:gd name="connsiteX10" fmla="*/ 8538584 w 8534400"/>
                <a:gd name="connsiteY10" fmla="*/ 3907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34400" h="209550">
                  <a:moveTo>
                    <a:pt x="8538584" y="39070"/>
                  </a:moveTo>
                  <a:cubicBezTo>
                    <a:pt x="8537631" y="96220"/>
                    <a:pt x="8536679" y="154323"/>
                    <a:pt x="8535726" y="211473"/>
                  </a:cubicBezTo>
                  <a:cubicBezTo>
                    <a:pt x="8519534" y="220045"/>
                    <a:pt x="8501436" y="215283"/>
                    <a:pt x="8484291" y="215283"/>
                  </a:cubicBezTo>
                  <a:cubicBezTo>
                    <a:pt x="5674417" y="215283"/>
                    <a:pt x="2864541" y="215283"/>
                    <a:pt x="54666" y="215283"/>
                  </a:cubicBezTo>
                  <a:cubicBezTo>
                    <a:pt x="37521" y="215283"/>
                    <a:pt x="19424" y="219093"/>
                    <a:pt x="3231" y="211473"/>
                  </a:cubicBezTo>
                  <a:cubicBezTo>
                    <a:pt x="2279" y="156228"/>
                    <a:pt x="4184" y="101935"/>
                    <a:pt x="374" y="46690"/>
                  </a:cubicBezTo>
                  <a:cubicBezTo>
                    <a:pt x="-2484" y="8590"/>
                    <a:pt x="10851" y="-3792"/>
                    <a:pt x="47046" y="970"/>
                  </a:cubicBezTo>
                  <a:cubicBezTo>
                    <a:pt x="57524" y="2875"/>
                    <a:pt x="68954" y="18"/>
                    <a:pt x="79431" y="18"/>
                  </a:cubicBezTo>
                  <a:cubicBezTo>
                    <a:pt x="100386" y="970"/>
                    <a:pt x="120389" y="970"/>
                    <a:pt x="141344" y="970"/>
                  </a:cubicBezTo>
                  <a:cubicBezTo>
                    <a:pt x="2939789" y="970"/>
                    <a:pt x="5737281" y="970"/>
                    <a:pt x="8535726" y="970"/>
                  </a:cubicBezTo>
                  <a:cubicBezTo>
                    <a:pt x="8535726" y="14305"/>
                    <a:pt x="8537631" y="26688"/>
                    <a:pt x="8538584" y="3907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03985C0-61D1-433B-B56E-FC54D085289F}"/>
                </a:ext>
              </a:extLst>
            </p:cNvPr>
            <p:cNvSpPr/>
            <p:nvPr/>
          </p:nvSpPr>
          <p:spPr>
            <a:xfrm>
              <a:off x="817696" y="5779569"/>
              <a:ext cx="620025" cy="620024"/>
            </a:xfrm>
            <a:custGeom>
              <a:avLst/>
              <a:gdLst>
                <a:gd name="connsiteX0" fmla="*/ 632462 w 1257300"/>
                <a:gd name="connsiteY0" fmla="*/ 1263018 h 1257300"/>
                <a:gd name="connsiteX1" fmla="*/ 2 w 1257300"/>
                <a:gd name="connsiteY1" fmla="*/ 629605 h 1257300"/>
                <a:gd name="connsiteX2" fmla="*/ 635320 w 1257300"/>
                <a:gd name="connsiteY2" fmla="*/ 2 h 1257300"/>
                <a:gd name="connsiteX3" fmla="*/ 1263970 w 1257300"/>
                <a:gd name="connsiteY3" fmla="*/ 634368 h 1257300"/>
                <a:gd name="connsiteX4" fmla="*/ 632462 w 1257300"/>
                <a:gd name="connsiteY4" fmla="*/ 1263018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7300" h="1257300">
                  <a:moveTo>
                    <a:pt x="632462" y="1263018"/>
                  </a:moveTo>
                  <a:cubicBezTo>
                    <a:pt x="282895" y="1263018"/>
                    <a:pt x="-950" y="979172"/>
                    <a:pt x="2" y="629605"/>
                  </a:cubicBezTo>
                  <a:cubicBezTo>
                    <a:pt x="955" y="280037"/>
                    <a:pt x="284800" y="-950"/>
                    <a:pt x="635320" y="2"/>
                  </a:cubicBezTo>
                  <a:cubicBezTo>
                    <a:pt x="985840" y="955"/>
                    <a:pt x="1264922" y="282895"/>
                    <a:pt x="1263970" y="634368"/>
                  </a:cubicBezTo>
                  <a:cubicBezTo>
                    <a:pt x="1263018" y="982983"/>
                    <a:pt x="981077" y="1263018"/>
                    <a:pt x="632462" y="126301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F9D2CE-D2A5-44C2-809B-E3E3A47B9AE2}"/>
                </a:ext>
              </a:extLst>
            </p:cNvPr>
            <p:cNvSpPr/>
            <p:nvPr/>
          </p:nvSpPr>
          <p:spPr>
            <a:xfrm>
              <a:off x="3505204" y="5779569"/>
              <a:ext cx="620025" cy="620024"/>
            </a:xfrm>
            <a:custGeom>
              <a:avLst/>
              <a:gdLst>
                <a:gd name="connsiteX0" fmla="*/ 630564 w 1257300"/>
                <a:gd name="connsiteY0" fmla="*/ 1264941 h 1257300"/>
                <a:gd name="connsiteX1" fmla="*/ 10 w 1257300"/>
                <a:gd name="connsiteY1" fmla="*/ 629624 h 1257300"/>
                <a:gd name="connsiteX2" fmla="*/ 636279 w 1257300"/>
                <a:gd name="connsiteY2" fmla="*/ 21 h 1257300"/>
                <a:gd name="connsiteX3" fmla="*/ 1263977 w 1257300"/>
                <a:gd name="connsiteY3" fmla="*/ 637244 h 1257300"/>
                <a:gd name="connsiteX4" fmla="*/ 630564 w 1257300"/>
                <a:gd name="connsiteY4" fmla="*/ 1264941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7300" h="1257300">
                  <a:moveTo>
                    <a:pt x="630564" y="1264941"/>
                  </a:moveTo>
                  <a:cubicBezTo>
                    <a:pt x="281949" y="1263989"/>
                    <a:pt x="-1896" y="979191"/>
                    <a:pt x="10" y="629624"/>
                  </a:cubicBezTo>
                  <a:cubicBezTo>
                    <a:pt x="962" y="281009"/>
                    <a:pt x="287664" y="-2836"/>
                    <a:pt x="636279" y="21"/>
                  </a:cubicBezTo>
                  <a:cubicBezTo>
                    <a:pt x="985847" y="2879"/>
                    <a:pt x="1265882" y="286724"/>
                    <a:pt x="1263977" y="637244"/>
                  </a:cubicBezTo>
                  <a:cubicBezTo>
                    <a:pt x="1263024" y="983954"/>
                    <a:pt x="977274" y="1265894"/>
                    <a:pt x="630564" y="126494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319DEB9-05AD-4D4F-955B-8EC4D24AEA2B}"/>
                </a:ext>
              </a:extLst>
            </p:cNvPr>
            <p:cNvSpPr/>
            <p:nvPr/>
          </p:nvSpPr>
          <p:spPr>
            <a:xfrm>
              <a:off x="885395" y="4963436"/>
              <a:ext cx="164400" cy="310013"/>
            </a:xfrm>
            <a:custGeom>
              <a:avLst/>
              <a:gdLst>
                <a:gd name="connsiteX0" fmla="*/ 195686 w 333375"/>
                <a:gd name="connsiteY0" fmla="*/ 1452 h 628650"/>
                <a:gd name="connsiteX1" fmla="*/ 309986 w 333375"/>
                <a:gd name="connsiteY1" fmla="*/ 104322 h 628650"/>
                <a:gd name="connsiteX2" fmla="*/ 337608 w 333375"/>
                <a:gd name="connsiteY2" fmla="*/ 166235 h 628650"/>
                <a:gd name="connsiteX3" fmla="*/ 337608 w 333375"/>
                <a:gd name="connsiteY3" fmla="*/ 464367 h 628650"/>
                <a:gd name="connsiteX4" fmla="*/ 302366 w 333375"/>
                <a:gd name="connsiteY4" fmla="*/ 537710 h 628650"/>
                <a:gd name="connsiteX5" fmla="*/ 129963 w 333375"/>
                <a:gd name="connsiteY5" fmla="*/ 626292 h 628650"/>
                <a:gd name="connsiteX6" fmla="*/ 423 w 333375"/>
                <a:gd name="connsiteY6" fmla="*/ 475797 h 628650"/>
                <a:gd name="connsiteX7" fmla="*/ 423 w 333375"/>
                <a:gd name="connsiteY7" fmla="*/ 172902 h 628650"/>
                <a:gd name="connsiteX8" fmla="*/ 195686 w 333375"/>
                <a:gd name="connsiteY8" fmla="*/ 1452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375" h="628650">
                  <a:moveTo>
                    <a:pt x="195686" y="1452"/>
                  </a:moveTo>
                  <a:cubicBezTo>
                    <a:pt x="250931" y="17645"/>
                    <a:pt x="286173" y="54792"/>
                    <a:pt x="309986" y="104322"/>
                  </a:cubicBezTo>
                  <a:cubicBezTo>
                    <a:pt x="333798" y="118610"/>
                    <a:pt x="337608" y="141470"/>
                    <a:pt x="337608" y="166235"/>
                  </a:cubicBezTo>
                  <a:cubicBezTo>
                    <a:pt x="339513" y="265295"/>
                    <a:pt x="338561" y="365307"/>
                    <a:pt x="337608" y="464367"/>
                  </a:cubicBezTo>
                  <a:cubicBezTo>
                    <a:pt x="337608" y="493895"/>
                    <a:pt x="330941" y="520565"/>
                    <a:pt x="302366" y="537710"/>
                  </a:cubicBezTo>
                  <a:cubicBezTo>
                    <a:pt x="252836" y="612957"/>
                    <a:pt x="199496" y="640580"/>
                    <a:pt x="129963" y="626292"/>
                  </a:cubicBezTo>
                  <a:cubicBezTo>
                    <a:pt x="59478" y="612005"/>
                    <a:pt x="14711" y="559617"/>
                    <a:pt x="423" y="475797"/>
                  </a:cubicBezTo>
                  <a:cubicBezTo>
                    <a:pt x="423" y="374832"/>
                    <a:pt x="-529" y="273867"/>
                    <a:pt x="423" y="172902"/>
                  </a:cubicBezTo>
                  <a:cubicBezTo>
                    <a:pt x="3281" y="56697"/>
                    <a:pt x="81386" y="-10930"/>
                    <a:pt x="195686" y="14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559B39C-1571-4EBD-9A09-4AEA4D808C0D}"/>
                </a:ext>
              </a:extLst>
            </p:cNvPr>
            <p:cNvSpPr/>
            <p:nvPr/>
          </p:nvSpPr>
          <p:spPr>
            <a:xfrm>
              <a:off x="4519980" y="5670476"/>
              <a:ext cx="164400" cy="295921"/>
            </a:xfrm>
            <a:custGeom>
              <a:avLst/>
              <a:gdLst>
                <a:gd name="connsiteX0" fmla="*/ 292995 w 333375"/>
                <a:gd name="connsiteY0" fmla="*/ 582239 h 600075"/>
                <a:gd name="connsiteX1" fmla="*/ 94875 w 333375"/>
                <a:gd name="connsiteY1" fmla="*/ 601289 h 600075"/>
                <a:gd name="connsiteX2" fmla="*/ 53917 w 333375"/>
                <a:gd name="connsiteY2" fmla="*/ 566999 h 600075"/>
                <a:gd name="connsiteX3" fmla="*/ 577 w 333375"/>
                <a:gd name="connsiteY3" fmla="*/ 57411 h 600075"/>
                <a:gd name="connsiteX4" fmla="*/ 26295 w 333375"/>
                <a:gd name="connsiteY4" fmla="*/ 25979 h 600075"/>
                <a:gd name="connsiteX5" fmla="*/ 232988 w 333375"/>
                <a:gd name="connsiteY5" fmla="*/ 1214 h 600075"/>
                <a:gd name="connsiteX6" fmla="*/ 285375 w 333375"/>
                <a:gd name="connsiteY6" fmla="*/ 47886 h 600075"/>
                <a:gd name="connsiteX7" fmla="*/ 338715 w 333375"/>
                <a:gd name="connsiteY7" fmla="*/ 537471 h 600075"/>
                <a:gd name="connsiteX8" fmla="*/ 292995 w 333375"/>
                <a:gd name="connsiteY8" fmla="*/ 582239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375" h="600075">
                  <a:moveTo>
                    <a:pt x="292995" y="582239"/>
                  </a:moveTo>
                  <a:cubicBezTo>
                    <a:pt x="227272" y="587954"/>
                    <a:pt x="160597" y="593669"/>
                    <a:pt x="94875" y="601289"/>
                  </a:cubicBezTo>
                  <a:cubicBezTo>
                    <a:pt x="65347" y="605099"/>
                    <a:pt x="56775" y="595574"/>
                    <a:pt x="53917" y="566999"/>
                  </a:cubicBezTo>
                  <a:cubicBezTo>
                    <a:pt x="37725" y="397454"/>
                    <a:pt x="19627" y="226956"/>
                    <a:pt x="577" y="57411"/>
                  </a:cubicBezTo>
                  <a:cubicBezTo>
                    <a:pt x="-2280" y="32646"/>
                    <a:pt x="5340" y="27884"/>
                    <a:pt x="26295" y="25979"/>
                  </a:cubicBezTo>
                  <a:cubicBezTo>
                    <a:pt x="95827" y="18359"/>
                    <a:pt x="164408" y="9786"/>
                    <a:pt x="232988" y="1214"/>
                  </a:cubicBezTo>
                  <a:cubicBezTo>
                    <a:pt x="270135" y="-4501"/>
                    <a:pt x="281565" y="9786"/>
                    <a:pt x="285375" y="47886"/>
                  </a:cubicBezTo>
                  <a:cubicBezTo>
                    <a:pt x="300615" y="211716"/>
                    <a:pt x="317760" y="374594"/>
                    <a:pt x="338715" y="537471"/>
                  </a:cubicBezTo>
                  <a:cubicBezTo>
                    <a:pt x="345383" y="581286"/>
                    <a:pt x="316808" y="575571"/>
                    <a:pt x="292995" y="58223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B809EDD-DB7B-41B7-B0E1-1DD8302E22F5}"/>
                </a:ext>
              </a:extLst>
            </p:cNvPr>
            <p:cNvSpPr/>
            <p:nvPr/>
          </p:nvSpPr>
          <p:spPr>
            <a:xfrm>
              <a:off x="1034974" y="4686200"/>
              <a:ext cx="549567" cy="540173"/>
            </a:xfrm>
            <a:custGeom>
              <a:avLst/>
              <a:gdLst>
                <a:gd name="connsiteX0" fmla="*/ 0 w 1114425"/>
                <a:gd name="connsiteY0" fmla="*/ 1099894 h 1095375"/>
                <a:gd name="connsiteX1" fmla="*/ 16192 w 1114425"/>
                <a:gd name="connsiteY1" fmla="*/ 993214 h 1095375"/>
                <a:gd name="connsiteX2" fmla="*/ 6667 w 1114425"/>
                <a:gd name="connsiteY2" fmla="*/ 667459 h 1095375"/>
                <a:gd name="connsiteX3" fmla="*/ 269558 w 1114425"/>
                <a:gd name="connsiteY3" fmla="*/ 135012 h 1095375"/>
                <a:gd name="connsiteX4" fmla="*/ 479108 w 1114425"/>
                <a:gd name="connsiteY4" fmla="*/ 709 h 1095375"/>
                <a:gd name="connsiteX5" fmla="*/ 1073468 w 1114425"/>
                <a:gd name="connsiteY5" fmla="*/ 2614 h 1095375"/>
                <a:gd name="connsiteX6" fmla="*/ 1122998 w 1114425"/>
                <a:gd name="connsiteY6" fmla="*/ 54049 h 1095375"/>
                <a:gd name="connsiteX7" fmla="*/ 1122998 w 1114425"/>
                <a:gd name="connsiteY7" fmla="*/ 1048459 h 1095375"/>
                <a:gd name="connsiteX8" fmla="*/ 1069658 w 1114425"/>
                <a:gd name="connsiteY8" fmla="*/ 1101799 h 1095375"/>
                <a:gd name="connsiteX9" fmla="*/ 0 w 1114425"/>
                <a:gd name="connsiteY9" fmla="*/ 1099894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4425" h="1095375">
                  <a:moveTo>
                    <a:pt x="0" y="1099894"/>
                  </a:moveTo>
                  <a:cubicBezTo>
                    <a:pt x="13335" y="1065604"/>
                    <a:pt x="18097" y="1029409"/>
                    <a:pt x="16192" y="993214"/>
                  </a:cubicBezTo>
                  <a:cubicBezTo>
                    <a:pt x="11430" y="884629"/>
                    <a:pt x="26670" y="775092"/>
                    <a:pt x="6667" y="667459"/>
                  </a:cubicBezTo>
                  <a:cubicBezTo>
                    <a:pt x="95250" y="490294"/>
                    <a:pt x="191453" y="316939"/>
                    <a:pt x="269558" y="135012"/>
                  </a:cubicBezTo>
                  <a:cubicBezTo>
                    <a:pt x="313372" y="34047"/>
                    <a:pt x="365760" y="-5958"/>
                    <a:pt x="479108" y="709"/>
                  </a:cubicBezTo>
                  <a:cubicBezTo>
                    <a:pt x="676275" y="12139"/>
                    <a:pt x="875347" y="5472"/>
                    <a:pt x="1073468" y="2614"/>
                  </a:cubicBezTo>
                  <a:cubicBezTo>
                    <a:pt x="1113473" y="2614"/>
                    <a:pt x="1123950" y="14997"/>
                    <a:pt x="1122998" y="54049"/>
                  </a:cubicBezTo>
                  <a:cubicBezTo>
                    <a:pt x="1122045" y="385519"/>
                    <a:pt x="1121093" y="716989"/>
                    <a:pt x="1122998" y="1048459"/>
                  </a:cubicBezTo>
                  <a:cubicBezTo>
                    <a:pt x="1122998" y="1090369"/>
                    <a:pt x="1112520" y="1101799"/>
                    <a:pt x="1069658" y="1101799"/>
                  </a:cubicBezTo>
                  <a:cubicBezTo>
                    <a:pt x="713422" y="1099894"/>
                    <a:pt x="357188" y="1100847"/>
                    <a:pt x="0" y="1099894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6EFE4C6-1735-4FCB-9451-3DE02AF6A51F}"/>
                </a:ext>
              </a:extLst>
            </p:cNvPr>
            <p:cNvSpPr/>
            <p:nvPr/>
          </p:nvSpPr>
          <p:spPr>
            <a:xfrm>
              <a:off x="1943677" y="4837766"/>
              <a:ext cx="492339" cy="509327"/>
            </a:xfrm>
            <a:custGeom>
              <a:avLst/>
              <a:gdLst>
                <a:gd name="connsiteX0" fmla="*/ 248205 w 492339"/>
                <a:gd name="connsiteY0" fmla="*/ 384730 h 509327"/>
                <a:gd name="connsiteX1" fmla="*/ 240221 w 492339"/>
                <a:gd name="connsiteY1" fmla="*/ 391776 h 509327"/>
                <a:gd name="connsiteX2" fmla="*/ 246326 w 492339"/>
                <a:gd name="connsiteY2" fmla="*/ 468340 h 509327"/>
                <a:gd name="connsiteX3" fmla="*/ 254312 w 492339"/>
                <a:gd name="connsiteY3" fmla="*/ 394125 h 509327"/>
                <a:gd name="connsiteX4" fmla="*/ 248205 w 492339"/>
                <a:gd name="connsiteY4" fmla="*/ 384730 h 509327"/>
                <a:gd name="connsiteX5" fmla="*/ 250086 w 492339"/>
                <a:gd name="connsiteY5" fmla="*/ 282330 h 509327"/>
                <a:gd name="connsiteX6" fmla="*/ 250085 w 492339"/>
                <a:gd name="connsiteY6" fmla="*/ 282332 h 509327"/>
                <a:gd name="connsiteX7" fmla="*/ 250085 w 492339"/>
                <a:gd name="connsiteY7" fmla="*/ 282331 h 509327"/>
                <a:gd name="connsiteX8" fmla="*/ 241924 w 492339"/>
                <a:gd name="connsiteY8" fmla="*/ 43129 h 509327"/>
                <a:gd name="connsiteX9" fmla="*/ 231296 w 492339"/>
                <a:gd name="connsiteY9" fmla="*/ 54050 h 509327"/>
                <a:gd name="connsiteX10" fmla="*/ 232236 w 492339"/>
                <a:gd name="connsiteY10" fmla="*/ 78945 h 509327"/>
                <a:gd name="connsiteX11" fmla="*/ 225190 w 492339"/>
                <a:gd name="connsiteY11" fmla="*/ 90218 h 509327"/>
                <a:gd name="connsiteX12" fmla="*/ 203987 w 492339"/>
                <a:gd name="connsiteY12" fmla="*/ 108757 h 509327"/>
                <a:gd name="connsiteX13" fmla="*/ 225191 w 492339"/>
                <a:gd name="connsiteY13" fmla="*/ 190267 h 509327"/>
                <a:gd name="connsiteX14" fmla="*/ 219554 w 492339"/>
                <a:gd name="connsiteY14" fmla="*/ 149403 h 509327"/>
                <a:gd name="connsiteX15" fmla="*/ 236464 w 492339"/>
                <a:gd name="connsiteY15" fmla="*/ 118871 h 509327"/>
                <a:gd name="connsiteX16" fmla="*/ 245367 w 492339"/>
                <a:gd name="connsiteY16" fmla="*/ 113716 h 509327"/>
                <a:gd name="connsiteX17" fmla="*/ 235993 w 492339"/>
                <a:gd name="connsiteY17" fmla="*/ 119340 h 509327"/>
                <a:gd name="connsiteX18" fmla="*/ 232705 w 492339"/>
                <a:gd name="connsiteY18" fmla="*/ 234890 h 509327"/>
                <a:gd name="connsiteX19" fmla="*/ 220492 w 492339"/>
                <a:gd name="connsiteY19" fmla="*/ 272467 h 509327"/>
                <a:gd name="connsiteX20" fmla="*/ 222841 w 492339"/>
                <a:gd name="connsiteY20" fmla="*/ 303468 h 509327"/>
                <a:gd name="connsiteX21" fmla="*/ 238812 w 492339"/>
                <a:gd name="connsiteY21" fmla="*/ 293605 h 509327"/>
                <a:gd name="connsiteX22" fmla="*/ 239189 w 492339"/>
                <a:gd name="connsiteY22" fmla="*/ 293551 h 509327"/>
                <a:gd name="connsiteX23" fmla="*/ 236463 w 492339"/>
                <a:gd name="connsiteY23" fmla="*/ 305817 h 509327"/>
                <a:gd name="connsiteX24" fmla="*/ 223781 w 492339"/>
                <a:gd name="connsiteY24" fmla="*/ 384260 h 509327"/>
                <a:gd name="connsiteX25" fmla="*/ 229887 w 492339"/>
                <a:gd name="connsiteY25" fmla="*/ 409625 h 509327"/>
                <a:gd name="connsiteX26" fmla="*/ 240691 w 492339"/>
                <a:gd name="connsiteY26" fmla="*/ 390836 h 509327"/>
                <a:gd name="connsiteX27" fmla="*/ 248676 w 492339"/>
                <a:gd name="connsiteY27" fmla="*/ 383790 h 509327"/>
                <a:gd name="connsiteX28" fmla="*/ 261828 w 492339"/>
                <a:gd name="connsiteY28" fmla="*/ 368289 h 509327"/>
                <a:gd name="connsiteX29" fmla="*/ 265116 w 492339"/>
                <a:gd name="connsiteY29" fmla="*/ 316621 h 509327"/>
                <a:gd name="connsiteX30" fmla="*/ 254313 w 492339"/>
                <a:gd name="connsiteY30" fmla="*/ 343864 h 509327"/>
                <a:gd name="connsiteX31" fmla="*/ 256822 w 492339"/>
                <a:gd name="connsiteY31" fmla="*/ 297494 h 509327"/>
                <a:gd name="connsiteX32" fmla="*/ 250578 w 492339"/>
                <a:gd name="connsiteY32" fmla="*/ 281920 h 509327"/>
                <a:gd name="connsiteX33" fmla="*/ 269813 w 492339"/>
                <a:gd name="connsiteY33" fmla="*/ 265891 h 509327"/>
                <a:gd name="connsiteX34" fmla="*/ 266995 w 492339"/>
                <a:gd name="connsiteY34" fmla="*/ 193555 h 509327"/>
                <a:gd name="connsiteX35" fmla="*/ 259479 w 492339"/>
                <a:gd name="connsiteY35" fmla="*/ 230193 h 509327"/>
                <a:gd name="connsiteX36" fmla="*/ 259949 w 492339"/>
                <a:gd name="connsiteY36" fmla="*/ 121689 h 509327"/>
                <a:gd name="connsiteX37" fmla="*/ 255310 w 492339"/>
                <a:gd name="connsiteY37" fmla="*/ 112060 h 509327"/>
                <a:gd name="connsiteX38" fmla="*/ 245388 w 492339"/>
                <a:gd name="connsiteY38" fmla="*/ 113704 h 509327"/>
                <a:gd name="connsiteX39" fmla="*/ 252141 w 492339"/>
                <a:gd name="connsiteY39" fmla="*/ 105426 h 509327"/>
                <a:gd name="connsiteX40" fmla="*/ 248677 w 492339"/>
                <a:gd name="connsiteY40" fmla="*/ 95385 h 509327"/>
                <a:gd name="connsiteX41" fmla="*/ 248676 w 492339"/>
                <a:gd name="connsiteY41" fmla="*/ 95385 h 509327"/>
                <a:gd name="connsiteX42" fmla="*/ 261886 w 492339"/>
                <a:gd name="connsiteY42" fmla="*/ 72075 h 509327"/>
                <a:gd name="connsiteX43" fmla="*/ 257131 w 492339"/>
                <a:gd name="connsiteY43" fmla="*/ 47004 h 509327"/>
                <a:gd name="connsiteX44" fmla="*/ 241924 w 492339"/>
                <a:gd name="connsiteY44" fmla="*/ 43129 h 509327"/>
                <a:gd name="connsiteX45" fmla="*/ 217029 w 492339"/>
                <a:gd name="connsiteY45" fmla="*/ 92 h 509327"/>
                <a:gd name="connsiteX46" fmla="*/ 250555 w 492339"/>
                <a:gd name="connsiteY46" fmla="*/ 1912 h 509327"/>
                <a:gd name="connsiteX47" fmla="*/ 278738 w 492339"/>
                <a:gd name="connsiteY47" fmla="*/ 1442 h 509327"/>
                <a:gd name="connsiteX48" fmla="*/ 303633 w 492339"/>
                <a:gd name="connsiteY48" fmla="*/ 24928 h 509327"/>
                <a:gd name="connsiteX49" fmla="*/ 303163 w 492339"/>
                <a:gd name="connsiteY49" fmla="*/ 151282 h 509327"/>
                <a:gd name="connsiteX50" fmla="*/ 393819 w 492339"/>
                <a:gd name="connsiteY50" fmla="*/ 99613 h 509327"/>
                <a:gd name="connsiteX51" fmla="*/ 460988 w 492339"/>
                <a:gd name="connsiteY51" fmla="*/ 117932 h 509327"/>
                <a:gd name="connsiteX52" fmla="*/ 490580 w 492339"/>
                <a:gd name="connsiteY52" fmla="*/ 178055 h 509327"/>
                <a:gd name="connsiteX53" fmla="*/ 435623 w 492339"/>
                <a:gd name="connsiteY53" fmla="*/ 214693 h 509327"/>
                <a:gd name="connsiteX54" fmla="*/ 367045 w 492339"/>
                <a:gd name="connsiteY54" fmla="*/ 255559 h 509327"/>
                <a:gd name="connsiteX55" fmla="*/ 478837 w 492339"/>
                <a:gd name="connsiteY55" fmla="*/ 318970 h 509327"/>
                <a:gd name="connsiteX56" fmla="*/ 487292 w 492339"/>
                <a:gd name="connsiteY56" fmla="*/ 346683 h 509327"/>
                <a:gd name="connsiteX57" fmla="*/ 449715 w 492339"/>
                <a:gd name="connsiteY57" fmla="*/ 411504 h 509327"/>
                <a:gd name="connsiteX58" fmla="*/ 415426 w 492339"/>
                <a:gd name="connsiteY58" fmla="*/ 421368 h 509327"/>
                <a:gd name="connsiteX59" fmla="*/ 307391 w 492339"/>
                <a:gd name="connsiteY59" fmla="*/ 357017 h 509327"/>
                <a:gd name="connsiteX60" fmla="*/ 307860 w 492339"/>
                <a:gd name="connsiteY60" fmla="*/ 487598 h 509327"/>
                <a:gd name="connsiteX61" fmla="*/ 285784 w 492339"/>
                <a:gd name="connsiteY61" fmla="*/ 509205 h 509327"/>
                <a:gd name="connsiteX62" fmla="*/ 208280 w 492339"/>
                <a:gd name="connsiteY62" fmla="*/ 509205 h 509327"/>
                <a:gd name="connsiteX63" fmla="*/ 185734 w 492339"/>
                <a:gd name="connsiteY63" fmla="*/ 487598 h 509327"/>
                <a:gd name="connsiteX64" fmla="*/ 185734 w 492339"/>
                <a:gd name="connsiteY64" fmla="*/ 357017 h 509327"/>
                <a:gd name="connsiteX65" fmla="*/ 75351 w 492339"/>
                <a:gd name="connsiteY65" fmla="*/ 422307 h 509327"/>
                <a:gd name="connsiteX66" fmla="*/ 43880 w 492339"/>
                <a:gd name="connsiteY66" fmla="*/ 413383 h 509327"/>
                <a:gd name="connsiteX67" fmla="*/ 6302 w 492339"/>
                <a:gd name="connsiteY67" fmla="*/ 348562 h 509327"/>
                <a:gd name="connsiteX68" fmla="*/ 13348 w 492339"/>
                <a:gd name="connsiteY68" fmla="*/ 318970 h 509327"/>
                <a:gd name="connsiteX69" fmla="*/ 125141 w 492339"/>
                <a:gd name="connsiteY69" fmla="*/ 256028 h 509327"/>
                <a:gd name="connsiteX70" fmla="*/ 27909 w 492339"/>
                <a:gd name="connsiteY70" fmla="*/ 198253 h 509327"/>
                <a:gd name="connsiteX71" fmla="*/ 14757 w 492339"/>
                <a:gd name="connsiteY71" fmla="*/ 146585 h 509327"/>
                <a:gd name="connsiteX72" fmla="*/ 47637 w 492339"/>
                <a:gd name="connsiteY72" fmla="*/ 89749 h 509327"/>
                <a:gd name="connsiteX73" fmla="*/ 70654 w 492339"/>
                <a:gd name="connsiteY73" fmla="*/ 83643 h 509327"/>
                <a:gd name="connsiteX74" fmla="*/ 185265 w 492339"/>
                <a:gd name="connsiteY74" fmla="*/ 151282 h 509327"/>
                <a:gd name="connsiteX75" fmla="*/ 185265 w 492339"/>
                <a:gd name="connsiteY75" fmla="*/ 66263 h 509327"/>
                <a:gd name="connsiteX76" fmla="*/ 189492 w 492339"/>
                <a:gd name="connsiteY76" fmla="*/ 5670 h 509327"/>
                <a:gd name="connsiteX77" fmla="*/ 217029 w 492339"/>
                <a:gd name="connsiteY77" fmla="*/ 92 h 509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492339" h="509327">
                  <a:moveTo>
                    <a:pt x="248205" y="384730"/>
                  </a:moveTo>
                  <a:cubicBezTo>
                    <a:pt x="245857" y="387079"/>
                    <a:pt x="243039" y="389427"/>
                    <a:pt x="240221" y="391776"/>
                  </a:cubicBezTo>
                  <a:cubicBezTo>
                    <a:pt x="237402" y="417610"/>
                    <a:pt x="235053" y="443445"/>
                    <a:pt x="246326" y="468340"/>
                  </a:cubicBezTo>
                  <a:cubicBezTo>
                    <a:pt x="251023" y="443445"/>
                    <a:pt x="252902" y="418550"/>
                    <a:pt x="254312" y="394125"/>
                  </a:cubicBezTo>
                  <a:cubicBezTo>
                    <a:pt x="254312" y="389897"/>
                    <a:pt x="255720" y="384730"/>
                    <a:pt x="248205" y="384730"/>
                  </a:cubicBezTo>
                  <a:close/>
                  <a:moveTo>
                    <a:pt x="250086" y="282330"/>
                  </a:moveTo>
                  <a:lnTo>
                    <a:pt x="250085" y="282332"/>
                  </a:lnTo>
                  <a:lnTo>
                    <a:pt x="250085" y="282331"/>
                  </a:lnTo>
                  <a:close/>
                  <a:moveTo>
                    <a:pt x="241924" y="43129"/>
                  </a:moveTo>
                  <a:cubicBezTo>
                    <a:pt x="236815" y="44421"/>
                    <a:pt x="232471" y="48179"/>
                    <a:pt x="231296" y="54050"/>
                  </a:cubicBezTo>
                  <a:cubicBezTo>
                    <a:pt x="229887" y="62035"/>
                    <a:pt x="228008" y="73309"/>
                    <a:pt x="232236" y="78945"/>
                  </a:cubicBezTo>
                  <a:cubicBezTo>
                    <a:pt x="240221" y="91158"/>
                    <a:pt x="225190" y="85521"/>
                    <a:pt x="225190" y="90218"/>
                  </a:cubicBezTo>
                  <a:lnTo>
                    <a:pt x="203987" y="108757"/>
                  </a:lnTo>
                  <a:cubicBezTo>
                    <a:pt x="189785" y="131964"/>
                    <a:pt x="196655" y="166664"/>
                    <a:pt x="225191" y="190267"/>
                  </a:cubicBezTo>
                  <a:cubicBezTo>
                    <a:pt x="227539" y="175237"/>
                    <a:pt x="226599" y="162085"/>
                    <a:pt x="219554" y="149403"/>
                  </a:cubicBezTo>
                  <a:cubicBezTo>
                    <a:pt x="208750" y="130144"/>
                    <a:pt x="215326" y="120280"/>
                    <a:pt x="236464" y="118871"/>
                  </a:cubicBezTo>
                  <a:lnTo>
                    <a:pt x="245367" y="113716"/>
                  </a:lnTo>
                  <a:lnTo>
                    <a:pt x="235993" y="119340"/>
                  </a:lnTo>
                  <a:cubicBezTo>
                    <a:pt x="226599" y="157387"/>
                    <a:pt x="231296" y="196373"/>
                    <a:pt x="232705" y="234890"/>
                  </a:cubicBezTo>
                  <a:cubicBezTo>
                    <a:pt x="233175" y="250860"/>
                    <a:pt x="233645" y="261194"/>
                    <a:pt x="220492" y="272467"/>
                  </a:cubicBezTo>
                  <a:cubicBezTo>
                    <a:pt x="210629" y="280922"/>
                    <a:pt x="213447" y="295483"/>
                    <a:pt x="222841" y="303468"/>
                  </a:cubicBezTo>
                  <a:cubicBezTo>
                    <a:pt x="232236" y="311454"/>
                    <a:pt x="232705" y="295953"/>
                    <a:pt x="238812" y="293605"/>
                  </a:cubicBezTo>
                  <a:lnTo>
                    <a:pt x="239189" y="293551"/>
                  </a:lnTo>
                  <a:lnTo>
                    <a:pt x="236463" y="305817"/>
                  </a:lnTo>
                  <a:cubicBezTo>
                    <a:pt x="232236" y="332121"/>
                    <a:pt x="245857" y="360304"/>
                    <a:pt x="223781" y="384260"/>
                  </a:cubicBezTo>
                  <a:cubicBezTo>
                    <a:pt x="218144" y="390367"/>
                    <a:pt x="222841" y="401170"/>
                    <a:pt x="229887" y="409625"/>
                  </a:cubicBezTo>
                  <a:cubicBezTo>
                    <a:pt x="234114" y="402109"/>
                    <a:pt x="237402" y="396473"/>
                    <a:pt x="240691" y="390836"/>
                  </a:cubicBezTo>
                  <a:cubicBezTo>
                    <a:pt x="244918" y="390836"/>
                    <a:pt x="248676" y="389427"/>
                    <a:pt x="248676" y="383790"/>
                  </a:cubicBezTo>
                  <a:cubicBezTo>
                    <a:pt x="249616" y="375805"/>
                    <a:pt x="257131" y="373456"/>
                    <a:pt x="261828" y="368289"/>
                  </a:cubicBezTo>
                  <a:cubicBezTo>
                    <a:pt x="276389" y="351849"/>
                    <a:pt x="277799" y="336818"/>
                    <a:pt x="265116" y="316621"/>
                  </a:cubicBezTo>
                  <a:cubicBezTo>
                    <a:pt x="258540" y="325545"/>
                    <a:pt x="261828" y="338228"/>
                    <a:pt x="254313" y="343864"/>
                  </a:cubicBezTo>
                  <a:cubicBezTo>
                    <a:pt x="252904" y="329068"/>
                    <a:pt x="259421" y="313215"/>
                    <a:pt x="256822" y="297494"/>
                  </a:cubicBezTo>
                  <a:lnTo>
                    <a:pt x="250578" y="281920"/>
                  </a:lnTo>
                  <a:lnTo>
                    <a:pt x="269813" y="265891"/>
                  </a:lnTo>
                  <a:cubicBezTo>
                    <a:pt x="293768" y="244284"/>
                    <a:pt x="292829" y="216571"/>
                    <a:pt x="266995" y="193555"/>
                  </a:cubicBezTo>
                  <a:cubicBezTo>
                    <a:pt x="263706" y="206707"/>
                    <a:pt x="268873" y="221738"/>
                    <a:pt x="259479" y="230193"/>
                  </a:cubicBezTo>
                  <a:cubicBezTo>
                    <a:pt x="259479" y="194964"/>
                    <a:pt x="259009" y="158327"/>
                    <a:pt x="259949" y="121689"/>
                  </a:cubicBezTo>
                  <a:cubicBezTo>
                    <a:pt x="260184" y="114408"/>
                    <a:pt x="258187" y="112295"/>
                    <a:pt x="255310" y="112060"/>
                  </a:cubicBezTo>
                  <a:lnTo>
                    <a:pt x="245388" y="113704"/>
                  </a:lnTo>
                  <a:lnTo>
                    <a:pt x="252141" y="105426"/>
                  </a:lnTo>
                  <a:cubicBezTo>
                    <a:pt x="253726" y="102549"/>
                    <a:pt x="253609" y="99378"/>
                    <a:pt x="248677" y="95385"/>
                  </a:cubicBezTo>
                  <a:lnTo>
                    <a:pt x="248676" y="95385"/>
                  </a:lnTo>
                  <a:lnTo>
                    <a:pt x="261886" y="72075"/>
                  </a:lnTo>
                  <a:cubicBezTo>
                    <a:pt x="263589" y="62153"/>
                    <a:pt x="262298" y="51936"/>
                    <a:pt x="257131" y="47004"/>
                  </a:cubicBezTo>
                  <a:cubicBezTo>
                    <a:pt x="252903" y="43012"/>
                    <a:pt x="247032" y="41837"/>
                    <a:pt x="241924" y="43129"/>
                  </a:cubicBezTo>
                  <a:close/>
                  <a:moveTo>
                    <a:pt x="217029" y="92"/>
                  </a:moveTo>
                  <a:cubicBezTo>
                    <a:pt x="228126" y="503"/>
                    <a:pt x="240221" y="2147"/>
                    <a:pt x="250555" y="1912"/>
                  </a:cubicBezTo>
                  <a:cubicBezTo>
                    <a:pt x="259949" y="1912"/>
                    <a:pt x="269344" y="2852"/>
                    <a:pt x="278738" y="1442"/>
                  </a:cubicBezTo>
                  <a:cubicBezTo>
                    <a:pt x="297527" y="-907"/>
                    <a:pt x="304573" y="4260"/>
                    <a:pt x="303633" y="24928"/>
                  </a:cubicBezTo>
                  <a:cubicBezTo>
                    <a:pt x="301754" y="65324"/>
                    <a:pt x="303163" y="106189"/>
                    <a:pt x="303163" y="151282"/>
                  </a:cubicBezTo>
                  <a:cubicBezTo>
                    <a:pt x="335104" y="132963"/>
                    <a:pt x="364696" y="116523"/>
                    <a:pt x="393819" y="99613"/>
                  </a:cubicBezTo>
                  <a:cubicBezTo>
                    <a:pt x="436093" y="75188"/>
                    <a:pt x="436563" y="74718"/>
                    <a:pt x="460988" y="117932"/>
                  </a:cubicBezTo>
                  <a:cubicBezTo>
                    <a:pt x="472261" y="138130"/>
                    <a:pt x="496686" y="159267"/>
                    <a:pt x="490580" y="178055"/>
                  </a:cubicBezTo>
                  <a:cubicBezTo>
                    <a:pt x="484944" y="194496"/>
                    <a:pt x="454882" y="202950"/>
                    <a:pt x="435623" y="214693"/>
                  </a:cubicBezTo>
                  <a:cubicBezTo>
                    <a:pt x="413547" y="227845"/>
                    <a:pt x="391940" y="240997"/>
                    <a:pt x="367045" y="255559"/>
                  </a:cubicBezTo>
                  <a:cubicBezTo>
                    <a:pt x="406031" y="277635"/>
                    <a:pt x="441730" y="299242"/>
                    <a:pt x="478837" y="318970"/>
                  </a:cubicBezTo>
                  <a:cubicBezTo>
                    <a:pt x="492459" y="326485"/>
                    <a:pt x="496686" y="332122"/>
                    <a:pt x="487292" y="346683"/>
                  </a:cubicBezTo>
                  <a:cubicBezTo>
                    <a:pt x="473201" y="367351"/>
                    <a:pt x="460518" y="388958"/>
                    <a:pt x="449715" y="411504"/>
                  </a:cubicBezTo>
                  <a:cubicBezTo>
                    <a:pt x="441260" y="429353"/>
                    <a:pt x="433744" y="433581"/>
                    <a:pt x="415426" y="421368"/>
                  </a:cubicBezTo>
                  <a:cubicBezTo>
                    <a:pt x="381606" y="398822"/>
                    <a:pt x="345908" y="380033"/>
                    <a:pt x="307391" y="357017"/>
                  </a:cubicBezTo>
                  <a:cubicBezTo>
                    <a:pt x="307391" y="403049"/>
                    <a:pt x="306451" y="445324"/>
                    <a:pt x="307860" y="487598"/>
                  </a:cubicBezTo>
                  <a:cubicBezTo>
                    <a:pt x="308330" y="505917"/>
                    <a:pt x="302694" y="510145"/>
                    <a:pt x="285784" y="509205"/>
                  </a:cubicBezTo>
                  <a:cubicBezTo>
                    <a:pt x="259949" y="507796"/>
                    <a:pt x="234115" y="507796"/>
                    <a:pt x="208280" y="509205"/>
                  </a:cubicBezTo>
                  <a:cubicBezTo>
                    <a:pt x="190901" y="510145"/>
                    <a:pt x="185265" y="505917"/>
                    <a:pt x="185734" y="487598"/>
                  </a:cubicBezTo>
                  <a:cubicBezTo>
                    <a:pt x="186674" y="445324"/>
                    <a:pt x="185734" y="403049"/>
                    <a:pt x="185734" y="357017"/>
                  </a:cubicBezTo>
                  <a:cubicBezTo>
                    <a:pt x="146278" y="380033"/>
                    <a:pt x="110110" y="399761"/>
                    <a:pt x="75351" y="422307"/>
                  </a:cubicBezTo>
                  <a:cubicBezTo>
                    <a:pt x="58441" y="433111"/>
                    <a:pt x="51865" y="428414"/>
                    <a:pt x="43880" y="413383"/>
                  </a:cubicBezTo>
                  <a:cubicBezTo>
                    <a:pt x="32137" y="391306"/>
                    <a:pt x="19454" y="369699"/>
                    <a:pt x="6302" y="348562"/>
                  </a:cubicBezTo>
                  <a:cubicBezTo>
                    <a:pt x="-2622" y="334940"/>
                    <a:pt x="-3562" y="327895"/>
                    <a:pt x="13348" y="318970"/>
                  </a:cubicBezTo>
                  <a:cubicBezTo>
                    <a:pt x="49986" y="300181"/>
                    <a:pt x="85685" y="278574"/>
                    <a:pt x="125141" y="256028"/>
                  </a:cubicBezTo>
                  <a:cubicBezTo>
                    <a:pt x="91321" y="235831"/>
                    <a:pt x="59850" y="217042"/>
                    <a:pt x="27909" y="198253"/>
                  </a:cubicBezTo>
                  <a:cubicBezTo>
                    <a:pt x="-4031" y="178995"/>
                    <a:pt x="-4031" y="178995"/>
                    <a:pt x="14757" y="146585"/>
                  </a:cubicBezTo>
                  <a:cubicBezTo>
                    <a:pt x="25561" y="127796"/>
                    <a:pt x="37304" y="109007"/>
                    <a:pt x="47637" y="89749"/>
                  </a:cubicBezTo>
                  <a:cubicBezTo>
                    <a:pt x="53744" y="78006"/>
                    <a:pt x="58911" y="76597"/>
                    <a:pt x="70654" y="83643"/>
                  </a:cubicBezTo>
                  <a:cubicBezTo>
                    <a:pt x="107292" y="106189"/>
                    <a:pt x="144399" y="127326"/>
                    <a:pt x="185265" y="151282"/>
                  </a:cubicBezTo>
                  <a:cubicBezTo>
                    <a:pt x="185265" y="120281"/>
                    <a:pt x="184795" y="93506"/>
                    <a:pt x="185265" y="66263"/>
                  </a:cubicBezTo>
                  <a:cubicBezTo>
                    <a:pt x="185734" y="45595"/>
                    <a:pt x="175870" y="16943"/>
                    <a:pt x="189492" y="5670"/>
                  </a:cubicBezTo>
                  <a:cubicBezTo>
                    <a:pt x="195833" y="503"/>
                    <a:pt x="205932" y="-319"/>
                    <a:pt x="217029" y="92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0D72E71-C6E4-47ED-A3EE-0D35358517BB}"/>
                </a:ext>
              </a:extLst>
            </p:cNvPr>
            <p:cNvSpPr/>
            <p:nvPr/>
          </p:nvSpPr>
          <p:spPr>
            <a:xfrm>
              <a:off x="2582686" y="4872087"/>
              <a:ext cx="1804098" cy="224654"/>
            </a:xfrm>
            <a:custGeom>
              <a:avLst/>
              <a:gdLst>
                <a:gd name="connsiteX0" fmla="*/ 555205 w 1804098"/>
                <a:gd name="connsiteY0" fmla="*/ 123534 h 224654"/>
                <a:gd name="connsiteX1" fmla="*/ 531249 w 1804098"/>
                <a:gd name="connsiteY1" fmla="*/ 176612 h 224654"/>
                <a:gd name="connsiteX2" fmla="*/ 546750 w 1804098"/>
                <a:gd name="connsiteY2" fmla="*/ 186476 h 224654"/>
                <a:gd name="connsiteX3" fmla="*/ 596070 w 1804098"/>
                <a:gd name="connsiteY3" fmla="*/ 152657 h 224654"/>
                <a:gd name="connsiteX4" fmla="*/ 555205 w 1804098"/>
                <a:gd name="connsiteY4" fmla="*/ 123534 h 224654"/>
                <a:gd name="connsiteX5" fmla="*/ 126353 w 1804098"/>
                <a:gd name="connsiteY5" fmla="*/ 42745 h 224654"/>
                <a:gd name="connsiteX6" fmla="*/ 88776 w 1804098"/>
                <a:gd name="connsiteY6" fmla="*/ 128704 h 224654"/>
                <a:gd name="connsiteX7" fmla="*/ 131050 w 1804098"/>
                <a:gd name="connsiteY7" fmla="*/ 87369 h 224654"/>
                <a:gd name="connsiteX8" fmla="*/ 126353 w 1804098"/>
                <a:gd name="connsiteY8" fmla="*/ 42745 h 224654"/>
                <a:gd name="connsiteX9" fmla="*/ 1148454 w 1804098"/>
                <a:gd name="connsiteY9" fmla="*/ 40395 h 224654"/>
                <a:gd name="connsiteX10" fmla="*/ 1109468 w 1804098"/>
                <a:gd name="connsiteY10" fmla="*/ 129172 h 224654"/>
                <a:gd name="connsiteX11" fmla="*/ 1146106 w 1804098"/>
                <a:gd name="connsiteY11" fmla="*/ 129172 h 224654"/>
                <a:gd name="connsiteX12" fmla="*/ 1155500 w 1804098"/>
                <a:gd name="connsiteY12" fmla="*/ 117899 h 224654"/>
                <a:gd name="connsiteX13" fmla="*/ 1148454 w 1804098"/>
                <a:gd name="connsiteY13" fmla="*/ 40395 h 224654"/>
                <a:gd name="connsiteX14" fmla="*/ 581977 w 1804098"/>
                <a:gd name="connsiteY14" fmla="*/ 38516 h 224654"/>
                <a:gd name="connsiteX15" fmla="*/ 550037 w 1804098"/>
                <a:gd name="connsiteY15" fmla="*/ 79382 h 224654"/>
                <a:gd name="connsiteX16" fmla="*/ 562249 w 1804098"/>
                <a:gd name="connsiteY16" fmla="*/ 90185 h 224654"/>
                <a:gd name="connsiteX17" fmla="*/ 606403 w 1804098"/>
                <a:gd name="connsiteY17" fmla="*/ 62002 h 224654"/>
                <a:gd name="connsiteX18" fmla="*/ 581977 w 1804098"/>
                <a:gd name="connsiteY18" fmla="*/ 38516 h 224654"/>
                <a:gd name="connsiteX19" fmla="*/ 920644 w 1804098"/>
                <a:gd name="connsiteY19" fmla="*/ 4697 h 224654"/>
                <a:gd name="connsiteX20" fmla="*/ 957752 w 1804098"/>
                <a:gd name="connsiteY20" fmla="*/ 6576 h 224654"/>
                <a:gd name="connsiteX21" fmla="*/ 957752 w 1804098"/>
                <a:gd name="connsiteY21" fmla="*/ 23486 h 224654"/>
                <a:gd name="connsiteX22" fmla="*/ 931917 w 1804098"/>
                <a:gd name="connsiteY22" fmla="*/ 156415 h 224654"/>
                <a:gd name="connsiteX23" fmla="*/ 952585 w 1804098"/>
                <a:gd name="connsiteY23" fmla="*/ 180370 h 224654"/>
                <a:gd name="connsiteX24" fmla="*/ 983116 w 1804098"/>
                <a:gd name="connsiteY24" fmla="*/ 179901 h 224654"/>
                <a:gd name="connsiteX25" fmla="*/ 1007072 w 1804098"/>
                <a:gd name="connsiteY25" fmla="*/ 208084 h 224654"/>
                <a:gd name="connsiteX26" fmla="*/ 989692 w 1804098"/>
                <a:gd name="connsiteY26" fmla="*/ 220766 h 224654"/>
                <a:gd name="connsiteX27" fmla="*/ 937554 w 1804098"/>
                <a:gd name="connsiteY27" fmla="*/ 220766 h 224654"/>
                <a:gd name="connsiteX28" fmla="*/ 911719 w 1804098"/>
                <a:gd name="connsiteY28" fmla="*/ 220766 h 224654"/>
                <a:gd name="connsiteX29" fmla="*/ 880248 w 1804098"/>
                <a:gd name="connsiteY29" fmla="*/ 184128 h 224654"/>
                <a:gd name="connsiteX30" fmla="*/ 911719 w 1804098"/>
                <a:gd name="connsiteY30" fmla="*/ 21137 h 224654"/>
                <a:gd name="connsiteX31" fmla="*/ 920644 w 1804098"/>
                <a:gd name="connsiteY31" fmla="*/ 4697 h 224654"/>
                <a:gd name="connsiteX32" fmla="*/ 433556 w 1804098"/>
                <a:gd name="connsiteY32" fmla="*/ 4191 h 224654"/>
                <a:gd name="connsiteX33" fmla="*/ 469247 w 1804098"/>
                <a:gd name="connsiteY33" fmla="*/ 6107 h 224654"/>
                <a:gd name="connsiteX34" fmla="*/ 450458 w 1804098"/>
                <a:gd name="connsiteY34" fmla="*/ 148901 h 224654"/>
                <a:gd name="connsiteX35" fmla="*/ 442943 w 1804098"/>
                <a:gd name="connsiteY35" fmla="*/ 204796 h 224654"/>
                <a:gd name="connsiteX36" fmla="*/ 434488 w 1804098"/>
                <a:gd name="connsiteY36" fmla="*/ 221237 h 224654"/>
                <a:gd name="connsiteX37" fmla="*/ 397380 w 1804098"/>
                <a:gd name="connsiteY37" fmla="*/ 219358 h 224654"/>
                <a:gd name="connsiteX38" fmla="*/ 397850 w 1804098"/>
                <a:gd name="connsiteY38" fmla="*/ 204327 h 224654"/>
                <a:gd name="connsiteX39" fmla="*/ 420396 w 1804098"/>
                <a:gd name="connsiteY39" fmla="*/ 54958 h 224654"/>
                <a:gd name="connsiteX40" fmla="*/ 348999 w 1804098"/>
                <a:gd name="connsiteY40" fmla="*/ 201978 h 224654"/>
                <a:gd name="connsiteX41" fmla="*/ 312831 w 1804098"/>
                <a:gd name="connsiteY41" fmla="*/ 217948 h 224654"/>
                <a:gd name="connsiteX42" fmla="*/ 302028 w 1804098"/>
                <a:gd name="connsiteY42" fmla="*/ 194463 h 224654"/>
                <a:gd name="connsiteX43" fmla="*/ 290285 w 1804098"/>
                <a:gd name="connsiteY43" fmla="*/ 52139 h 224654"/>
                <a:gd name="connsiteX44" fmla="*/ 259753 w 1804098"/>
                <a:gd name="connsiteY44" fmla="*/ 184599 h 224654"/>
                <a:gd name="connsiteX45" fmla="*/ 209024 w 1804098"/>
                <a:gd name="connsiteY45" fmla="*/ 219827 h 224654"/>
                <a:gd name="connsiteX46" fmla="*/ 244722 w 1804098"/>
                <a:gd name="connsiteY46" fmla="*/ 77973 h 224654"/>
                <a:gd name="connsiteX47" fmla="*/ 256935 w 1804098"/>
                <a:gd name="connsiteY47" fmla="*/ 28184 h 224654"/>
                <a:gd name="connsiteX48" fmla="*/ 287467 w 1804098"/>
                <a:gd name="connsiteY48" fmla="*/ 4228 h 224654"/>
                <a:gd name="connsiteX49" fmla="*/ 328332 w 1804098"/>
                <a:gd name="connsiteY49" fmla="*/ 41806 h 224654"/>
                <a:gd name="connsiteX50" fmla="*/ 336317 w 1804098"/>
                <a:gd name="connsiteY50" fmla="*/ 154067 h 224654"/>
                <a:gd name="connsiteX51" fmla="*/ 368727 w 1804098"/>
                <a:gd name="connsiteY51" fmla="*/ 82201 h 224654"/>
                <a:gd name="connsiteX52" fmla="*/ 383288 w 1804098"/>
                <a:gd name="connsiteY52" fmla="*/ 52609 h 224654"/>
                <a:gd name="connsiteX53" fmla="*/ 433556 w 1804098"/>
                <a:gd name="connsiteY53" fmla="*/ 4191 h 224654"/>
                <a:gd name="connsiteX54" fmla="*/ 1798834 w 1804098"/>
                <a:gd name="connsiteY54" fmla="*/ 3582 h 224654"/>
                <a:gd name="connsiteX55" fmla="*/ 1803708 w 1804098"/>
                <a:gd name="connsiteY55" fmla="*/ 12683 h 224654"/>
                <a:gd name="connsiteX56" fmla="*/ 1785859 w 1804098"/>
                <a:gd name="connsiteY56" fmla="*/ 43684 h 224654"/>
                <a:gd name="connsiteX57" fmla="*/ 1734190 w 1804098"/>
                <a:gd name="connsiteY57" fmla="*/ 43684 h 224654"/>
                <a:gd name="connsiteX58" fmla="*/ 1710705 w 1804098"/>
                <a:gd name="connsiteY58" fmla="*/ 79383 h 224654"/>
                <a:gd name="connsiteX59" fmla="*/ 1730902 w 1804098"/>
                <a:gd name="connsiteY59" fmla="*/ 89716 h 224654"/>
                <a:gd name="connsiteX60" fmla="*/ 1759085 w 1804098"/>
                <a:gd name="connsiteY60" fmla="*/ 90656 h 224654"/>
                <a:gd name="connsiteX61" fmla="*/ 1783040 w 1804098"/>
                <a:gd name="connsiteY61" fmla="*/ 97702 h 224654"/>
                <a:gd name="connsiteX62" fmla="*/ 1755797 w 1804098"/>
                <a:gd name="connsiteY62" fmla="*/ 129172 h 224654"/>
                <a:gd name="connsiteX63" fmla="*/ 1718220 w 1804098"/>
                <a:gd name="connsiteY63" fmla="*/ 128703 h 224654"/>
                <a:gd name="connsiteX64" fmla="*/ 1696143 w 1804098"/>
                <a:gd name="connsiteY64" fmla="*/ 147961 h 224654"/>
                <a:gd name="connsiteX65" fmla="*/ 1725736 w 1804098"/>
                <a:gd name="connsiteY65" fmla="*/ 181781 h 224654"/>
                <a:gd name="connsiteX66" fmla="*/ 1749221 w 1804098"/>
                <a:gd name="connsiteY66" fmla="*/ 181781 h 224654"/>
                <a:gd name="connsiteX67" fmla="*/ 1772237 w 1804098"/>
                <a:gd name="connsiteY67" fmla="*/ 209024 h 224654"/>
                <a:gd name="connsiteX68" fmla="*/ 1757206 w 1804098"/>
                <a:gd name="connsiteY68" fmla="*/ 221237 h 224654"/>
                <a:gd name="connsiteX69" fmla="*/ 1703189 w 1804098"/>
                <a:gd name="connsiteY69" fmla="*/ 220767 h 224654"/>
                <a:gd name="connsiteX70" fmla="*/ 1663263 w 1804098"/>
                <a:gd name="connsiteY70" fmla="*/ 221237 h 224654"/>
                <a:gd name="connsiteX71" fmla="*/ 1640717 w 1804098"/>
                <a:gd name="connsiteY71" fmla="*/ 195403 h 224654"/>
                <a:gd name="connsiteX72" fmla="*/ 1673128 w 1804098"/>
                <a:gd name="connsiteY72" fmla="*/ 25366 h 224654"/>
                <a:gd name="connsiteX73" fmla="*/ 1698022 w 1804098"/>
                <a:gd name="connsiteY73" fmla="*/ 3758 h 224654"/>
                <a:gd name="connsiteX74" fmla="*/ 1787268 w 1804098"/>
                <a:gd name="connsiteY74" fmla="*/ 4698 h 224654"/>
                <a:gd name="connsiteX75" fmla="*/ 1798834 w 1804098"/>
                <a:gd name="connsiteY75" fmla="*/ 3582 h 224654"/>
                <a:gd name="connsiteX76" fmla="*/ 113848 w 1804098"/>
                <a:gd name="connsiteY76" fmla="*/ 3582 h 224654"/>
                <a:gd name="connsiteX77" fmla="*/ 129642 w 1804098"/>
                <a:gd name="connsiteY77" fmla="*/ 4698 h 224654"/>
                <a:gd name="connsiteX78" fmla="*/ 169098 w 1804098"/>
                <a:gd name="connsiteY78" fmla="*/ 38987 h 224654"/>
                <a:gd name="connsiteX79" fmla="*/ 187887 w 1804098"/>
                <a:gd name="connsiteY79" fmla="*/ 201978 h 224654"/>
                <a:gd name="connsiteX80" fmla="*/ 178023 w 1804098"/>
                <a:gd name="connsiteY80" fmla="*/ 220297 h 224654"/>
                <a:gd name="connsiteX81" fmla="*/ 140445 w 1804098"/>
                <a:gd name="connsiteY81" fmla="*/ 205736 h 224654"/>
                <a:gd name="connsiteX82" fmla="*/ 91595 w 1804098"/>
                <a:gd name="connsiteY82" fmla="*/ 163931 h 224654"/>
                <a:gd name="connsiteX83" fmla="*/ 67169 w 1804098"/>
                <a:gd name="connsiteY83" fmla="*/ 179432 h 224654"/>
                <a:gd name="connsiteX84" fmla="*/ 66231 w 1804098"/>
                <a:gd name="connsiteY84" fmla="*/ 181780 h 224654"/>
                <a:gd name="connsiteX85" fmla="*/ 0 w 1804098"/>
                <a:gd name="connsiteY85" fmla="*/ 220297 h 224654"/>
                <a:gd name="connsiteX86" fmla="*/ 100520 w 1804098"/>
                <a:gd name="connsiteY86" fmla="*/ 12683 h 224654"/>
                <a:gd name="connsiteX87" fmla="*/ 113848 w 1804098"/>
                <a:gd name="connsiteY87" fmla="*/ 3582 h 224654"/>
                <a:gd name="connsiteX88" fmla="*/ 1135597 w 1804098"/>
                <a:gd name="connsiteY88" fmla="*/ 3110 h 224654"/>
                <a:gd name="connsiteX89" fmla="*/ 1150804 w 1804098"/>
                <a:gd name="connsiteY89" fmla="*/ 4226 h 224654"/>
                <a:gd name="connsiteX90" fmla="*/ 1189790 w 1804098"/>
                <a:gd name="connsiteY90" fmla="*/ 38985 h 224654"/>
                <a:gd name="connsiteX91" fmla="*/ 1210927 w 1804098"/>
                <a:gd name="connsiteY91" fmla="*/ 219356 h 224654"/>
                <a:gd name="connsiteX92" fmla="*/ 1203412 w 1804098"/>
                <a:gd name="connsiteY92" fmla="*/ 220765 h 224654"/>
                <a:gd name="connsiteX93" fmla="*/ 1159728 w 1804098"/>
                <a:gd name="connsiteY93" fmla="*/ 182718 h 224654"/>
                <a:gd name="connsiteX94" fmla="*/ 1140469 w 1804098"/>
                <a:gd name="connsiteY94" fmla="*/ 164399 h 224654"/>
                <a:gd name="connsiteX95" fmla="*/ 1121681 w 1804098"/>
                <a:gd name="connsiteY95" fmla="*/ 164399 h 224654"/>
                <a:gd name="connsiteX96" fmla="*/ 1084103 w 1804098"/>
                <a:gd name="connsiteY96" fmla="*/ 188354 h 224654"/>
                <a:gd name="connsiteX97" fmla="*/ 1021631 w 1804098"/>
                <a:gd name="connsiteY97" fmla="*/ 218416 h 224654"/>
                <a:gd name="connsiteX98" fmla="*/ 1122151 w 1804098"/>
                <a:gd name="connsiteY98" fmla="*/ 12211 h 224654"/>
                <a:gd name="connsiteX99" fmla="*/ 1135597 w 1804098"/>
                <a:gd name="connsiteY99" fmla="*/ 3110 h 224654"/>
                <a:gd name="connsiteX100" fmla="*/ 568122 w 1804098"/>
                <a:gd name="connsiteY100" fmla="*/ 2935 h 224654"/>
                <a:gd name="connsiteX101" fmla="*/ 607813 w 1804098"/>
                <a:gd name="connsiteY101" fmla="*/ 6106 h 224654"/>
                <a:gd name="connsiteX102" fmla="*/ 653845 w 1804098"/>
                <a:gd name="connsiteY102" fmla="*/ 46971 h 224654"/>
                <a:gd name="connsiteX103" fmla="*/ 621434 w 1804098"/>
                <a:gd name="connsiteY103" fmla="*/ 100988 h 224654"/>
                <a:gd name="connsiteX104" fmla="*/ 613449 w 1804098"/>
                <a:gd name="connsiteY104" fmla="*/ 105685 h 224654"/>
                <a:gd name="connsiteX105" fmla="*/ 611100 w 1804098"/>
                <a:gd name="connsiteY105" fmla="*/ 207144 h 224654"/>
                <a:gd name="connsiteX106" fmla="*/ 487095 w 1804098"/>
                <a:gd name="connsiteY106" fmla="*/ 220296 h 224654"/>
                <a:gd name="connsiteX107" fmla="*/ 480519 w 1804098"/>
                <a:gd name="connsiteY107" fmla="*/ 206204 h 224654"/>
                <a:gd name="connsiteX108" fmla="*/ 516218 w 1804098"/>
                <a:gd name="connsiteY108" fmla="*/ 20197 h 224654"/>
                <a:gd name="connsiteX109" fmla="*/ 528430 w 1804098"/>
                <a:gd name="connsiteY109" fmla="*/ 6106 h 224654"/>
                <a:gd name="connsiteX110" fmla="*/ 568122 w 1804098"/>
                <a:gd name="connsiteY110" fmla="*/ 2935 h 224654"/>
                <a:gd name="connsiteX111" fmla="*/ 1416780 w 1804098"/>
                <a:gd name="connsiteY111" fmla="*/ 2232 h 224654"/>
                <a:gd name="connsiteX112" fmla="*/ 1438739 w 1804098"/>
                <a:gd name="connsiteY112" fmla="*/ 5168 h 224654"/>
                <a:gd name="connsiteX113" fmla="*/ 1442497 w 1804098"/>
                <a:gd name="connsiteY113" fmla="*/ 23957 h 224654"/>
                <a:gd name="connsiteX114" fmla="*/ 1409617 w 1804098"/>
                <a:gd name="connsiteY114" fmla="*/ 203388 h 224654"/>
                <a:gd name="connsiteX115" fmla="*/ 1393647 w 1804098"/>
                <a:gd name="connsiteY115" fmla="*/ 220297 h 224654"/>
                <a:gd name="connsiteX116" fmla="*/ 1352781 w 1804098"/>
                <a:gd name="connsiteY116" fmla="*/ 206676 h 224654"/>
                <a:gd name="connsiteX117" fmla="*/ 1305340 w 1804098"/>
                <a:gd name="connsiteY117" fmla="*/ 67170 h 224654"/>
                <a:gd name="connsiteX118" fmla="*/ 1280915 w 1804098"/>
                <a:gd name="connsiteY118" fmla="*/ 203858 h 224654"/>
                <a:gd name="connsiteX119" fmla="*/ 1262596 w 1804098"/>
                <a:gd name="connsiteY119" fmla="*/ 221237 h 224654"/>
                <a:gd name="connsiteX120" fmla="*/ 1240050 w 1804098"/>
                <a:gd name="connsiteY120" fmla="*/ 192585 h 224654"/>
                <a:gd name="connsiteX121" fmla="*/ 1271990 w 1804098"/>
                <a:gd name="connsiteY121" fmla="*/ 22548 h 224654"/>
                <a:gd name="connsiteX122" fmla="*/ 1293597 w 1804098"/>
                <a:gd name="connsiteY122" fmla="*/ 3289 h 224654"/>
                <a:gd name="connsiteX123" fmla="*/ 1342448 w 1804098"/>
                <a:gd name="connsiteY123" fmla="*/ 37109 h 224654"/>
                <a:gd name="connsiteX124" fmla="*/ 1378616 w 1804098"/>
                <a:gd name="connsiteY124" fmla="*/ 150310 h 224654"/>
                <a:gd name="connsiteX125" fmla="*/ 1401162 w 1804098"/>
                <a:gd name="connsiteY125" fmla="*/ 18320 h 224654"/>
                <a:gd name="connsiteX126" fmla="*/ 1416780 w 1804098"/>
                <a:gd name="connsiteY126" fmla="*/ 2232 h 224654"/>
                <a:gd name="connsiteX127" fmla="*/ 718548 w 1804098"/>
                <a:gd name="connsiteY127" fmla="*/ 2232 h 224654"/>
                <a:gd name="connsiteX128" fmla="*/ 741212 w 1804098"/>
                <a:gd name="connsiteY128" fmla="*/ 5168 h 224654"/>
                <a:gd name="connsiteX129" fmla="*/ 745909 w 1804098"/>
                <a:gd name="connsiteY129" fmla="*/ 22548 h 224654"/>
                <a:gd name="connsiteX130" fmla="*/ 723832 w 1804098"/>
                <a:gd name="connsiteY130" fmla="*/ 149371 h 224654"/>
                <a:gd name="connsiteX131" fmla="*/ 742621 w 1804098"/>
                <a:gd name="connsiteY131" fmla="*/ 183190 h 224654"/>
                <a:gd name="connsiteX132" fmla="*/ 785365 w 1804098"/>
                <a:gd name="connsiteY132" fmla="*/ 171917 h 224654"/>
                <a:gd name="connsiteX133" fmla="*/ 803684 w 1804098"/>
                <a:gd name="connsiteY133" fmla="*/ 124476 h 224654"/>
                <a:gd name="connsiteX134" fmla="*/ 823412 w 1804098"/>
                <a:gd name="connsiteY134" fmla="*/ 20669 h 224654"/>
                <a:gd name="connsiteX135" fmla="*/ 832806 w 1804098"/>
                <a:gd name="connsiteY135" fmla="*/ 4229 h 224654"/>
                <a:gd name="connsiteX136" fmla="*/ 869914 w 1804098"/>
                <a:gd name="connsiteY136" fmla="*/ 5638 h 224654"/>
                <a:gd name="connsiteX137" fmla="*/ 870383 w 1804098"/>
                <a:gd name="connsiteY137" fmla="*/ 15972 h 224654"/>
                <a:gd name="connsiteX138" fmla="*/ 841261 w 1804098"/>
                <a:gd name="connsiteY138" fmla="*/ 158295 h 224654"/>
                <a:gd name="connsiteX139" fmla="*/ 745440 w 1804098"/>
                <a:gd name="connsiteY139" fmla="*/ 224525 h 224654"/>
                <a:gd name="connsiteX140" fmla="*/ 677331 w 1804098"/>
                <a:gd name="connsiteY140" fmla="*/ 143264 h 224654"/>
                <a:gd name="connsiteX141" fmla="*/ 702225 w 1804098"/>
                <a:gd name="connsiteY141" fmla="*/ 12683 h 224654"/>
                <a:gd name="connsiteX142" fmla="*/ 718548 w 1804098"/>
                <a:gd name="connsiteY142" fmla="*/ 2232 h 224654"/>
                <a:gd name="connsiteX143" fmla="*/ 1596564 w 1804098"/>
                <a:gd name="connsiteY143" fmla="*/ 0 h 224654"/>
                <a:gd name="connsiteX144" fmla="*/ 1617231 w 1804098"/>
                <a:gd name="connsiteY144" fmla="*/ 2349 h 224654"/>
                <a:gd name="connsiteX145" fmla="*/ 1633671 w 1804098"/>
                <a:gd name="connsiteY145" fmla="*/ 32410 h 224654"/>
                <a:gd name="connsiteX146" fmla="*/ 1614413 w 1804098"/>
                <a:gd name="connsiteY146" fmla="*/ 43214 h 224654"/>
                <a:gd name="connsiteX147" fmla="*/ 1516242 w 1804098"/>
                <a:gd name="connsiteY147" fmla="*/ 89716 h 224654"/>
                <a:gd name="connsiteX148" fmla="*/ 1589048 w 1804098"/>
                <a:gd name="connsiteY148" fmla="*/ 182719 h 224654"/>
                <a:gd name="connsiteX149" fmla="*/ 1610186 w 1804098"/>
                <a:gd name="connsiteY149" fmla="*/ 191174 h 224654"/>
                <a:gd name="connsiteX150" fmla="*/ 1595154 w 1804098"/>
                <a:gd name="connsiteY150" fmla="*/ 220296 h 224654"/>
                <a:gd name="connsiteX151" fmla="*/ 1569790 w 1804098"/>
                <a:gd name="connsiteY151" fmla="*/ 224054 h 224654"/>
                <a:gd name="connsiteX152" fmla="*/ 1468331 w 1804098"/>
                <a:gd name="connsiteY152" fmla="*/ 176144 h 224654"/>
                <a:gd name="connsiteX153" fmla="*/ 1489938 w 1804098"/>
                <a:gd name="connsiteY153" fmla="*/ 44623 h 224654"/>
                <a:gd name="connsiteX154" fmla="*/ 1596564 w 1804098"/>
                <a:gd name="connsiteY154" fmla="*/ 0 h 224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1804098" h="224654">
                  <a:moveTo>
                    <a:pt x="555205" y="123534"/>
                  </a:moveTo>
                  <a:cubicBezTo>
                    <a:pt x="542053" y="123534"/>
                    <a:pt x="530779" y="150778"/>
                    <a:pt x="531249" y="176612"/>
                  </a:cubicBezTo>
                  <a:cubicBezTo>
                    <a:pt x="531249" y="190703"/>
                    <a:pt x="541114" y="185067"/>
                    <a:pt x="546750" y="186476"/>
                  </a:cubicBezTo>
                  <a:cubicBezTo>
                    <a:pt x="576342" y="186006"/>
                    <a:pt x="595600" y="172385"/>
                    <a:pt x="596070" y="152657"/>
                  </a:cubicBezTo>
                  <a:cubicBezTo>
                    <a:pt x="596070" y="134337"/>
                    <a:pt x="580569" y="123534"/>
                    <a:pt x="555205" y="123534"/>
                  </a:cubicBezTo>
                  <a:close/>
                  <a:moveTo>
                    <a:pt x="126353" y="42745"/>
                  </a:moveTo>
                  <a:cubicBezTo>
                    <a:pt x="113201" y="73747"/>
                    <a:pt x="101459" y="100051"/>
                    <a:pt x="88776" y="128704"/>
                  </a:cubicBezTo>
                  <a:cubicBezTo>
                    <a:pt x="135277" y="130113"/>
                    <a:pt x="135277" y="130113"/>
                    <a:pt x="131050" y="87369"/>
                  </a:cubicBezTo>
                  <a:cubicBezTo>
                    <a:pt x="130111" y="73747"/>
                    <a:pt x="128232" y="60594"/>
                    <a:pt x="126353" y="42745"/>
                  </a:cubicBezTo>
                  <a:close/>
                  <a:moveTo>
                    <a:pt x="1148454" y="40395"/>
                  </a:moveTo>
                  <a:cubicBezTo>
                    <a:pt x="1133893" y="73745"/>
                    <a:pt x="1122151" y="100050"/>
                    <a:pt x="1109468" y="129172"/>
                  </a:cubicBezTo>
                  <a:cubicBezTo>
                    <a:pt x="1123559" y="129172"/>
                    <a:pt x="1134833" y="128702"/>
                    <a:pt x="1146106" y="129172"/>
                  </a:cubicBezTo>
                  <a:cubicBezTo>
                    <a:pt x="1154091" y="129641"/>
                    <a:pt x="1156439" y="125884"/>
                    <a:pt x="1155500" y="117899"/>
                  </a:cubicBezTo>
                  <a:cubicBezTo>
                    <a:pt x="1153151" y="94413"/>
                    <a:pt x="1151272" y="70927"/>
                    <a:pt x="1148454" y="40395"/>
                  </a:cubicBezTo>
                  <a:close/>
                  <a:moveTo>
                    <a:pt x="581977" y="38516"/>
                  </a:moveTo>
                  <a:cubicBezTo>
                    <a:pt x="558022" y="37107"/>
                    <a:pt x="552385" y="46032"/>
                    <a:pt x="550037" y="79382"/>
                  </a:cubicBezTo>
                  <a:cubicBezTo>
                    <a:pt x="549567" y="90185"/>
                    <a:pt x="554734" y="89715"/>
                    <a:pt x="562249" y="90185"/>
                  </a:cubicBezTo>
                  <a:cubicBezTo>
                    <a:pt x="587145" y="90655"/>
                    <a:pt x="606403" y="79382"/>
                    <a:pt x="606403" y="62002"/>
                  </a:cubicBezTo>
                  <a:cubicBezTo>
                    <a:pt x="606403" y="43213"/>
                    <a:pt x="592781" y="39925"/>
                    <a:pt x="581977" y="38516"/>
                  </a:cubicBezTo>
                  <a:close/>
                  <a:moveTo>
                    <a:pt x="920644" y="4697"/>
                  </a:moveTo>
                  <a:cubicBezTo>
                    <a:pt x="932857" y="3757"/>
                    <a:pt x="946009" y="3757"/>
                    <a:pt x="957752" y="6576"/>
                  </a:cubicBezTo>
                  <a:cubicBezTo>
                    <a:pt x="962919" y="7985"/>
                    <a:pt x="959161" y="17849"/>
                    <a:pt x="957752" y="23486"/>
                  </a:cubicBezTo>
                  <a:cubicBezTo>
                    <a:pt x="949296" y="68109"/>
                    <a:pt x="941781" y="112262"/>
                    <a:pt x="931917" y="156415"/>
                  </a:cubicBezTo>
                  <a:cubicBezTo>
                    <a:pt x="927220" y="176613"/>
                    <a:pt x="931917" y="183189"/>
                    <a:pt x="952585" y="180370"/>
                  </a:cubicBezTo>
                  <a:cubicBezTo>
                    <a:pt x="962449" y="178962"/>
                    <a:pt x="972782" y="179901"/>
                    <a:pt x="983116" y="179901"/>
                  </a:cubicBezTo>
                  <a:cubicBezTo>
                    <a:pt x="1013178" y="179901"/>
                    <a:pt x="1012239" y="179901"/>
                    <a:pt x="1007072" y="208084"/>
                  </a:cubicBezTo>
                  <a:cubicBezTo>
                    <a:pt x="1004724" y="219826"/>
                    <a:pt x="999557" y="221236"/>
                    <a:pt x="989692" y="220766"/>
                  </a:cubicBezTo>
                  <a:cubicBezTo>
                    <a:pt x="971843" y="220296"/>
                    <a:pt x="954933" y="220766"/>
                    <a:pt x="937554" y="220766"/>
                  </a:cubicBezTo>
                  <a:cubicBezTo>
                    <a:pt x="929099" y="220766"/>
                    <a:pt x="920174" y="220766"/>
                    <a:pt x="911719" y="220766"/>
                  </a:cubicBezTo>
                  <a:cubicBezTo>
                    <a:pt x="873202" y="220766"/>
                    <a:pt x="873202" y="220766"/>
                    <a:pt x="880248" y="184128"/>
                  </a:cubicBezTo>
                  <a:cubicBezTo>
                    <a:pt x="890582" y="129641"/>
                    <a:pt x="901386" y="75624"/>
                    <a:pt x="911719" y="21137"/>
                  </a:cubicBezTo>
                  <a:cubicBezTo>
                    <a:pt x="913128" y="14561"/>
                    <a:pt x="911250" y="5167"/>
                    <a:pt x="920644" y="4697"/>
                  </a:cubicBezTo>
                  <a:close/>
                  <a:moveTo>
                    <a:pt x="433556" y="4191"/>
                  </a:moveTo>
                  <a:cubicBezTo>
                    <a:pt x="442532" y="4052"/>
                    <a:pt x="453981" y="4933"/>
                    <a:pt x="469247" y="6107"/>
                  </a:cubicBezTo>
                  <a:cubicBezTo>
                    <a:pt x="463140" y="53548"/>
                    <a:pt x="456565" y="101459"/>
                    <a:pt x="450458" y="148901"/>
                  </a:cubicBezTo>
                  <a:cubicBezTo>
                    <a:pt x="448110" y="167689"/>
                    <a:pt x="445761" y="186008"/>
                    <a:pt x="442943" y="204796"/>
                  </a:cubicBezTo>
                  <a:cubicBezTo>
                    <a:pt x="442003" y="211372"/>
                    <a:pt x="444821" y="220767"/>
                    <a:pt x="434488" y="221237"/>
                  </a:cubicBezTo>
                  <a:cubicBezTo>
                    <a:pt x="422275" y="221706"/>
                    <a:pt x="409593" y="221706"/>
                    <a:pt x="397380" y="219358"/>
                  </a:cubicBezTo>
                  <a:cubicBezTo>
                    <a:pt x="393622" y="218418"/>
                    <a:pt x="396910" y="209494"/>
                    <a:pt x="397850" y="204327"/>
                  </a:cubicBezTo>
                  <a:cubicBezTo>
                    <a:pt x="404896" y="156416"/>
                    <a:pt x="412411" y="108975"/>
                    <a:pt x="420396" y="54958"/>
                  </a:cubicBezTo>
                  <a:cubicBezTo>
                    <a:pt x="394562" y="107566"/>
                    <a:pt x="370136" y="154067"/>
                    <a:pt x="348999" y="201978"/>
                  </a:cubicBezTo>
                  <a:cubicBezTo>
                    <a:pt x="340544" y="221237"/>
                    <a:pt x="326922" y="218418"/>
                    <a:pt x="312831" y="217948"/>
                  </a:cubicBezTo>
                  <a:cubicBezTo>
                    <a:pt x="296391" y="217009"/>
                    <a:pt x="302967" y="202918"/>
                    <a:pt x="302028" y="194463"/>
                  </a:cubicBezTo>
                  <a:cubicBezTo>
                    <a:pt x="297331" y="148431"/>
                    <a:pt x="294042" y="102868"/>
                    <a:pt x="290285" y="52139"/>
                  </a:cubicBezTo>
                  <a:cubicBezTo>
                    <a:pt x="279012" y="99580"/>
                    <a:pt x="269148" y="141855"/>
                    <a:pt x="259753" y="184599"/>
                  </a:cubicBezTo>
                  <a:cubicBezTo>
                    <a:pt x="250829" y="222176"/>
                    <a:pt x="251298" y="222176"/>
                    <a:pt x="209024" y="219827"/>
                  </a:cubicBezTo>
                  <a:cubicBezTo>
                    <a:pt x="221236" y="171916"/>
                    <a:pt x="232979" y="124945"/>
                    <a:pt x="244722" y="77973"/>
                  </a:cubicBezTo>
                  <a:cubicBezTo>
                    <a:pt x="248950" y="61534"/>
                    <a:pt x="254587" y="45093"/>
                    <a:pt x="256935" y="28184"/>
                  </a:cubicBezTo>
                  <a:cubicBezTo>
                    <a:pt x="259284" y="8455"/>
                    <a:pt x="268208" y="3288"/>
                    <a:pt x="287467" y="4228"/>
                  </a:cubicBezTo>
                  <a:cubicBezTo>
                    <a:pt x="324574" y="6107"/>
                    <a:pt x="325514" y="4698"/>
                    <a:pt x="328332" y="41806"/>
                  </a:cubicBezTo>
                  <a:cubicBezTo>
                    <a:pt x="331620" y="77504"/>
                    <a:pt x="333499" y="113672"/>
                    <a:pt x="336317" y="154067"/>
                  </a:cubicBezTo>
                  <a:cubicBezTo>
                    <a:pt x="348060" y="127763"/>
                    <a:pt x="357924" y="105217"/>
                    <a:pt x="368727" y="82201"/>
                  </a:cubicBezTo>
                  <a:cubicBezTo>
                    <a:pt x="373425" y="72337"/>
                    <a:pt x="378122" y="62473"/>
                    <a:pt x="383288" y="52609"/>
                  </a:cubicBezTo>
                  <a:cubicBezTo>
                    <a:pt x="401960" y="14210"/>
                    <a:pt x="406628" y="4610"/>
                    <a:pt x="433556" y="4191"/>
                  </a:cubicBezTo>
                  <a:close/>
                  <a:moveTo>
                    <a:pt x="1798834" y="3582"/>
                  </a:moveTo>
                  <a:cubicBezTo>
                    <a:pt x="1802533" y="3876"/>
                    <a:pt x="1805117" y="5873"/>
                    <a:pt x="1803708" y="12683"/>
                  </a:cubicBezTo>
                  <a:cubicBezTo>
                    <a:pt x="1801359" y="23956"/>
                    <a:pt x="1808875" y="43684"/>
                    <a:pt x="1785859" y="43684"/>
                  </a:cubicBezTo>
                  <a:cubicBezTo>
                    <a:pt x="1768479" y="43684"/>
                    <a:pt x="1751570" y="44624"/>
                    <a:pt x="1734190" y="43684"/>
                  </a:cubicBezTo>
                  <a:cubicBezTo>
                    <a:pt x="1704598" y="41805"/>
                    <a:pt x="1713993" y="66231"/>
                    <a:pt x="1710705" y="79383"/>
                  </a:cubicBezTo>
                  <a:cubicBezTo>
                    <a:pt x="1706477" y="98641"/>
                    <a:pt x="1723857" y="87838"/>
                    <a:pt x="1730902" y="89716"/>
                  </a:cubicBezTo>
                  <a:cubicBezTo>
                    <a:pt x="1739827" y="91595"/>
                    <a:pt x="1749691" y="88777"/>
                    <a:pt x="1759085" y="90656"/>
                  </a:cubicBezTo>
                  <a:cubicBezTo>
                    <a:pt x="1767070" y="92065"/>
                    <a:pt x="1781162" y="82201"/>
                    <a:pt x="1783040" y="97702"/>
                  </a:cubicBezTo>
                  <a:cubicBezTo>
                    <a:pt x="1785859" y="121188"/>
                    <a:pt x="1777404" y="129172"/>
                    <a:pt x="1755797" y="129172"/>
                  </a:cubicBezTo>
                  <a:cubicBezTo>
                    <a:pt x="1743115" y="129172"/>
                    <a:pt x="1730433" y="130582"/>
                    <a:pt x="1718220" y="128703"/>
                  </a:cubicBezTo>
                  <a:cubicBezTo>
                    <a:pt x="1702719" y="126824"/>
                    <a:pt x="1698022" y="134340"/>
                    <a:pt x="1696143" y="147961"/>
                  </a:cubicBezTo>
                  <a:cubicBezTo>
                    <a:pt x="1690507" y="181781"/>
                    <a:pt x="1690037" y="181781"/>
                    <a:pt x="1725736" y="181781"/>
                  </a:cubicBezTo>
                  <a:cubicBezTo>
                    <a:pt x="1733721" y="181781"/>
                    <a:pt x="1741236" y="181781"/>
                    <a:pt x="1749221" y="181781"/>
                  </a:cubicBezTo>
                  <a:cubicBezTo>
                    <a:pt x="1778343" y="181781"/>
                    <a:pt x="1777404" y="181781"/>
                    <a:pt x="1772237" y="209024"/>
                  </a:cubicBezTo>
                  <a:cubicBezTo>
                    <a:pt x="1770358" y="219358"/>
                    <a:pt x="1766601" y="221707"/>
                    <a:pt x="1757206" y="221237"/>
                  </a:cubicBezTo>
                  <a:cubicBezTo>
                    <a:pt x="1738888" y="220297"/>
                    <a:pt x="1721038" y="220767"/>
                    <a:pt x="1703189" y="220767"/>
                  </a:cubicBezTo>
                  <a:cubicBezTo>
                    <a:pt x="1690037" y="220767"/>
                    <a:pt x="1676415" y="219358"/>
                    <a:pt x="1663263" y="221237"/>
                  </a:cubicBezTo>
                  <a:cubicBezTo>
                    <a:pt x="1641187" y="224055"/>
                    <a:pt x="1636020" y="217009"/>
                    <a:pt x="1640717" y="195403"/>
                  </a:cubicBezTo>
                  <a:cubicBezTo>
                    <a:pt x="1652930" y="139037"/>
                    <a:pt x="1663263" y="82201"/>
                    <a:pt x="1673128" y="25366"/>
                  </a:cubicBezTo>
                  <a:cubicBezTo>
                    <a:pt x="1675946" y="9865"/>
                    <a:pt x="1680643" y="2819"/>
                    <a:pt x="1698022" y="3758"/>
                  </a:cubicBezTo>
                  <a:cubicBezTo>
                    <a:pt x="1727614" y="5638"/>
                    <a:pt x="1757676" y="3758"/>
                    <a:pt x="1787268" y="4698"/>
                  </a:cubicBezTo>
                  <a:cubicBezTo>
                    <a:pt x="1790321" y="4698"/>
                    <a:pt x="1795135" y="3289"/>
                    <a:pt x="1798834" y="3582"/>
                  </a:cubicBezTo>
                  <a:close/>
                  <a:moveTo>
                    <a:pt x="113848" y="3582"/>
                  </a:moveTo>
                  <a:cubicBezTo>
                    <a:pt x="119074" y="3406"/>
                    <a:pt x="124710" y="4933"/>
                    <a:pt x="129642" y="4698"/>
                  </a:cubicBezTo>
                  <a:cubicBezTo>
                    <a:pt x="164871" y="3759"/>
                    <a:pt x="164871" y="4228"/>
                    <a:pt x="169098" y="38987"/>
                  </a:cubicBezTo>
                  <a:cubicBezTo>
                    <a:pt x="175674" y="93474"/>
                    <a:pt x="182251" y="147491"/>
                    <a:pt x="187887" y="201978"/>
                  </a:cubicBezTo>
                  <a:cubicBezTo>
                    <a:pt x="188827" y="209494"/>
                    <a:pt x="194933" y="224525"/>
                    <a:pt x="178023" y="220297"/>
                  </a:cubicBezTo>
                  <a:cubicBezTo>
                    <a:pt x="165341" y="217009"/>
                    <a:pt x="143734" y="235798"/>
                    <a:pt x="140445" y="205736"/>
                  </a:cubicBezTo>
                  <a:cubicBezTo>
                    <a:pt x="135748" y="163462"/>
                    <a:pt x="134809" y="164401"/>
                    <a:pt x="91595" y="163931"/>
                  </a:cubicBezTo>
                  <a:cubicBezTo>
                    <a:pt x="78913" y="163931"/>
                    <a:pt x="70458" y="166750"/>
                    <a:pt x="67169" y="179432"/>
                  </a:cubicBezTo>
                  <a:cubicBezTo>
                    <a:pt x="67169" y="180372"/>
                    <a:pt x="66700" y="180841"/>
                    <a:pt x="66231" y="181780"/>
                  </a:cubicBezTo>
                  <a:cubicBezTo>
                    <a:pt x="47911" y="221706"/>
                    <a:pt x="47911" y="221706"/>
                    <a:pt x="0" y="220297"/>
                  </a:cubicBezTo>
                  <a:cubicBezTo>
                    <a:pt x="34289" y="149840"/>
                    <a:pt x="67639" y="81262"/>
                    <a:pt x="100520" y="12683"/>
                  </a:cubicBezTo>
                  <a:cubicBezTo>
                    <a:pt x="103808" y="5637"/>
                    <a:pt x="108622" y="3758"/>
                    <a:pt x="113848" y="3582"/>
                  </a:cubicBezTo>
                  <a:close/>
                  <a:moveTo>
                    <a:pt x="1135597" y="3110"/>
                  </a:moveTo>
                  <a:cubicBezTo>
                    <a:pt x="1140705" y="2934"/>
                    <a:pt x="1146106" y="4461"/>
                    <a:pt x="1150804" y="4226"/>
                  </a:cubicBezTo>
                  <a:cubicBezTo>
                    <a:pt x="1186502" y="3287"/>
                    <a:pt x="1186032" y="3757"/>
                    <a:pt x="1189790" y="38985"/>
                  </a:cubicBezTo>
                  <a:cubicBezTo>
                    <a:pt x="1196366" y="99109"/>
                    <a:pt x="1203412" y="158763"/>
                    <a:pt x="1210927" y="219356"/>
                  </a:cubicBezTo>
                  <a:cubicBezTo>
                    <a:pt x="1206700" y="220295"/>
                    <a:pt x="1205290" y="220765"/>
                    <a:pt x="1203412" y="220765"/>
                  </a:cubicBezTo>
                  <a:cubicBezTo>
                    <a:pt x="1163955" y="221704"/>
                    <a:pt x="1163486" y="221704"/>
                    <a:pt x="1159728" y="182718"/>
                  </a:cubicBezTo>
                  <a:cubicBezTo>
                    <a:pt x="1158789" y="169566"/>
                    <a:pt x="1155501" y="162050"/>
                    <a:pt x="1140469" y="164399"/>
                  </a:cubicBezTo>
                  <a:cubicBezTo>
                    <a:pt x="1134363" y="165338"/>
                    <a:pt x="1127787" y="165338"/>
                    <a:pt x="1121681" y="164399"/>
                  </a:cubicBezTo>
                  <a:cubicBezTo>
                    <a:pt x="1101483" y="161111"/>
                    <a:pt x="1091619" y="169096"/>
                    <a:pt x="1084103" y="188354"/>
                  </a:cubicBezTo>
                  <a:cubicBezTo>
                    <a:pt x="1069542" y="225462"/>
                    <a:pt x="1068133" y="224992"/>
                    <a:pt x="1021631" y="218416"/>
                  </a:cubicBezTo>
                  <a:cubicBezTo>
                    <a:pt x="1055451" y="149368"/>
                    <a:pt x="1088800" y="80789"/>
                    <a:pt x="1122151" y="12211"/>
                  </a:cubicBezTo>
                  <a:cubicBezTo>
                    <a:pt x="1125674" y="5165"/>
                    <a:pt x="1130488" y="3286"/>
                    <a:pt x="1135597" y="3110"/>
                  </a:cubicBezTo>
                  <a:close/>
                  <a:moveTo>
                    <a:pt x="568122" y="2935"/>
                  </a:moveTo>
                  <a:cubicBezTo>
                    <a:pt x="581391" y="2465"/>
                    <a:pt x="594661" y="3053"/>
                    <a:pt x="607813" y="6106"/>
                  </a:cubicBezTo>
                  <a:cubicBezTo>
                    <a:pt x="629889" y="11272"/>
                    <a:pt x="649148" y="21606"/>
                    <a:pt x="653845" y="46971"/>
                  </a:cubicBezTo>
                  <a:cubicBezTo>
                    <a:pt x="657603" y="69047"/>
                    <a:pt x="646799" y="86897"/>
                    <a:pt x="621434" y="100988"/>
                  </a:cubicBezTo>
                  <a:cubicBezTo>
                    <a:pt x="618616" y="102397"/>
                    <a:pt x="615798" y="103806"/>
                    <a:pt x="613449" y="105685"/>
                  </a:cubicBezTo>
                  <a:cubicBezTo>
                    <a:pt x="659951" y="128701"/>
                    <a:pt x="650557" y="186006"/>
                    <a:pt x="611100" y="207144"/>
                  </a:cubicBezTo>
                  <a:cubicBezTo>
                    <a:pt x="571644" y="228281"/>
                    <a:pt x="528900" y="221705"/>
                    <a:pt x="487095" y="220296"/>
                  </a:cubicBezTo>
                  <a:cubicBezTo>
                    <a:pt x="477701" y="219826"/>
                    <a:pt x="479580" y="212310"/>
                    <a:pt x="480519" y="206204"/>
                  </a:cubicBezTo>
                  <a:cubicBezTo>
                    <a:pt x="492263" y="144202"/>
                    <a:pt x="504475" y="82200"/>
                    <a:pt x="516218" y="20197"/>
                  </a:cubicBezTo>
                  <a:cubicBezTo>
                    <a:pt x="517627" y="12682"/>
                    <a:pt x="519506" y="7045"/>
                    <a:pt x="528430" y="6106"/>
                  </a:cubicBezTo>
                  <a:cubicBezTo>
                    <a:pt x="541583" y="4931"/>
                    <a:pt x="554852" y="3405"/>
                    <a:pt x="568122" y="2935"/>
                  </a:cubicBezTo>
                  <a:close/>
                  <a:moveTo>
                    <a:pt x="1416780" y="2232"/>
                  </a:moveTo>
                  <a:cubicBezTo>
                    <a:pt x="1424061" y="2232"/>
                    <a:pt x="1432398" y="5403"/>
                    <a:pt x="1438739" y="5168"/>
                  </a:cubicBezTo>
                  <a:cubicBezTo>
                    <a:pt x="1455180" y="4698"/>
                    <a:pt x="1443906" y="18320"/>
                    <a:pt x="1442497" y="23957"/>
                  </a:cubicBezTo>
                  <a:cubicBezTo>
                    <a:pt x="1432163" y="84080"/>
                    <a:pt x="1420421" y="143734"/>
                    <a:pt x="1409617" y="203388"/>
                  </a:cubicBezTo>
                  <a:cubicBezTo>
                    <a:pt x="1407738" y="212782"/>
                    <a:pt x="1407738" y="223586"/>
                    <a:pt x="1393647" y="220297"/>
                  </a:cubicBezTo>
                  <a:cubicBezTo>
                    <a:pt x="1379555" y="217010"/>
                    <a:pt x="1360766" y="231571"/>
                    <a:pt x="1352781" y="206676"/>
                  </a:cubicBezTo>
                  <a:cubicBezTo>
                    <a:pt x="1337751" y="160174"/>
                    <a:pt x="1319901" y="114612"/>
                    <a:pt x="1305340" y="67170"/>
                  </a:cubicBezTo>
                  <a:cubicBezTo>
                    <a:pt x="1297355" y="112733"/>
                    <a:pt x="1288900" y="158295"/>
                    <a:pt x="1280915" y="203858"/>
                  </a:cubicBezTo>
                  <a:cubicBezTo>
                    <a:pt x="1279036" y="214661"/>
                    <a:pt x="1277157" y="221707"/>
                    <a:pt x="1262596" y="221237"/>
                  </a:cubicBezTo>
                  <a:cubicBezTo>
                    <a:pt x="1234413" y="220297"/>
                    <a:pt x="1234413" y="221707"/>
                    <a:pt x="1240050" y="192585"/>
                  </a:cubicBezTo>
                  <a:cubicBezTo>
                    <a:pt x="1250853" y="135749"/>
                    <a:pt x="1262126" y="79383"/>
                    <a:pt x="1271990" y="22548"/>
                  </a:cubicBezTo>
                  <a:cubicBezTo>
                    <a:pt x="1274339" y="7986"/>
                    <a:pt x="1279506" y="5168"/>
                    <a:pt x="1293597" y="3289"/>
                  </a:cubicBezTo>
                  <a:cubicBezTo>
                    <a:pt x="1321780" y="1"/>
                    <a:pt x="1334932" y="9865"/>
                    <a:pt x="1342448" y="37109"/>
                  </a:cubicBezTo>
                  <a:cubicBezTo>
                    <a:pt x="1352781" y="75156"/>
                    <a:pt x="1366873" y="112263"/>
                    <a:pt x="1378616" y="150310"/>
                  </a:cubicBezTo>
                  <a:cubicBezTo>
                    <a:pt x="1382373" y="105217"/>
                    <a:pt x="1394116" y="62004"/>
                    <a:pt x="1401162" y="18320"/>
                  </a:cubicBezTo>
                  <a:cubicBezTo>
                    <a:pt x="1403276" y="5403"/>
                    <a:pt x="1409500" y="2232"/>
                    <a:pt x="1416780" y="2232"/>
                  </a:cubicBezTo>
                  <a:close/>
                  <a:moveTo>
                    <a:pt x="718548" y="2232"/>
                  </a:moveTo>
                  <a:cubicBezTo>
                    <a:pt x="726064" y="2702"/>
                    <a:pt x="734636" y="5403"/>
                    <a:pt x="741212" y="5168"/>
                  </a:cubicBezTo>
                  <a:cubicBezTo>
                    <a:pt x="754834" y="4698"/>
                    <a:pt x="746849" y="16911"/>
                    <a:pt x="745909" y="22548"/>
                  </a:cubicBezTo>
                  <a:cubicBezTo>
                    <a:pt x="738863" y="64822"/>
                    <a:pt x="727590" y="106626"/>
                    <a:pt x="723832" y="149371"/>
                  </a:cubicBezTo>
                  <a:cubicBezTo>
                    <a:pt x="722423" y="164871"/>
                    <a:pt x="726651" y="178023"/>
                    <a:pt x="742621" y="183190"/>
                  </a:cubicBezTo>
                  <a:cubicBezTo>
                    <a:pt x="758591" y="188357"/>
                    <a:pt x="773623" y="185069"/>
                    <a:pt x="785365" y="171917"/>
                  </a:cubicBezTo>
                  <a:cubicBezTo>
                    <a:pt x="797108" y="158295"/>
                    <a:pt x="800865" y="141385"/>
                    <a:pt x="803684" y="124476"/>
                  </a:cubicBezTo>
                  <a:cubicBezTo>
                    <a:pt x="810260" y="90187"/>
                    <a:pt x="816366" y="55428"/>
                    <a:pt x="823412" y="20669"/>
                  </a:cubicBezTo>
                  <a:cubicBezTo>
                    <a:pt x="824821" y="14093"/>
                    <a:pt x="823412" y="4698"/>
                    <a:pt x="832806" y="4229"/>
                  </a:cubicBezTo>
                  <a:cubicBezTo>
                    <a:pt x="845019" y="3759"/>
                    <a:pt x="857701" y="4698"/>
                    <a:pt x="869914" y="5638"/>
                  </a:cubicBezTo>
                  <a:cubicBezTo>
                    <a:pt x="870383" y="5638"/>
                    <a:pt x="870853" y="12683"/>
                    <a:pt x="870383" y="15972"/>
                  </a:cubicBezTo>
                  <a:cubicBezTo>
                    <a:pt x="860989" y="63413"/>
                    <a:pt x="855822" y="111793"/>
                    <a:pt x="841261" y="158295"/>
                  </a:cubicBezTo>
                  <a:cubicBezTo>
                    <a:pt x="826700" y="204797"/>
                    <a:pt x="793351" y="226404"/>
                    <a:pt x="745440" y="224525"/>
                  </a:cubicBezTo>
                  <a:cubicBezTo>
                    <a:pt x="700347" y="223116"/>
                    <a:pt x="676861" y="198221"/>
                    <a:pt x="677331" y="143264"/>
                  </a:cubicBezTo>
                  <a:cubicBezTo>
                    <a:pt x="684377" y="106157"/>
                    <a:pt x="690952" y="58715"/>
                    <a:pt x="702225" y="12683"/>
                  </a:cubicBezTo>
                  <a:cubicBezTo>
                    <a:pt x="704574" y="3524"/>
                    <a:pt x="711033" y="1762"/>
                    <a:pt x="718548" y="2232"/>
                  </a:cubicBezTo>
                  <a:close/>
                  <a:moveTo>
                    <a:pt x="1596564" y="0"/>
                  </a:moveTo>
                  <a:cubicBezTo>
                    <a:pt x="1600321" y="469"/>
                    <a:pt x="1608776" y="1879"/>
                    <a:pt x="1617231" y="2349"/>
                  </a:cubicBezTo>
                  <a:cubicBezTo>
                    <a:pt x="1639778" y="3288"/>
                    <a:pt x="1641656" y="13622"/>
                    <a:pt x="1633671" y="32410"/>
                  </a:cubicBezTo>
                  <a:cubicBezTo>
                    <a:pt x="1628974" y="42744"/>
                    <a:pt x="1626625" y="45562"/>
                    <a:pt x="1614413" y="43214"/>
                  </a:cubicBezTo>
                  <a:cubicBezTo>
                    <a:pt x="1565562" y="33820"/>
                    <a:pt x="1531743" y="50729"/>
                    <a:pt x="1516242" y="89716"/>
                  </a:cubicBezTo>
                  <a:cubicBezTo>
                    <a:pt x="1492757" y="150309"/>
                    <a:pt x="1525167" y="191644"/>
                    <a:pt x="1589048" y="182719"/>
                  </a:cubicBezTo>
                  <a:cubicBezTo>
                    <a:pt x="1597503" y="181310"/>
                    <a:pt x="1608776" y="171446"/>
                    <a:pt x="1610186" y="191174"/>
                  </a:cubicBezTo>
                  <a:cubicBezTo>
                    <a:pt x="1611125" y="204796"/>
                    <a:pt x="1615352" y="218418"/>
                    <a:pt x="1595154" y="220296"/>
                  </a:cubicBezTo>
                  <a:cubicBezTo>
                    <a:pt x="1586700" y="221236"/>
                    <a:pt x="1578245" y="223115"/>
                    <a:pt x="1569790" y="224054"/>
                  </a:cubicBezTo>
                  <a:cubicBezTo>
                    <a:pt x="1523288" y="228282"/>
                    <a:pt x="1485241" y="209963"/>
                    <a:pt x="1468331" y="176144"/>
                  </a:cubicBezTo>
                  <a:cubicBezTo>
                    <a:pt x="1449542" y="138096"/>
                    <a:pt x="1459407" y="78912"/>
                    <a:pt x="1489938" y="44623"/>
                  </a:cubicBezTo>
                  <a:cubicBezTo>
                    <a:pt x="1516712" y="14561"/>
                    <a:pt x="1551471" y="939"/>
                    <a:pt x="1596564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AE004C-C972-456F-BD55-D9F5AFD2CE0F}"/>
                </a:ext>
              </a:extLst>
            </p:cNvPr>
            <p:cNvSpPr/>
            <p:nvPr/>
          </p:nvSpPr>
          <p:spPr>
            <a:xfrm>
              <a:off x="3997472" y="4286353"/>
              <a:ext cx="187887" cy="187886"/>
            </a:xfrm>
            <a:custGeom>
              <a:avLst/>
              <a:gdLst>
                <a:gd name="connsiteX0" fmla="*/ 190500 w 381000"/>
                <a:gd name="connsiteY0" fmla="*/ 380048 h 381000"/>
                <a:gd name="connsiteX1" fmla="*/ 34290 w 381000"/>
                <a:gd name="connsiteY1" fmla="*/ 381000 h 381000"/>
                <a:gd name="connsiteX2" fmla="*/ 0 w 381000"/>
                <a:gd name="connsiteY2" fmla="*/ 345758 h 381000"/>
                <a:gd name="connsiteX3" fmla="*/ 0 w 381000"/>
                <a:gd name="connsiteY3" fmla="*/ 37147 h 381000"/>
                <a:gd name="connsiteX4" fmla="*/ 33338 w 381000"/>
                <a:gd name="connsiteY4" fmla="*/ 0 h 381000"/>
                <a:gd name="connsiteX5" fmla="*/ 346710 w 381000"/>
                <a:gd name="connsiteY5" fmla="*/ 0 h 381000"/>
                <a:gd name="connsiteX6" fmla="*/ 381000 w 381000"/>
                <a:gd name="connsiteY6" fmla="*/ 36195 h 381000"/>
                <a:gd name="connsiteX7" fmla="*/ 381000 w 381000"/>
                <a:gd name="connsiteY7" fmla="*/ 344805 h 381000"/>
                <a:gd name="connsiteX8" fmla="*/ 342900 w 381000"/>
                <a:gd name="connsiteY8" fmla="*/ 381000 h 381000"/>
                <a:gd name="connsiteX9" fmla="*/ 190500 w 381000"/>
                <a:gd name="connsiteY9" fmla="*/ 380048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1000" h="381000">
                  <a:moveTo>
                    <a:pt x="190500" y="380048"/>
                  </a:moveTo>
                  <a:cubicBezTo>
                    <a:pt x="138113" y="380048"/>
                    <a:pt x="85725" y="379095"/>
                    <a:pt x="34290" y="381000"/>
                  </a:cubicBezTo>
                  <a:cubicBezTo>
                    <a:pt x="6668" y="381953"/>
                    <a:pt x="0" y="371475"/>
                    <a:pt x="0" y="345758"/>
                  </a:cubicBezTo>
                  <a:cubicBezTo>
                    <a:pt x="952" y="242887"/>
                    <a:pt x="952" y="140017"/>
                    <a:pt x="0" y="37147"/>
                  </a:cubicBezTo>
                  <a:cubicBezTo>
                    <a:pt x="0" y="12382"/>
                    <a:pt x="3810" y="0"/>
                    <a:pt x="33338" y="0"/>
                  </a:cubicBezTo>
                  <a:cubicBezTo>
                    <a:pt x="138113" y="1905"/>
                    <a:pt x="241935" y="952"/>
                    <a:pt x="346710" y="0"/>
                  </a:cubicBezTo>
                  <a:cubicBezTo>
                    <a:pt x="374332" y="0"/>
                    <a:pt x="381000" y="9525"/>
                    <a:pt x="381000" y="36195"/>
                  </a:cubicBezTo>
                  <a:cubicBezTo>
                    <a:pt x="380047" y="139065"/>
                    <a:pt x="379095" y="241935"/>
                    <a:pt x="381000" y="344805"/>
                  </a:cubicBezTo>
                  <a:cubicBezTo>
                    <a:pt x="381952" y="375285"/>
                    <a:pt x="370522" y="381953"/>
                    <a:pt x="342900" y="381000"/>
                  </a:cubicBezTo>
                  <a:cubicBezTo>
                    <a:pt x="291465" y="378143"/>
                    <a:pt x="240982" y="380048"/>
                    <a:pt x="190500" y="38004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6C7947-9143-4A51-A8E9-75772A68250E}"/>
                </a:ext>
              </a:extLst>
            </p:cNvPr>
            <p:cNvSpPr/>
            <p:nvPr/>
          </p:nvSpPr>
          <p:spPr>
            <a:xfrm>
              <a:off x="4231388" y="4286353"/>
              <a:ext cx="187887" cy="183188"/>
            </a:xfrm>
            <a:custGeom>
              <a:avLst/>
              <a:gdLst>
                <a:gd name="connsiteX0" fmla="*/ 192405 w 381000"/>
                <a:gd name="connsiteY0" fmla="*/ 380048 h 371475"/>
                <a:gd name="connsiteX1" fmla="*/ 30480 w 381000"/>
                <a:gd name="connsiteY1" fmla="*/ 380048 h 371475"/>
                <a:gd name="connsiteX2" fmla="*/ 0 w 381000"/>
                <a:gd name="connsiteY2" fmla="*/ 350520 h 371475"/>
                <a:gd name="connsiteX3" fmla="*/ 0 w 381000"/>
                <a:gd name="connsiteY3" fmla="*/ 27622 h 371475"/>
                <a:gd name="connsiteX4" fmla="*/ 27623 w 381000"/>
                <a:gd name="connsiteY4" fmla="*/ 0 h 371475"/>
                <a:gd name="connsiteX5" fmla="*/ 350520 w 381000"/>
                <a:gd name="connsiteY5" fmla="*/ 0 h 371475"/>
                <a:gd name="connsiteX6" fmla="*/ 381000 w 381000"/>
                <a:gd name="connsiteY6" fmla="*/ 34290 h 371475"/>
                <a:gd name="connsiteX7" fmla="*/ 381000 w 381000"/>
                <a:gd name="connsiteY7" fmla="*/ 347662 h 371475"/>
                <a:gd name="connsiteX8" fmla="*/ 348615 w 381000"/>
                <a:gd name="connsiteY8" fmla="*/ 380048 h 371475"/>
                <a:gd name="connsiteX9" fmla="*/ 192405 w 381000"/>
                <a:gd name="connsiteY9" fmla="*/ 380048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1000" h="371475">
                  <a:moveTo>
                    <a:pt x="192405" y="380048"/>
                  </a:moveTo>
                  <a:cubicBezTo>
                    <a:pt x="138113" y="380048"/>
                    <a:pt x="84773" y="379095"/>
                    <a:pt x="30480" y="380048"/>
                  </a:cubicBezTo>
                  <a:cubicBezTo>
                    <a:pt x="8573" y="381000"/>
                    <a:pt x="0" y="374333"/>
                    <a:pt x="0" y="350520"/>
                  </a:cubicBezTo>
                  <a:cubicBezTo>
                    <a:pt x="952" y="242887"/>
                    <a:pt x="952" y="135255"/>
                    <a:pt x="0" y="27622"/>
                  </a:cubicBezTo>
                  <a:cubicBezTo>
                    <a:pt x="0" y="7620"/>
                    <a:pt x="6668" y="0"/>
                    <a:pt x="27623" y="0"/>
                  </a:cubicBezTo>
                  <a:cubicBezTo>
                    <a:pt x="135255" y="952"/>
                    <a:pt x="242888" y="952"/>
                    <a:pt x="350520" y="0"/>
                  </a:cubicBezTo>
                  <a:cubicBezTo>
                    <a:pt x="377190" y="0"/>
                    <a:pt x="381000" y="12382"/>
                    <a:pt x="381000" y="34290"/>
                  </a:cubicBezTo>
                  <a:cubicBezTo>
                    <a:pt x="380048" y="139065"/>
                    <a:pt x="380048" y="243840"/>
                    <a:pt x="381000" y="347662"/>
                  </a:cubicBezTo>
                  <a:cubicBezTo>
                    <a:pt x="381000" y="372428"/>
                    <a:pt x="373380" y="381000"/>
                    <a:pt x="348615" y="380048"/>
                  </a:cubicBezTo>
                  <a:cubicBezTo>
                    <a:pt x="296227" y="379095"/>
                    <a:pt x="243840" y="380048"/>
                    <a:pt x="192405" y="38004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0269FB1-73FE-4BCF-BF93-ADAC0FD954D6}"/>
                </a:ext>
              </a:extLst>
            </p:cNvPr>
            <p:cNvSpPr/>
            <p:nvPr/>
          </p:nvSpPr>
          <p:spPr>
            <a:xfrm>
              <a:off x="1341698" y="4286353"/>
              <a:ext cx="187887" cy="187886"/>
            </a:xfrm>
            <a:custGeom>
              <a:avLst/>
              <a:gdLst>
                <a:gd name="connsiteX0" fmla="*/ 189547 w 381000"/>
                <a:gd name="connsiteY0" fmla="*/ 380047 h 381000"/>
                <a:gd name="connsiteX1" fmla="*/ 32385 w 381000"/>
                <a:gd name="connsiteY1" fmla="*/ 381000 h 381000"/>
                <a:gd name="connsiteX2" fmla="*/ 0 w 381000"/>
                <a:gd name="connsiteY2" fmla="*/ 348615 h 381000"/>
                <a:gd name="connsiteX3" fmla="*/ 0 w 381000"/>
                <a:gd name="connsiteY3" fmla="*/ 34290 h 381000"/>
                <a:gd name="connsiteX4" fmla="*/ 36195 w 381000"/>
                <a:gd name="connsiteY4" fmla="*/ 0 h 381000"/>
                <a:gd name="connsiteX5" fmla="*/ 345758 w 381000"/>
                <a:gd name="connsiteY5" fmla="*/ 0 h 381000"/>
                <a:gd name="connsiteX6" fmla="*/ 381000 w 381000"/>
                <a:gd name="connsiteY6" fmla="*/ 35242 h 381000"/>
                <a:gd name="connsiteX7" fmla="*/ 381000 w 381000"/>
                <a:gd name="connsiteY7" fmla="*/ 344805 h 381000"/>
                <a:gd name="connsiteX8" fmla="*/ 341947 w 381000"/>
                <a:gd name="connsiteY8" fmla="*/ 381000 h 381000"/>
                <a:gd name="connsiteX9" fmla="*/ 189547 w 381000"/>
                <a:gd name="connsiteY9" fmla="*/ 380047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1000" h="381000">
                  <a:moveTo>
                    <a:pt x="189547" y="380047"/>
                  </a:moveTo>
                  <a:cubicBezTo>
                    <a:pt x="137160" y="380047"/>
                    <a:pt x="84772" y="379095"/>
                    <a:pt x="32385" y="381000"/>
                  </a:cubicBezTo>
                  <a:cubicBezTo>
                    <a:pt x="7620" y="381953"/>
                    <a:pt x="0" y="374333"/>
                    <a:pt x="0" y="348615"/>
                  </a:cubicBezTo>
                  <a:cubicBezTo>
                    <a:pt x="952" y="243840"/>
                    <a:pt x="952" y="139065"/>
                    <a:pt x="0" y="34290"/>
                  </a:cubicBezTo>
                  <a:cubicBezTo>
                    <a:pt x="0" y="5715"/>
                    <a:pt x="10477" y="0"/>
                    <a:pt x="36195" y="0"/>
                  </a:cubicBezTo>
                  <a:cubicBezTo>
                    <a:pt x="139065" y="952"/>
                    <a:pt x="241935" y="952"/>
                    <a:pt x="345758" y="0"/>
                  </a:cubicBezTo>
                  <a:cubicBezTo>
                    <a:pt x="372427" y="0"/>
                    <a:pt x="381000" y="8572"/>
                    <a:pt x="381000" y="35242"/>
                  </a:cubicBezTo>
                  <a:cubicBezTo>
                    <a:pt x="380047" y="138113"/>
                    <a:pt x="379095" y="240983"/>
                    <a:pt x="381000" y="344805"/>
                  </a:cubicBezTo>
                  <a:cubicBezTo>
                    <a:pt x="381952" y="376238"/>
                    <a:pt x="369570" y="381953"/>
                    <a:pt x="341947" y="381000"/>
                  </a:cubicBezTo>
                  <a:cubicBezTo>
                    <a:pt x="291465" y="378143"/>
                    <a:pt x="240983" y="380047"/>
                    <a:pt x="189547" y="38004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9D67350-7ABF-4500-9064-760E637D8345}"/>
                </a:ext>
              </a:extLst>
            </p:cNvPr>
            <p:cNvSpPr/>
            <p:nvPr/>
          </p:nvSpPr>
          <p:spPr>
            <a:xfrm>
              <a:off x="1576048" y="4286353"/>
              <a:ext cx="187887" cy="183188"/>
            </a:xfrm>
            <a:custGeom>
              <a:avLst/>
              <a:gdLst>
                <a:gd name="connsiteX0" fmla="*/ 190578 w 381000"/>
                <a:gd name="connsiteY0" fmla="*/ 380047 h 371475"/>
                <a:gd name="connsiteX1" fmla="*/ 29606 w 381000"/>
                <a:gd name="connsiteY1" fmla="*/ 380047 h 371475"/>
                <a:gd name="connsiteX2" fmla="*/ 78 w 381000"/>
                <a:gd name="connsiteY2" fmla="*/ 350520 h 371475"/>
                <a:gd name="connsiteX3" fmla="*/ 78 w 381000"/>
                <a:gd name="connsiteY3" fmla="*/ 32385 h 371475"/>
                <a:gd name="connsiteX4" fmla="*/ 33416 w 381000"/>
                <a:gd name="connsiteY4" fmla="*/ 0 h 371475"/>
                <a:gd name="connsiteX5" fmla="*/ 346788 w 381000"/>
                <a:gd name="connsiteY5" fmla="*/ 0 h 371475"/>
                <a:gd name="connsiteX6" fmla="*/ 381078 w 381000"/>
                <a:gd name="connsiteY6" fmla="*/ 30480 h 371475"/>
                <a:gd name="connsiteX7" fmla="*/ 381078 w 381000"/>
                <a:gd name="connsiteY7" fmla="*/ 353378 h 371475"/>
                <a:gd name="connsiteX8" fmla="*/ 353456 w 381000"/>
                <a:gd name="connsiteY8" fmla="*/ 380047 h 371475"/>
                <a:gd name="connsiteX9" fmla="*/ 190578 w 381000"/>
                <a:gd name="connsiteY9" fmla="*/ 380047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1000" h="371475">
                  <a:moveTo>
                    <a:pt x="190578" y="380047"/>
                  </a:moveTo>
                  <a:cubicBezTo>
                    <a:pt x="136286" y="380047"/>
                    <a:pt x="82946" y="379095"/>
                    <a:pt x="29606" y="380047"/>
                  </a:cubicBezTo>
                  <a:cubicBezTo>
                    <a:pt x="6746" y="381000"/>
                    <a:pt x="-874" y="372428"/>
                    <a:pt x="78" y="350520"/>
                  </a:cubicBezTo>
                  <a:cubicBezTo>
                    <a:pt x="1031" y="244793"/>
                    <a:pt x="1031" y="138113"/>
                    <a:pt x="78" y="32385"/>
                  </a:cubicBezTo>
                  <a:cubicBezTo>
                    <a:pt x="78" y="6667"/>
                    <a:pt x="8651" y="0"/>
                    <a:pt x="33416" y="0"/>
                  </a:cubicBezTo>
                  <a:cubicBezTo>
                    <a:pt x="138191" y="952"/>
                    <a:pt x="242013" y="952"/>
                    <a:pt x="346788" y="0"/>
                  </a:cubicBezTo>
                  <a:cubicBezTo>
                    <a:pt x="369648" y="0"/>
                    <a:pt x="381078" y="3810"/>
                    <a:pt x="381078" y="30480"/>
                  </a:cubicBezTo>
                  <a:cubicBezTo>
                    <a:pt x="380126" y="138113"/>
                    <a:pt x="380126" y="245745"/>
                    <a:pt x="381078" y="353378"/>
                  </a:cubicBezTo>
                  <a:cubicBezTo>
                    <a:pt x="381078" y="374333"/>
                    <a:pt x="374411" y="380047"/>
                    <a:pt x="353456" y="380047"/>
                  </a:cubicBezTo>
                  <a:cubicBezTo>
                    <a:pt x="298211" y="379095"/>
                    <a:pt x="243918" y="380047"/>
                    <a:pt x="190578" y="38004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F5E077F-1D48-4DEE-B0CA-96490EEDD9A6}"/>
                </a:ext>
              </a:extLst>
            </p:cNvPr>
            <p:cNvSpPr/>
            <p:nvPr/>
          </p:nvSpPr>
          <p:spPr>
            <a:xfrm>
              <a:off x="949216" y="5911088"/>
              <a:ext cx="356984" cy="356984"/>
            </a:xfrm>
            <a:custGeom>
              <a:avLst/>
              <a:gdLst>
                <a:gd name="connsiteX0" fmla="*/ 731520 w 723900"/>
                <a:gd name="connsiteY0" fmla="*/ 364807 h 723900"/>
                <a:gd name="connsiteX1" fmla="*/ 366712 w 723900"/>
                <a:gd name="connsiteY1" fmla="*/ 729615 h 723900"/>
                <a:gd name="connsiteX2" fmla="*/ 0 w 723900"/>
                <a:gd name="connsiteY2" fmla="*/ 364807 h 723900"/>
                <a:gd name="connsiteX3" fmla="*/ 366712 w 723900"/>
                <a:gd name="connsiteY3" fmla="*/ 0 h 723900"/>
                <a:gd name="connsiteX4" fmla="*/ 731520 w 723900"/>
                <a:gd name="connsiteY4" fmla="*/ 364807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900" h="723900">
                  <a:moveTo>
                    <a:pt x="731520" y="364807"/>
                  </a:moveTo>
                  <a:cubicBezTo>
                    <a:pt x="731520" y="567690"/>
                    <a:pt x="569595" y="730568"/>
                    <a:pt x="366712" y="729615"/>
                  </a:cubicBezTo>
                  <a:cubicBezTo>
                    <a:pt x="164782" y="729615"/>
                    <a:pt x="0" y="565785"/>
                    <a:pt x="0" y="364807"/>
                  </a:cubicBezTo>
                  <a:cubicBezTo>
                    <a:pt x="0" y="162878"/>
                    <a:pt x="162877" y="953"/>
                    <a:pt x="366712" y="0"/>
                  </a:cubicBezTo>
                  <a:cubicBezTo>
                    <a:pt x="570548" y="953"/>
                    <a:pt x="731520" y="160972"/>
                    <a:pt x="731520" y="3648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2C55437-D489-4AF5-8606-5F05739D448A}"/>
                </a:ext>
              </a:extLst>
            </p:cNvPr>
            <p:cNvSpPr/>
            <p:nvPr/>
          </p:nvSpPr>
          <p:spPr>
            <a:xfrm>
              <a:off x="3636724" y="5911088"/>
              <a:ext cx="356984" cy="356984"/>
            </a:xfrm>
            <a:custGeom>
              <a:avLst/>
              <a:gdLst>
                <a:gd name="connsiteX0" fmla="*/ 367669 w 723900"/>
                <a:gd name="connsiteY0" fmla="*/ 732477 h 723900"/>
                <a:gd name="connsiteX1" fmla="*/ 4 w 723900"/>
                <a:gd name="connsiteY1" fmla="*/ 367669 h 723900"/>
                <a:gd name="connsiteX2" fmla="*/ 364812 w 723900"/>
                <a:gd name="connsiteY2" fmla="*/ 4 h 723900"/>
                <a:gd name="connsiteX3" fmla="*/ 732477 w 723900"/>
                <a:gd name="connsiteY3" fmla="*/ 364812 h 723900"/>
                <a:gd name="connsiteX4" fmla="*/ 367669 w 723900"/>
                <a:gd name="connsiteY4" fmla="*/ 732477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900" h="723900">
                  <a:moveTo>
                    <a:pt x="367669" y="732477"/>
                  </a:moveTo>
                  <a:cubicBezTo>
                    <a:pt x="165739" y="732477"/>
                    <a:pt x="957" y="568647"/>
                    <a:pt x="4" y="367669"/>
                  </a:cubicBezTo>
                  <a:cubicBezTo>
                    <a:pt x="-948" y="166692"/>
                    <a:pt x="163834" y="957"/>
                    <a:pt x="364812" y="4"/>
                  </a:cubicBezTo>
                  <a:cubicBezTo>
                    <a:pt x="565789" y="-948"/>
                    <a:pt x="731524" y="162882"/>
                    <a:pt x="732477" y="364812"/>
                  </a:cubicBezTo>
                  <a:cubicBezTo>
                    <a:pt x="733429" y="566742"/>
                    <a:pt x="568647" y="731524"/>
                    <a:pt x="367669" y="73247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161832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ONLINE DOC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7C3A7"/>
      </a:accent1>
      <a:accent2>
        <a:srgbClr val="F47775"/>
      </a:accent2>
      <a:accent3>
        <a:srgbClr val="507C89"/>
      </a:accent3>
      <a:accent4>
        <a:srgbClr val="F47775"/>
      </a:accent4>
      <a:accent5>
        <a:srgbClr val="57C3A7"/>
      </a:accent5>
      <a:accent6>
        <a:srgbClr val="F47775"/>
      </a:accent6>
      <a:hlink>
        <a:srgbClr val="0563C1"/>
      </a:hlink>
      <a:folHlink>
        <a:srgbClr val="954F7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ONLINE DOC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7C3A7"/>
      </a:accent1>
      <a:accent2>
        <a:srgbClr val="F47775"/>
      </a:accent2>
      <a:accent3>
        <a:srgbClr val="507C89"/>
      </a:accent3>
      <a:accent4>
        <a:srgbClr val="F47775"/>
      </a:accent4>
      <a:accent5>
        <a:srgbClr val="57C3A7"/>
      </a:accent5>
      <a:accent6>
        <a:srgbClr val="F47775"/>
      </a:accent6>
      <a:hlink>
        <a:srgbClr val="0563C1"/>
      </a:hlink>
      <a:folHlink>
        <a:srgbClr val="954F7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ONLINE DOC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7C3A7"/>
      </a:accent1>
      <a:accent2>
        <a:srgbClr val="F47775"/>
      </a:accent2>
      <a:accent3>
        <a:srgbClr val="507C89"/>
      </a:accent3>
      <a:accent4>
        <a:srgbClr val="F47775"/>
      </a:accent4>
      <a:accent5>
        <a:srgbClr val="57C3A7"/>
      </a:accent5>
      <a:accent6>
        <a:srgbClr val="F4777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Microsoft Office PowerPoint</Application>
  <PresentationFormat>Широкоэкранный</PresentationFormat>
  <Paragraphs>80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system-ui</vt:lpstr>
      <vt:lpstr>Cover and End Slide Master</vt:lpstr>
      <vt:lpstr>Contents Slide Master</vt:lpstr>
      <vt:lpstr>Section Break Slide Master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2019-05-31T13:45:32Z</dcterms:created>
  <dcterms:modified xsi:type="dcterms:W3CDTF">2026-01-14T10:06:37Z</dcterms:modified>
</cp:coreProperties>
</file>